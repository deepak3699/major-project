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cc5446ca354cf6" /><Relationship Type="http://schemas.openxmlformats.org/officeDocument/2006/relationships/extended-properties" Target="/docProps/app.xml" Id="R0cad02d4ce7b49b1" /><Relationship Type="http://schemas.openxmlformats.org/officeDocument/2006/relationships/officeDocument" Target="/ppt/presentation.xml" Id="R8c0a6cd9a6604da4" /></Relationships>
</file>

<file path=ppt/presentation.xml><?xml version="1.0" encoding="utf-8"?>
<p:presentation xmlns:p="http://schemas.openxmlformats.org/presentationml/2006/main">
  <p:sldMasterIdLst>
    <p:sldMasterId xmlns:r="http://schemas.openxmlformats.org/officeDocument/2006/relationships" id="2147483648" r:id="R760addd7286a44ec"/>
  </p:sldMasterIdLst>
  <p:notesMasterIdLst>
    <p:notesMasterId xmlns:r="http://schemas.openxmlformats.org/officeDocument/2006/relationships" r:id="R64a70080db6045e7"/>
  </p:notesMasterIdLst>
  <p:sldIdLst>
    <p:sldId xmlns:r="http://schemas.openxmlformats.org/officeDocument/2006/relationships" id="256" r:id="R746b5fc8fac3483f"/>
    <p:sldId xmlns:r="http://schemas.openxmlformats.org/officeDocument/2006/relationships" id="257" r:id="R1b53e0f57ba641b1"/>
    <p:sldId xmlns:r="http://schemas.openxmlformats.org/officeDocument/2006/relationships" id="258" r:id="Rabf548c9eb4f4360"/>
    <p:sldId xmlns:r="http://schemas.openxmlformats.org/officeDocument/2006/relationships" id="259" r:id="R48f3da3128704b5a"/>
    <p:sldId xmlns:r="http://schemas.openxmlformats.org/officeDocument/2006/relationships" id="260" r:id="Rafa3603fc34f43d5"/>
    <p:sldId xmlns:r="http://schemas.openxmlformats.org/officeDocument/2006/relationships" id="261" r:id="R96cf3f0c00f243e2"/>
    <p:sldId xmlns:r="http://schemas.openxmlformats.org/officeDocument/2006/relationships" id="262" r:id="R03bc172ac1bf4587"/>
    <p:sldId xmlns:r="http://schemas.openxmlformats.org/officeDocument/2006/relationships" id="263" r:id="R4d9bec3643b64564"/>
    <p:sldId xmlns:r="http://schemas.openxmlformats.org/officeDocument/2006/relationships" id="264" r:id="Re08e5479477e4f23"/>
    <p:sldId xmlns:r="http://schemas.openxmlformats.org/officeDocument/2006/relationships" id="265" r:id="R70f0181acdd44cf1"/>
    <p:sldId xmlns:r="http://schemas.openxmlformats.org/officeDocument/2006/relationships" id="266" r:id="Rc2c1d53894484384"/>
    <p:sldId xmlns:r="http://schemas.openxmlformats.org/officeDocument/2006/relationships" id="267" r:id="R22bd90ca5fd4456a"/>
    <p:sldId xmlns:r="http://schemas.openxmlformats.org/officeDocument/2006/relationships" id="268" r:id="Rdba04b2bd1ca4596"/>
    <p:sldId xmlns:r="http://schemas.openxmlformats.org/officeDocument/2006/relationships" id="269" r:id="Ra150f80651dc4ffe"/>
    <p:sldId xmlns:r="http://schemas.openxmlformats.org/officeDocument/2006/relationships" id="270" r:id="R8fa2b157be034f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f9ac137b734b49" /><Relationship Type="http://schemas.openxmlformats.org/officeDocument/2006/relationships/slideMaster" Target="/ppt/slideMasters/slideMaster1.xml" Id="R760addd7286a44ec" /><Relationship Type="http://schemas.openxmlformats.org/officeDocument/2006/relationships/notesMaster" Target="/ppt/notesMasters/notesMaster1.xml" Id="R64a70080db6045e7" /><Relationship Type="http://schemas.openxmlformats.org/officeDocument/2006/relationships/presProps" Target="/ppt/presProps.xml" Id="R5818cefe00d04ffe" /><Relationship Type="http://schemas.openxmlformats.org/officeDocument/2006/relationships/tableStyles" Target="/ppt/tableStyles.xml" Id="R91103a1861eb48e8" /><Relationship Type="http://schemas.openxmlformats.org/officeDocument/2006/relationships/slide" Target="/ppt/slides/slide1.xml" Id="R746b5fc8fac3483f" /><Relationship Type="http://schemas.openxmlformats.org/officeDocument/2006/relationships/slide" Target="/ppt/slides/slide2.xml" Id="R1b53e0f57ba641b1" /><Relationship Type="http://schemas.openxmlformats.org/officeDocument/2006/relationships/slide" Target="/ppt/slides/slide3.xml" Id="Rabf548c9eb4f4360" /><Relationship Type="http://schemas.openxmlformats.org/officeDocument/2006/relationships/slide" Target="/ppt/slides/slide4.xml" Id="R48f3da3128704b5a" /><Relationship Type="http://schemas.openxmlformats.org/officeDocument/2006/relationships/slide" Target="/ppt/slides/slide5.xml" Id="Rafa3603fc34f43d5" /><Relationship Type="http://schemas.openxmlformats.org/officeDocument/2006/relationships/slide" Target="/ppt/slides/slide6.xml" Id="R96cf3f0c00f243e2" /><Relationship Type="http://schemas.openxmlformats.org/officeDocument/2006/relationships/slide" Target="/ppt/slides/slide7.xml" Id="R03bc172ac1bf4587" /><Relationship Type="http://schemas.openxmlformats.org/officeDocument/2006/relationships/slide" Target="/ppt/slides/slide8.xml" Id="R4d9bec3643b64564" /><Relationship Type="http://schemas.openxmlformats.org/officeDocument/2006/relationships/slide" Target="/ppt/slides/slide9.xml" Id="Re08e5479477e4f23" /><Relationship Type="http://schemas.openxmlformats.org/officeDocument/2006/relationships/slide" Target="/ppt/slides/slide10.xml" Id="R70f0181acdd44cf1" /><Relationship Type="http://schemas.openxmlformats.org/officeDocument/2006/relationships/slide" Target="/ppt/slides/slide11.xml" Id="Rc2c1d53894484384" /><Relationship Type="http://schemas.openxmlformats.org/officeDocument/2006/relationships/slide" Target="/ppt/slides/slide12.xml" Id="R22bd90ca5fd4456a" /><Relationship Type="http://schemas.openxmlformats.org/officeDocument/2006/relationships/slide" Target="/ppt/slides/slide13.xml" Id="Rdba04b2bd1ca4596" /><Relationship Type="http://schemas.openxmlformats.org/officeDocument/2006/relationships/slide" Target="/ppt/slides/slide14.xml" Id="Ra150f80651dc4ffe" /><Relationship Type="http://schemas.openxmlformats.org/officeDocument/2006/relationships/slide" Target="/ppt/slides/slide15.xml" Id="R8fa2b157be034f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eb86a430de4e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34812bccc5487b" /><Relationship Type="http://schemas.openxmlformats.org/officeDocument/2006/relationships/notesMaster" Target="/ppt/notesMasters/notesMaster1.xml" Id="R2af756f3aa654d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bcaa659b1b4084" /><Relationship Type="http://schemas.openxmlformats.org/officeDocument/2006/relationships/notesMaster" Target="/ppt/notesMasters/notesMaster1.xml" Id="Re4d8fd464f9d4f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a9b76c7a554698" /><Relationship Type="http://schemas.openxmlformats.org/officeDocument/2006/relationships/notesMaster" Target="/ppt/notesMasters/notesMaster1.xml" Id="R78c4506fd8ab43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77ba48abb14432" /><Relationship Type="http://schemas.openxmlformats.org/officeDocument/2006/relationships/notesMaster" Target="/ppt/notesMasters/notesMaster1.xml" Id="R634ba659a8a74b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d28bd4e3514ea2" /><Relationship Type="http://schemas.openxmlformats.org/officeDocument/2006/relationships/notesMaster" Target="/ppt/notesMasters/notesMaster1.xml" Id="R9e799c7ecb244a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f7b7281ec04e52" /><Relationship Type="http://schemas.openxmlformats.org/officeDocument/2006/relationships/notesMaster" Target="/ppt/notesMasters/notesMaster1.xml" Id="R4cd50166be924b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cf0bc05b854982" /><Relationship Type="http://schemas.openxmlformats.org/officeDocument/2006/relationships/notesMaster" Target="/ppt/notesMasters/notesMaster1.xml" Id="R7ea03b189c9742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8d573c031449a8" /><Relationship Type="http://schemas.openxmlformats.org/officeDocument/2006/relationships/notesMaster" Target="/ppt/notesMasters/notesMaster1.xml" Id="R420d9211ca8e41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b3f5dcaf384fba" /><Relationship Type="http://schemas.openxmlformats.org/officeDocument/2006/relationships/notesMaster" Target="/ppt/notesMasters/notesMaster1.xml" Id="R92c63d383a4241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5f140955f44698" /><Relationship Type="http://schemas.openxmlformats.org/officeDocument/2006/relationships/notesMaster" Target="/ppt/notesMasters/notesMaster1.xml" Id="Ra059122c7b3e4d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444f9219cc49b8" /><Relationship Type="http://schemas.openxmlformats.org/officeDocument/2006/relationships/notesMaster" Target="/ppt/notesMasters/notesMaster1.xml" Id="R759bd635f23c42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5ca942bc744792" /><Relationship Type="http://schemas.openxmlformats.org/officeDocument/2006/relationships/notesMaster" Target="/ppt/notesMasters/notesMaster1.xml" Id="R2124d0d6268646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266eb5a80c4a5d" /><Relationship Type="http://schemas.openxmlformats.org/officeDocument/2006/relationships/notesMaster" Target="/ppt/notesMasters/notesMaster1.xml" Id="R19b558e1a4ea49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0d37d6f83a42d6" /><Relationship Type="http://schemas.openxmlformats.org/officeDocument/2006/relationships/notesMaster" Target="/ppt/notesMasters/notesMaster1.xml" Id="R5b7164913bb346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5673a95b54488a" /><Relationship Type="http://schemas.openxmlformats.org/officeDocument/2006/relationships/notesMaster" Target="/ppt/notesMasters/notesMaster1.xml" Id="R48aab987c1d440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everyday problem: starting a career means moving between job posts, resumes and follow-up notes. HIREGEN is designed to connect those steps in one candidate-guided flow. This deck separates what is in the repository from what is a proposed next step. Bridge: first, let us see why those steps feel fragmented.</a:t>
            </a:r>
          </a:p>
          <a:p xmlns:a="http://schemas.openxmlformats.org/drawingml/2006/main">
            <a:r>
              <a:t/>
            </a:r>
          </a:p>
          <a:p xmlns:a="http://schemas.openxmlformats.org/drawingml/2006/main">
            <a:r>
              <a:t>Sources:</a:t>
            </a:r>
          </a:p>
          <a:p xmlns:a="http://schemas.openxmlformats.org/drawingml/2006/main">
            <a:r>
              <a:t>[S1] HIREGEN GitHub repository — https://github.com/Deepak3699/Major-Project</a:t>
            </a:r>
          </a:p>
          <a:p xmlns:a="http://schemas.openxmlformats.org/drawingml/2006/main">
            <a:r>
              <a:t>[S2] README and local setup — https://github.com/Deepak3699/Major-Project/blob/main/README.md</a:t>
            </a:r>
          </a:p>
          <a:p xmlns:a="http://schemas.openxmlformats.org/drawingml/2006/main">
            <a:r>
              <a:t>[B1] AI Job Automation Platform Blueprint (local PDF) — C:/Users/singh/Downloads/AI_Job_Automation_Platform_Project_Blueprint.pdf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through a familiar first-job search. Do not present this as a user-study result; it is the workflow problem the project sets out to address. Each step needs information from the previous one, but the candidate often has to carry it manually. Bridge: HIREGEN starts by joining those steps while keeping the candidate in charge.</a:t>
            </a:r>
          </a:p>
          <a:p xmlns:a="http://schemas.openxmlformats.org/drawingml/2006/main">
            <a:r>
              <a:t/>
            </a:r>
          </a:p>
          <a:p xmlns:a="http://schemas.openxmlformats.org/drawingml/2006/main">
            <a:r>
              <a:t>Sources:</a:t>
            </a:r>
          </a:p>
          <a:p xmlns:a="http://schemas.openxmlformats.org/drawingml/2006/main">
            <a:r>
              <a:t>[S2] README and local setup — https://github.com/Deepak3699/Major-Project/blob/main/README.md</a:t>
            </a:r>
          </a:p>
          <a:p xmlns:a="http://schemas.openxmlformats.org/drawingml/2006/main">
            <a:r>
              <a:t>[S3] Implementation alignment and boundaries — https://github.com/Deepak3699/Major-Project/blob/main/docs/IMPLEMENTATION_ALIGNMENT.md</a:t>
            </a:r>
          </a:p>
          <a:p xmlns:a="http://schemas.openxmlformats.org/drawingml/2006/main">
            <a:r>
              <a:t>[B1] AI Job Automation Platform Blueprint (local PDF) — C:/Users/singh/Downloads/AI_Job_Automation_Platform_Project_Blueprint.pdf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as a before-and-after workflow, not as a comparison against a named competitor. HIREGEN is meant to reduce repeated context switching. It does not submit applications automatically. Bridge: that idea becomes a five-step candidate journey.</a:t>
            </a:r>
          </a:p>
          <a:p xmlns:a="http://schemas.openxmlformats.org/drawingml/2006/main">
            <a:r>
              <a:t/>
            </a:r>
          </a:p>
          <a:p xmlns:a="http://schemas.openxmlformats.org/drawingml/2006/main">
            <a:r>
              <a:t>Sources:</a:t>
            </a:r>
          </a:p>
          <a:p xmlns:a="http://schemas.openxmlformats.org/drawingml/2006/main">
            <a:r>
              <a:t>[S2] README and local setup — https://github.com/Deepak3699/Major-Project/blob/main/README.md</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[S5] Matching and trust scoring — https://github.com/Deepak3699/Major-Project/blob/main/packages/api/src/utils/job-intelligence.ts</a:t>
            </a:r>
          </a:p>
          <a:p xmlns:a="http://schemas.openxmlformats.org/drawingml/2006/main">
            <a:r>
              <a:t>[S9] Python worker and resume parser — https://github.com/Deepak3699/Major-Project/blob/main/packages/scrapers/main.py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main path candidate-centred: confirm, discover, understand, prepare and track. The admin lane supports source and listing review; it does not replace candidate choice. The matching threshold is a ranking/display rule, not a hiring probability. Bridge: next, see the services that make this path possible.</a:t>
            </a:r>
          </a:p>
          <a:p xmlns:a="http://schemas.openxmlformats.org/drawingml/2006/main">
            <a:r>
              <a:t/>
            </a:r>
          </a:p>
          <a:p xmlns:a="http://schemas.openxmlformats.org/drawingml/2006/main">
            <a:r>
              <a:t>Sources:</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[S5] Matching and trust scoring — https://github.com/Deepak3699/Major-Project/blob/main/packages/api/src/utils/job-intelligence.ts</a:t>
            </a:r>
          </a:p>
          <a:p xmlns:a="http://schemas.openxmlformats.org/drawingml/2006/main">
            <a:r>
              <a:t>[S9] Python worker and resume parser — https://github.com/Deepak3699/Major-Project/blob/main/packages/scrapers/main.py</a:t>
            </a:r>
          </a:p>
          <a:p xmlns:a="http://schemas.openxmlformats.org/drawingml/2006/main">
            <a:r>
              <a:t>[S11] Auto-publish rule migration — https://github.com/Deepak3699/Major-Project/blob/main/packages/api/database/migrations/009_auto_publish_qualified_jobs.ts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architecture from the two user roles through the web app and API. Point out that the recommendation ranker is code-backed, while Gemini is an optional draft-writing path. The default source list is restricted, and wider source access needs explicit review. Bridge: the next slide maps each technology to the job it performs.</a:t>
            </a:r>
          </a:p>
          <a:p xmlns:a="http://schemas.openxmlformats.org/drawingml/2006/main">
            <a:r>
              <a:t/>
            </a:r>
          </a:p>
          <a:p xmlns:a="http://schemas.openxmlformats.org/drawingml/2006/main">
            <a:r>
              <a:t>Sources:</a:t>
            </a:r>
          </a:p>
          <a:p xmlns:a="http://schemas.openxmlformats.org/drawingml/2006/main">
            <a:r>
              <a:t>[S2] README and local setup — https://github.com/Deepak3699/Major-Project/blob/main/README.md</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[S6] Ranker model notes and artifact — https://github.com/Deepak3699/Major-Project/tree/main/packages/api/src/models/recommender</a:t>
            </a:r>
          </a:p>
          <a:p xmlns:a="http://schemas.openxmlformats.org/drawingml/2006/main">
            <a:r>
              <a:t>[S7] Recommendation model implementation — https://github.com/Deepak3699/Major-Project/blob/main/packages/api/src/utils/recommendation-model.ts</a:t>
            </a:r>
          </a:p>
          <a:p xmlns:a="http://schemas.openxmlformats.org/drawingml/2006/main">
            <a:r>
              <a:t>[S9] Python worker and resume parser — https://github.com/Deepak3699/Major-Project/blob/main/packages/scrapers/main.py</a:t>
            </a:r>
          </a:p>
          <a:p xmlns:a="http://schemas.openxmlformats.org/drawingml/2006/main">
            <a:r>
              <a:t>[S10] Scraper source access controls — https://github.com/Deepak3699/Major-Project/tree/main/packages/scrapers/scrapers</a:t>
            </a:r>
          </a:p>
          <a:p xmlns:a="http://schemas.openxmlformats.org/drawingml/2006/main">
            <a:r>
              <a:t>[S15] Docker Compose services — https://github.com/Deepak3699/Major-Project/blob/main/docker-compose.yml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technology through responsibility rather than listing package names without context. The selected stack separates the web experience, workflow API, data workers and persisted ranking model. The repository also configures additional services, but their presence in Compose is not proof that every workflow uses them. Bridge: these components exchange specific records; the next two diagrams follow those records.</a:t>
            </a:r>
          </a:p>
          <a:p xmlns:a="http://schemas.openxmlformats.org/drawingml/2006/main">
            <a:r>
              <a:t/>
            </a:r>
          </a:p>
          <a:p xmlns:a="http://schemas.openxmlformats.org/drawingml/2006/main">
            <a:r>
              <a:t>Sources:</a:t>
            </a:r>
          </a:p>
          <a:p xmlns:a="http://schemas.openxmlformats.org/drawingml/2006/main">
            <a:r>
              <a:t>[S2] README and local setup — https://github.com/Deepak3699/Major-Project/blob/main/README.md</a:t>
            </a:r>
          </a:p>
          <a:p xmlns:a="http://schemas.openxmlformats.org/drawingml/2006/main">
            <a:r>
              <a:t>[S3] Implementation alignment and boundaries — https://github.com/Deepak3699/Major-Project/blob/main/docs/IMPLEMENTATION_ALIGNMENT.md</a:t>
            </a:r>
          </a:p>
          <a:p xmlns:a="http://schemas.openxmlformats.org/drawingml/2006/main">
            <a:r>
              <a:t>[S7] Recommendation model implementation — https://github.com/Deepak3699/Major-Project/blob/main/packages/api/src/utils/recommendation-model.ts</a:t>
            </a:r>
          </a:p>
          <a:p xmlns:a="http://schemas.openxmlformats.org/drawingml/2006/main">
            <a:r>
              <a:t>[S9] Python worker and resume parser — https://github.com/Deepak3699/Major-Project/blob/main/packages/scrapers/main.py</a:t>
            </a:r>
          </a:p>
          <a:p xmlns:a="http://schemas.openxmlformats.org/drawingml/2006/main">
            <a:r>
              <a:t>[S15] Docker Compose services — https://github.com/Deepak3699/Major-Project/blob/main/docker-compose.yml</a:t>
            </a:r>
          </a:p>
          <a:p xmlns:a="http://schemas.openxmlformats.org/drawingml/2006/main">
            <a:r>
              <a:t>[T1] React documentation — https://react.dev/</a:t>
            </a:r>
          </a:p>
          <a:p xmlns:a="http://schemas.openxmlformats.org/drawingml/2006/main">
            <a:r>
              <a:t>[T2] Vite guide — https://vite.dev/guide/</a:t>
            </a:r>
          </a:p>
          <a:p xmlns:a="http://schemas.openxmlformats.org/drawingml/2006/main">
            <a:r>
              <a:t>[T3] Fastify documentation — https://fastify.dev/docs/latest/</a:t>
            </a:r>
          </a:p>
          <a:p xmlns:a="http://schemas.openxmlformats.org/drawingml/2006/main">
            <a:r>
              <a:t>[T4] PostgreSQL documentation — https://www.postgresql.org/docs/current/</a:t>
            </a:r>
          </a:p>
          <a:p xmlns:a="http://schemas.openxmlformats.org/drawingml/2006/main">
            <a:r>
              <a:t>[T5] Redis documentation — https://redis.io/docs/latest/</a:t>
            </a:r>
          </a:p>
          <a:p xmlns:a="http://schemas.openxmlformats.org/drawingml/2006/main">
            <a:r>
              <a:t>[T6] Python documentation — https://docs.python.org/3/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story from job supply to a candidate-ready listing. The current code has a restricted source allowlist, a Python scheduler and Redis workers. The pipeline normalizes records and computes evidence-based trust. The auto-publish migration releases records strictly above 70; other records need review, and candidate search still requires an active, published listing above the trust threshold. HR information is not guaranteed: only publicly exposed details with provenance can be attached. Bridge: trusted jobs are only one side of the match; next, the candidate brings a profile the system can safely use.</a:t>
            </a:r>
          </a:p>
          <a:p xmlns:a="http://schemas.openxmlformats.org/drawingml/2006/main">
            <a:r>
              <a:t/>
            </a:r>
          </a:p>
          <a:p xmlns:a="http://schemas.openxmlformats.org/drawingml/2006/main">
            <a:r>
              <a:t>Sources:</a:t>
            </a:r>
          </a:p>
          <a:p xmlns:a="http://schemas.openxmlformats.org/drawingml/2006/main">
            <a:r>
              <a:t>[S3] Implementation alignment and boundaries — https://github.com/Deepak3699/Major-Project/blob/main/docs/IMPLEMENTATION_ALIGNMENT.md</a:t>
            </a:r>
          </a:p>
          <a:p xmlns:a="http://schemas.openxmlformats.org/drawingml/2006/main">
            <a:r>
              <a:t>[S9] Python worker and resume parser — https://github.com/Deepak3699/Major-Project/blob/main/packages/scrapers/main.py</a:t>
            </a:r>
          </a:p>
          <a:p xmlns:a="http://schemas.openxmlformats.org/drawingml/2006/main">
            <a:r>
              <a:t>[S10] Scraper source access controls — https://github.com/Deepak3699/Major-Project/tree/main/packages/scrapers/scrapers</a:t>
            </a:r>
          </a:p>
          <a:p xmlns:a="http://schemas.openxmlformats.org/drawingml/2006/main">
            <a:r>
              <a:t>[S11] Auto-publish rule migration — https://github.com/Deepak3699/Major-Project/blob/main/packages/api/database/migrations/009_auto_publish_qualified_jobs.ts</a:t>
            </a:r>
          </a:p>
          <a:p xmlns:a="http://schemas.openxmlformats.org/drawingml/2006/main">
            <a:r>
              <a:t>[S15] Docker Compose services — https://github.com/Deepak3699/Major-Project/blob/main/docker-compose.yml</a:t>
            </a:r>
          </a:p>
          <a:p xmlns:a="http://schemas.openxmlformats.org/drawingml/2006/main">
            <a:r>
              <a:t>[S18] Current implementation boundaries — https://github.com/Deepak3699/Major-Project/blob/main/docs/IMPLEMENTATION_ALIGNMENT.md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extraction is a starting point, not a source of unquestioned truth. The candidate can enter data manually, upload PDF/DOCX/TXT, review the parser suggestions and confirm the fields. Current documentation says the original upload is handled in memory and not stored. The profile is scoped to the signed-in candidate. Bridge: only after those facts are confirmed does HIREGEN score a job against the person.</a:t>
            </a:r>
          </a:p>
          <a:p xmlns:a="http://schemas.openxmlformats.org/drawingml/2006/main">
            <a:r>
              <a:t/>
            </a:r>
          </a:p>
          <a:p xmlns:a="http://schemas.openxmlformats.org/drawingml/2006/main">
            <a:r>
              <a:t>Sources:</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[S9] Python worker and resume parser — https://github.com/Deepak3699/Major-Project/blob/main/packages/scrapers/main.py</a:t>
            </a:r>
          </a:p>
          <a:p xmlns:a="http://schemas.openxmlformats.org/drawingml/2006/main">
            <a:r>
              <a:t>[S18] Current implementation boundaries — https://github.com/Deepak3699/Major-Project/blob/main/docs/IMPLEMENTATION_ALIGNMENT.md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profile and published-job inputs, the eight fit dimensions plus listing quality, the dense network and the 60/40 blend. There are two different gates: the job itself must be active, published and trusted; then its candidate-specific match score must meet the 70/100 display cutoff. Neither number is a hiring probability or model-accuracy result. The saved bootstrap ranker uses weak labels and has no held-out outcome evaluation. The supplied CNN/Transformer style is a future experiment to compare with this baseline. Bridge: once a ranking is available, automation can remove repeat work while keeping personal decisions with the candidate.</a:t>
            </a:r>
          </a:p>
          <a:p xmlns:a="http://schemas.openxmlformats.org/drawingml/2006/main">
            <a:r>
              <a:t/>
            </a:r>
          </a:p>
          <a:p xmlns:a="http://schemas.openxmlformats.org/drawingml/2006/main">
            <a:r>
              <a:t>Sources:</a:t>
            </a:r>
          </a:p>
          <a:p xmlns:a="http://schemas.openxmlformats.org/drawingml/2006/main">
            <a:r>
              <a:t>[S4] Candidate API routes — https://github.com/Deepak3699/Major-Project/blob/main/packages/api/src/routes/candidate.ts</a:t>
            </a:r>
          </a:p>
          <a:p xmlns:a="http://schemas.openxmlformats.org/drawingml/2006/main">
            <a:r>
              <a:t>[S5] Matching and trust scoring — https://github.com/Deepak3699/Major-Project/blob/main/packages/api/src/utils/job-intelligence.ts</a:t>
            </a:r>
          </a:p>
          <a:p xmlns:a="http://schemas.openxmlformats.org/drawingml/2006/main">
            <a:r>
              <a:t>[S6] Ranker model notes and artifact — https://github.com/Deepak3699/Major-Project/tree/main/packages/api/src/models/recommender</a:t>
            </a:r>
          </a:p>
          <a:p xmlns:a="http://schemas.openxmlformats.org/drawingml/2006/main">
            <a:r>
              <a:t>[S7] Recommendation model implementation — https://github.com/Deepak3699/Major-Project/blob/main/packages/api/src/utils/recommendation-model.ts</a:t>
            </a:r>
          </a:p>
          <a:p xmlns:a="http://schemas.openxmlformats.org/drawingml/2006/main">
            <a:r>
              <a:t>[S8] Model training entry point — https://github.com/Deepak3699/Major-Project/blob/main/packages/api/src/scripts/trainRecommendationModel.ts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split lanes to distinguish machine work from human choices. Schedulers and queues handle repeatable ingestion and worker tasks. The n8n container is configured, but no workflow definition is tracked here, so do not present n8n as a proven end-to-end orchestrator. Gemini is optional and called for an explicitly requested job-preparation draft, not once for every listing. Review is essential for accuracy, consent and API-cost control. Resume Studio exposes Classic, Modern and Compact layouts with print-to-PDF. The user chooses whether and when to apply on the employer’s site; saved jobs and application-stage history remain in HIREGEN. Bridge: this is the complete platform flow in one architecture view.</a:t>
            </a:r>
          </a:p>
          <a:p xmlns:a="http://schemas.openxmlformats.org/drawingml/2006/main">
            <a:r>
              <a:t/>
            </a:r>
          </a:p>
          <a:p xmlns:a="http://schemas.openxmlformats.org/drawingml/2006/main">
            <a:r>
              <a:t>Sources:</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[S15] Docker Compose services — https://github.com/Deepak3699/Major-Project/blob/main/docker-compose.yml</a:t>
            </a:r>
          </a:p>
          <a:p xmlns:a="http://schemas.openxmlformats.org/drawingml/2006/main">
            <a:r>
              <a:t>[S16] Optional Gemini application preparation — https://github.com/Deepak3699/Major-Project/blob/main/packages/api/src/utils/application-prep.ts</a:t>
            </a:r>
          </a:p>
          <a:p xmlns:a="http://schemas.openxmlformats.org/drawingml/2006/main">
            <a:r>
              <a:t>[S17] Resume Studio templates and PDF export — https://github.com/Deepak3699/Major-Project/blob/main/packages/web/src/pages/ResumeStudio.tsx</a:t>
            </a:r>
          </a:p>
          <a:p xmlns:a="http://schemas.openxmlformats.org/drawingml/2006/main">
            <a:r>
              <a:t>[S18] Current implementation boundaries — https://github.com/Deepak3699/Major-Project/blob/main/docs/IMPLEMENTATION_ALIGNMENT.md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diagram from the two data sources into PostgreSQL and then down through the personalized match path. The boxes and arrows are native editable PowerPoint shapes; the supplied infographic was used only as visual direction. The repo uses React/Vite rather than Next.js and PostgreSQL without a wired pgvector retrieval path. The current model is the dense 9–14–8–1 ranker. The CNN/Transformer branch remains proposed. The n8n Compose service is present, but a tracked end-to-end workflow is not. Close the architecture by tracing Gemini only from the candidate’s Prepare action and the final application action back to the employer website. Bridge: now zoom into the current ranker, then compare it with the proposed text-model experiment.</a:t>
            </a:r>
          </a:p>
          <a:p xmlns:a="http://schemas.openxmlformats.org/drawingml/2006/main">
            <a:r>
              <a:t/>
            </a:r>
          </a:p>
          <a:p xmlns:a="http://schemas.openxmlformats.org/drawingml/2006/main">
            <a:r>
              <a:t>Sources:</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[S5] Matching and trust scoring — https://github.com/Deepak3699/Major-Project/blob/main/packages/api/src/utils/job-intelligence.ts</a:t>
            </a:r>
          </a:p>
          <a:p xmlns:a="http://schemas.openxmlformats.org/drawingml/2006/main">
            <a:r>
              <a:t>[S7] Recommendation model implementation — https://github.com/Deepak3699/Major-Project/blob/main/packages/api/src/utils/recommendation-model.ts</a:t>
            </a:r>
          </a:p>
          <a:p xmlns:a="http://schemas.openxmlformats.org/drawingml/2006/main">
            <a:r>
              <a:t>[S9] Python worker and resume parser — https://github.com/Deepak3699/Major-Project/blob/main/packages/scrapers/main.py</a:t>
            </a:r>
          </a:p>
          <a:p xmlns:a="http://schemas.openxmlformats.org/drawingml/2006/main">
            <a:r>
              <a:t>[S10] Scraper source access controls — https://github.com/Deepak3699/Major-Project/tree/main/packages/scrapers/scrapers</a:t>
            </a:r>
          </a:p>
          <a:p xmlns:a="http://schemas.openxmlformats.org/drawingml/2006/main">
            <a:r>
              <a:t>[S11] Auto-publish rule migration — https://github.com/Deepak3699/Major-Project/blob/main/packages/api/database/migrations/009_auto_publish_qualified_jobs.ts</a:t>
            </a:r>
          </a:p>
          <a:p xmlns:a="http://schemas.openxmlformats.org/drawingml/2006/main">
            <a:r>
              <a:t>[S15] Docker Compose services — https://github.com/Deepak3699/Major-Project/blob/main/docker-compose.yml</a:t>
            </a:r>
          </a:p>
          <a:p xmlns:a="http://schemas.openxmlformats.org/drawingml/2006/main">
            <a:r>
              <a:t>[S16] Optional Gemini application preparation — https://github.com/Deepak3699/Major-Project/blob/main/packages/api/src/utils/application-prep.ts</a:t>
            </a:r>
          </a:p>
          <a:p xmlns:a="http://schemas.openxmlformats.org/drawingml/2006/main">
            <a:r>
              <a:t>[S17] Resume Studio templates and PDF export — https://github.com/Deepak3699/Major-Project/blob/main/packages/web/src/pages/ResumeStudio.tsx</a:t>
            </a:r>
          </a:p>
          <a:p xmlns:a="http://schemas.openxmlformats.org/drawingml/2006/main">
            <a:r>
              <a:t>[S18] Current implementation boundaries — https://github.com/Deepak3699/Major-Project/blob/main/docs/IMPLEMENTATION_ALIGNMENT.md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 implementation, not a proposed network. The source code uses fully connected dense layers, so do not call it a CNN. The 9 inputs contain eight structured match dimensions and job listing quality. The final score blends the network output with the transparent structured score. The threshold and score are ranking signals—not the probability of an employer hiring someone. The project artifact has synthetic weak labels and has not been evaluated on held-out applicant outcomes. Bridge: with the current baseline clear, the next slide shows a possible CNN text-matching experiment as future work.</a:t>
            </a:r>
          </a:p>
          <a:p xmlns:a="http://schemas.openxmlformats.org/drawingml/2006/main">
            <a:r>
              <a:t/>
            </a:r>
          </a:p>
          <a:p xmlns:a="http://schemas.openxmlformats.org/drawingml/2006/main">
            <a:r>
              <a:t>Sources:</a:t>
            </a:r>
          </a:p>
          <a:p xmlns:a="http://schemas.openxmlformats.org/drawingml/2006/main">
            <a:r>
              <a:t>[S5] Matching and trust scoring — https://github.com/Deepak3699/Major-Project/blob/main/packages/api/src/utils/job-intelligence.ts</a:t>
            </a:r>
          </a:p>
          <a:p xmlns:a="http://schemas.openxmlformats.org/drawingml/2006/main">
            <a:r>
              <a:t>[S6] Ranker model notes and artifact — https://github.com/Deepak3699/Major-Project/tree/main/packages/api/src/models/recommender</a:t>
            </a:r>
          </a:p>
          <a:p xmlns:a="http://schemas.openxmlformats.org/drawingml/2006/main">
            <a:r>
              <a:t>[S7] Recommendation model implementation — https://github.com/Deepak3699/Major-Project/blob/main/packages/api/src/utils/recommendation-model.ts</a:t>
            </a:r>
          </a:p>
          <a:p xmlns:a="http://schemas.openxmlformats.org/drawingml/2006/main">
            <a:r>
              <a:t>[S8] Model training entry point — https://github.com/Deepak3699/Major-Project/blob/main/packages/api/src/scripts/trainRecommendationModel.ts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CNN + Transformer experiment, not an implementation claim. Explain the two text towers: resume tokens and job tokens use shared embeddings and Conv1D filters to capture local phrases; self-attention then relates context within each sequence before pooling. The pooled vectors can be compared and joined with transparent fit signals. The existing product uses a dense 9–14–8–1 ranker with weak bootstrap labels. Compare both approaches on held-out, consent-aware outcomes before stating that one performs better.</a:t>
            </a:r>
          </a:p>
          <a:p xmlns:a="http://schemas.openxmlformats.org/drawingml/2006/main">
            <a:r>
              <a:t/>
            </a:r>
          </a:p>
          <a:p xmlns:a="http://schemas.openxmlformats.org/drawingml/2006/main">
            <a:r>
              <a:t>Sources:</a:t>
            </a:r>
          </a:p>
          <a:p xmlns:a="http://schemas.openxmlformats.org/drawingml/2006/main">
            <a:r>
              <a:t>[S3] Implementation alignment and boundaries — https://github.com/Deepak3699/Major-Project/blob/main/docs/IMPLEMENTATION_ALIGNMENT.md</a:t>
            </a:r>
          </a:p>
          <a:p xmlns:a="http://schemas.openxmlformats.org/drawingml/2006/main">
            <a:r>
              <a:t>[S6] Ranker model notes and artifact — https://github.com/Deepak3699/Major-Project/tree/main/packages/api/src/models/recommender</a:t>
            </a:r>
          </a:p>
          <a:p xmlns:a="http://schemas.openxmlformats.org/drawingml/2006/main">
            <a:r>
              <a:t>[S7] Recommendation model implementation — https://github.com/Deepak3699/Major-Project/blob/main/packages/api/src/utils/recommendation-model.ts</a:t>
            </a:r>
          </a:p>
          <a:p xmlns:a="http://schemas.openxmlformats.org/drawingml/2006/main">
            <a:r>
              <a:t>[S8] Model training entry point — https://github.com/Deepak3699/Major-Project/blob/main/packages/api/src/scripts/trainRecommendationModel.ts</a:t>
            </a:r>
          </a:p>
          <a:p xmlns:a="http://schemas.openxmlformats.org/drawingml/2006/main">
            <a:r>
              <a:t>[S18] Current implementation boundaries — https://github.com/Deepak3699/Major-Project/blob/main/docs/IMPLEMENTATION_ALIGNMENT.md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practical walkthrough, not a claim that a live demo was available during preparation. The candidate routes include discovery, saved jobs, applications, employer contacts and resume studio. The admin routes include job review, HR contacts and verification, duplicates and analytics. Keep the fictional-free explanation grounded in these code-backed areas; no candidate names or performance numbers are invented. Bridge: close by separating useful design goals from what still needs evidence.</a:t>
            </a:r>
          </a:p>
          <a:p xmlns:a="http://schemas.openxmlformats.org/drawingml/2006/main">
            <a:r>
              <a:t/>
            </a:r>
          </a:p>
          <a:p xmlns:a="http://schemas.openxmlformats.org/drawingml/2006/main">
            <a:r>
              <a:t>Sources:</a:t>
            </a:r>
          </a:p>
          <a:p xmlns:a="http://schemas.openxmlformats.org/drawingml/2006/main">
            <a:r>
              <a:t>[S12] Frontend sidebar and route labels — https://github.com/Deepak3699/Major-Project/blob/main/packages/web/src/components/Sidebar.tsx</a:t>
            </a:r>
          </a:p>
          <a:p xmlns:a="http://schemas.openxmlformats.org/drawingml/2006/main">
            <a:r>
              <a:t>[S13] Candidate dashboard and chart — https://github.com/Deepak3699/Major-Project/blob/main/packages/web/src/pages/CandidateDashboard.tsx</a:t>
            </a:r>
          </a:p>
          <a:p xmlns:a="http://schemas.openxmlformats.org/drawingml/2006/main">
            <a:r>
              <a:t>[S14] CI workflow — https://github.com/Deepak3699/Major-Project/blob/main/.github/workflows/ci.yml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project’s practical value and its honest boundary. HIREGEN offers a joined workflow and a prototype ranker, but no user study, deployment metric, model accuracy or placement outcome is reported. The right next milestone is measured evaluation with consent-aware data and a clear baseline comparison. The companion notes include the implementation and technical references. Design images supplied with the request were used as visual references only; the diagrams are original, editable vector drawings. This deck’s source register keeps those design references separate from project evidence.</a:t>
            </a:r>
          </a:p>
          <a:p xmlns:a="http://schemas.openxmlformats.org/drawingml/2006/main">
            <a:r>
              <a:t/>
            </a:r>
          </a:p>
          <a:p xmlns:a="http://schemas.openxmlformats.org/drawingml/2006/main">
            <a:r>
              <a:t>Sources:</a:t>
            </a:r>
          </a:p>
          <a:p xmlns:a="http://schemas.openxmlformats.org/drawingml/2006/main">
            <a:r>
              <a:t>[S1] HIREGEN GitHub repository — https://github.com/Deepak3699/Major-Project</a:t>
            </a:r>
          </a:p>
          <a:p xmlns:a="http://schemas.openxmlformats.org/drawingml/2006/main">
            <a:r>
              <a:t>[S2] README and local setup — https://github.com/Deepak3699/Major-Project/blob/main/README.md</a:t>
            </a:r>
          </a:p>
          <a:p xmlns:a="http://schemas.openxmlformats.org/drawingml/2006/main">
            <a:r>
              <a:t>[S3] Implementation alignment and boundaries — https://github.com/Deepak3699/Major-Project/blob/main/docs/IMPLEMENTATION_ALIGNMENT.md</a:t>
            </a:r>
          </a:p>
          <a:p xmlns:a="http://schemas.openxmlformats.org/drawingml/2006/main">
            <a:r>
              <a:t>[S4] Candidate API routes — https://github.com/Deepak3699/Major-Project/blob/main/packages/api/src/routes/candidate.ts</a:t>
            </a:r>
          </a:p>
          <a:p xmlns:a="http://schemas.openxmlformats.org/drawingml/2006/main">
            <a:r>
              <a:t>[S5] Matching and trust scoring — https://github.com/Deepak3699/Major-Project/blob/main/packages/api/src/utils/job-intelligence.ts</a:t>
            </a:r>
          </a:p>
          <a:p xmlns:a="http://schemas.openxmlformats.org/drawingml/2006/main">
            <a:r>
              <a:t>[S6] Ranker model notes and artifact — https://github.com/Deepak3699/Major-Project/tree/main/packages/api/src/models/recommender</a:t>
            </a:r>
          </a:p>
          <a:p xmlns:a="http://schemas.openxmlformats.org/drawingml/2006/main">
            <a:r>
              <a:t>[S7] Recommendation model implementation — https://github.com/Deepak3699/Major-Project/blob/main/packages/api/src/utils/recommendation-model.ts</a:t>
            </a:r>
          </a:p>
          <a:p xmlns:a="http://schemas.openxmlformats.org/drawingml/2006/main">
            <a:r>
              <a:t>[S8] Model training entry point — https://github.com/Deepak3699/Major-Project/blob/main/packages/api/src/scripts/trainRecommendationModel.ts</a:t>
            </a:r>
          </a:p>
          <a:p xmlns:a="http://schemas.openxmlformats.org/drawingml/2006/main">
            <a:r>
              <a:t>[S9] Python worker and resume parser — https://github.com/Deepak3699/Major-Project/blob/main/packages/scrapers/main.py</a:t>
            </a:r>
          </a:p>
          <a:p xmlns:a="http://schemas.openxmlformats.org/drawingml/2006/main">
            <a:r>
              <a:t>[S10] Scraper source access controls — https://github.com/Deepak3699/Major-Project/tree/main/packages/scrapers/scrapers</a:t>
            </a:r>
          </a:p>
          <a:p xmlns:a="http://schemas.openxmlformats.org/drawingml/2006/main">
            <a:r>
              <a:t>[S11] Auto-publish rule migration — https://github.com/Deepak3699/Major-Project/blob/main/packages/api/database/migrations/009_auto_publish_qualified_jobs.ts</a:t>
            </a:r>
          </a:p>
          <a:p xmlns:a="http://schemas.openxmlformats.org/drawingml/2006/main">
            <a:r>
              <a:t>[S12] Frontend sidebar and route labels — https://github.com/Deepak3699/Major-Project/blob/main/packages/web/src/components/Sidebar.tsx</a:t>
            </a:r>
          </a:p>
          <a:p xmlns:a="http://schemas.openxmlformats.org/drawingml/2006/main">
            <a:r>
              <a:t>[S13] Candidate dashboard and chart — https://github.com/Deepak3699/Major-Project/blob/main/packages/web/src/pages/CandidateDashboard.tsx</a:t>
            </a:r>
          </a:p>
          <a:p xmlns:a="http://schemas.openxmlformats.org/drawingml/2006/main">
            <a:r>
              <a:t>[S14] CI workflow — https://github.com/Deepak3699/Major-Project/blob/main/.github/workflows/ci.yml</a:t>
            </a:r>
          </a:p>
          <a:p xmlns:a="http://schemas.openxmlformats.org/drawingml/2006/main">
            <a:r>
              <a:t>[S15] Docker Compose services — https://github.com/Deepak3699/Major-Project/blob/main/docker-compose.yml</a:t>
            </a:r>
          </a:p>
          <a:p xmlns:a="http://schemas.openxmlformats.org/drawingml/2006/main">
            <a:r>
              <a:t>[B1] AI Job Automation Platform Blueprint (local PDF) — C:/Users/singh/Downloads/AI_Job_Automation_Platform_Project_Blueprint.pdf</a:t>
            </a:r>
          </a:p>
          <a:p xmlns:a="http://schemas.openxmlformats.org/drawingml/2006/main">
            <a:r>
              <a:t>[T1] React documentation — https://react.dev/</a:t>
            </a:r>
          </a:p>
          <a:p xmlns:a="http://schemas.openxmlformats.org/drawingml/2006/main">
            <a:r>
              <a:t>[T2] Vite guide — https://vite.dev/guide/</a:t>
            </a:r>
          </a:p>
          <a:p xmlns:a="http://schemas.openxmlformats.org/drawingml/2006/main">
            <a:r>
              <a:t>[T3] Fastify documentation — https://fastify.dev/docs/latest/</a:t>
            </a:r>
          </a:p>
          <a:p xmlns:a="http://schemas.openxmlformats.org/drawingml/2006/main">
            <a:r>
              <a:t>[T4] PostgreSQL documentation — https://www.postgresql.org/docs/current/</a:t>
            </a:r>
          </a:p>
          <a:p xmlns:a="http://schemas.openxmlformats.org/drawingml/2006/main">
            <a:r>
              <a:t>[T5] Redis documentation — https://redis.io/docs/latest/</a:t>
            </a:r>
          </a:p>
          <a:p xmlns:a="http://schemas.openxmlformats.org/drawingml/2006/main">
            <a:r>
              <a:t>[T6] Python documentation — https://docs.python.org/3/</a:t>
            </a:r>
          </a:p>
          <a:p xmlns:a="http://schemas.openxmlformats.org/drawingml/2006/main">
            <a:r>
              <a:t>[T7] Sentence Transformers semantic similarity — https://sbert.net/docs/sentence_transformer/usage/semantic_textual_similarity.html</a:t>
            </a:r>
          </a:p>
          <a:p xmlns:a="http://schemas.openxmlformats.org/drawingml/2006/main">
            <a:r>
              <a:t>[T8] TypeSafe Jev official quick start — https://docs.typesafe.ai/introduction/quickstart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92649c07e74a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2215f9d9d34d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ec1f55dacc46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b92120f23d48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27383aa09a40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94b39147d648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259B47-127F-4A05-9C09-86F12837D5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B79E00-7CFB-4A62-81A4-6B66364588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3BA54A-07EF-4B2F-A25D-D356882D9E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A4ADB6-EC55-46A0-BE32-D8F0CD1F6D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5CC869-5A54-4174-9CF2-A6C8861BA4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C55C36-5616-4B01-83C2-A886D3F442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37523D-E93F-4AAD-B471-7854E8F428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BC9642-A5BF-44A4-AC29-AAE0D9C3DC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D5690C-6D59-4526-9D69-81738405EF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FE12CE-2BA4-48C8-8885-86048F519A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54fed2e68c4140" /><Relationship Type="http://schemas.openxmlformats.org/officeDocument/2006/relationships/slideLayout" Target="/ppt/slideLayouts/slideLayout1.xml" Id="R465cd19f73024374" /><Relationship Type="http://schemas.openxmlformats.org/officeDocument/2006/relationships/slideLayout" Target="/ppt/slideLayouts/slideLayout2.xml" Id="R7f3338a041fd4669" /><Relationship Type="http://schemas.openxmlformats.org/officeDocument/2006/relationships/slideLayout" Target="/ppt/slideLayouts/slideLayout3.xml" Id="R8ab0b37854854044" /><Relationship Type="http://schemas.openxmlformats.org/officeDocument/2006/relationships/slideLayout" Target="/ppt/slideLayouts/slideLayout4.xml" Id="Rf951b2a46dc346de" /><Relationship Type="http://schemas.openxmlformats.org/officeDocument/2006/relationships/slideLayout" Target="/ppt/slideLayouts/slideLayout5.xml" Id="R130987f96baa42a9" /><Relationship Type="http://schemas.openxmlformats.org/officeDocument/2006/relationships/slideLayout" Target="/ppt/slideLayouts/slideLayout6.xml" Id="Rf1c5f6e03c884b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5cd19f73024374"/>
    <p:sldLayoutId xmlns:r="http://schemas.openxmlformats.org/officeDocument/2006/relationships" id="2147483650" r:id="R7f3338a041fd4669"/>
    <p:sldLayoutId xmlns:r="http://schemas.openxmlformats.org/officeDocument/2006/relationships" id="2147483651" r:id="R8ab0b37854854044"/>
    <p:sldLayoutId xmlns:r="http://schemas.openxmlformats.org/officeDocument/2006/relationships" id="2147483652" r:id="Rf951b2a46dc346de"/>
    <p:sldLayoutId xmlns:r="http://schemas.openxmlformats.org/officeDocument/2006/relationships" id="2147483653" r:id="R130987f96baa42a9"/>
    <p:sldLayoutId xmlns:r="http://schemas.openxmlformats.org/officeDocument/2006/relationships" id="2147483654" r:id="Rf1c5f6e03c884b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0b3b0ba0674d8c" /><Relationship Type="http://schemas.openxmlformats.org/officeDocument/2006/relationships/image" Target="/ppt/media/image.png" Id="R9b8b921818204192" /><Relationship Type="http://schemas.openxmlformats.org/officeDocument/2006/relationships/notesSlide" Target="/ppt/notesSlides/notesSlide1.xml" Id="R191f1464fd1245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fd851eedb54bea" /><Relationship Type="http://schemas.openxmlformats.org/officeDocument/2006/relationships/image" Target="/ppt/media/image2.png" Id="R8c05b8c8c5a84d46" /><Relationship Type="http://schemas.openxmlformats.org/officeDocument/2006/relationships/notesSlide" Target="/ppt/notesSlides/notesSlide2.xml" Id="Ra02d4757e3f74f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3471d9e3fd4b90" /><Relationship Type="http://schemas.openxmlformats.org/officeDocument/2006/relationships/image" Target="/ppt/media/image3.png" Id="Rcb0f4a58969f438a" /><Relationship Type="http://schemas.openxmlformats.org/officeDocument/2006/relationships/notesSlide" Target="/ppt/notesSlides/notesSlide3.xml" Id="Raa08e498a6a343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3587a2a29049eb" /><Relationship Type="http://schemas.openxmlformats.org/officeDocument/2006/relationships/image" Target="/ppt/media/image4.png" Id="Ra9b3470e6c7c4507" /><Relationship Type="http://schemas.openxmlformats.org/officeDocument/2006/relationships/notesSlide" Target="/ppt/notesSlides/notesSlide4.xml" Id="Rcb7811fb5bd44e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fdd1a9c3b245b7" /><Relationship Type="http://schemas.openxmlformats.org/officeDocument/2006/relationships/image" Target="/ppt/media/image5.png" Id="R4c18317cef1e47af" /><Relationship Type="http://schemas.openxmlformats.org/officeDocument/2006/relationships/notesSlide" Target="/ppt/notesSlides/notesSlide5.xml" Id="Re31778c530a445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a316339f68423b" /><Relationship Type="http://schemas.openxmlformats.org/officeDocument/2006/relationships/image" Target="/ppt/media/image6.png" Id="R6f7ce1bd3efe4c64" /><Relationship Type="http://schemas.openxmlformats.org/officeDocument/2006/relationships/notesSlide" Target="/ppt/notesSlides/notesSlide6.xml" Id="Rc243c4e9a35c44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557d1353dc405c" /><Relationship Type="http://schemas.openxmlformats.org/officeDocument/2006/relationships/image" Target="/ppt/media/image7.png" Id="Reacaecaa1bbc4859" /><Relationship Type="http://schemas.openxmlformats.org/officeDocument/2006/relationships/notesSlide" Target="/ppt/notesSlides/notesSlide7.xml" Id="R60e67d2b9b6d41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c5706dd9324815" /><Relationship Type="http://schemas.openxmlformats.org/officeDocument/2006/relationships/image" Target="/ppt/media/image8.png" Id="R79af9e6f5c6c43ee" /><Relationship Type="http://schemas.openxmlformats.org/officeDocument/2006/relationships/notesSlide" Target="/ppt/notesSlides/notesSlide8.xml" Id="Rbcfcd8e3d5e340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08593015a846fa" /><Relationship Type="http://schemas.openxmlformats.org/officeDocument/2006/relationships/image" Target="/ppt/media/image9.png" Id="R8e1ec2b9ccf4415f" /><Relationship Type="http://schemas.openxmlformats.org/officeDocument/2006/relationships/notesSlide" Target="/ppt/notesSlides/notesSlide9.xml" Id="R94789d47e55942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e98f03b13f46d9" /><Relationship Type="http://schemas.openxmlformats.org/officeDocument/2006/relationships/image" Target="/ppt/media/image10.png" Id="Rdd1fcc9019564d1a" /><Relationship Type="http://schemas.openxmlformats.org/officeDocument/2006/relationships/notesSlide" Target="/ppt/notesSlides/notesSlide10.xml" Id="R85d396158bbc41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48d0b36a8044a88" /><Relationship Type="http://schemas.openxmlformats.org/officeDocument/2006/relationships/image" Target="/ppt/media/image11.png" Id="R74a62b6635b94ae9" /><Relationship Type="http://schemas.openxmlformats.org/officeDocument/2006/relationships/notesSlide" Target="/ppt/notesSlides/notesSlide11.xml" Id="Ra6446c1410b94c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ac48d1744b4473" /><Relationship Type="http://schemas.openxmlformats.org/officeDocument/2006/relationships/image" Target="/ppt/media/image12.png" Id="Rf9702b63d6de4973" /><Relationship Type="http://schemas.openxmlformats.org/officeDocument/2006/relationships/chart" Target="/ppt/slides/charts/chart1.xml" Id="Rfb7080a9ee2e4369" /><Relationship Type="http://schemas.openxmlformats.org/officeDocument/2006/relationships/notesSlide" Target="/ppt/notesSlides/notesSlide12.xml" Id="Rccdc93cf40f748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71dc3d96f714046" /><Relationship Type="http://schemas.openxmlformats.org/officeDocument/2006/relationships/image" Target="/ppt/media/image13.png" Id="Rd405b99fa3364df3" /><Relationship Type="http://schemas.openxmlformats.org/officeDocument/2006/relationships/notesSlide" Target="/ppt/notesSlides/notesSlide13.xml" Id="R0288ec49d9ed4f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15c9c7622d54eea" /><Relationship Type="http://schemas.openxmlformats.org/officeDocument/2006/relationships/image" Target="/ppt/media/image14.png" Id="R0415b14fd70c4b16" /><Relationship Type="http://schemas.openxmlformats.org/officeDocument/2006/relationships/notesSlide" Target="/ppt/notesSlides/notesSlide14.xml" Id="R46c550abedb947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7fb3a833dea455d" /><Relationship Type="http://schemas.openxmlformats.org/officeDocument/2006/relationships/image" Target="/ppt/media/image15.png" Id="R32ccec1f5d7c44e5" /><Relationship Type="http://schemas.openxmlformats.org/officeDocument/2006/relationships/notesSlide" Target="/ppt/notesSlides/notesSlide15.xml" Id="Rdf3bd61c5daa46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Weight</c:v>
          </c:tx>
          <c:spPr>
            <a:solidFill xmlns:a="http://schemas.openxmlformats.org/drawingml/2006/main">
              <a:srgbClr val="1686D9"/>
            </a:solidFill>
          </c:spPr>
          <c:invertIfNegative val="0"/>
          <c:cat>
            <c:strRef>
              <c:f>'Chart Data'!$A$2:$A$9</c:f>
              <c:strCache>
                <c:ptCount val="8"/>
                <c:pt idx="0">
                  <c:v>Skills</c:v>
                </c:pt>
                <c:pt idx="1">
                  <c:v>Experience</c:v>
                </c:pt>
                <c:pt idx="2">
                  <c:v>Role fit</c:v>
                </c:pt>
                <c:pt idx="3">
                  <c:v>Education</c:v>
                </c:pt>
                <c:pt idx="4">
                  <c:v>Location</c:v>
                </c:pt>
                <c:pt idx="5">
                  <c:v>Projects</c:v>
                </c:pt>
                <c:pt idx="6">
                  <c:v>Salary</c:v>
                </c:pt>
                <c:pt idx="7">
                  <c:v>Preferences</c:v>
                </c:pt>
              </c:strCache>
            </c:strRef>
          </c:cat>
          <c:val>
            <c:numRef>
              <c:f>'Chart Data'!$B$2:$B$9</c:f>
              <c:numCache>
                <c:formatCode>General</c:formatCode>
                <c:ptCount val="8"/>
                <c:pt idx="0">
                  <c:v>30</c:v>
                </c:pt>
                <c:pt idx="1">
                  <c:v>20</c:v>
                </c:pt>
                <c:pt idx="2">
                  <c:v>15</c:v>
                </c:pt>
                <c:pt idx="3">
                  <c:v>10</c:v>
                </c:pt>
                <c:pt idx="4">
                  <c:v>10</c:v>
                </c:pt>
                <c:pt idx="5">
                  <c:v>5</c:v>
                </c:pt>
                <c:pt idx="6">
                  <c:v>5</c:v>
                </c:pt>
                <c:pt idx="7">
                  <c:v>5</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825" b="1">
                  <a:solidFill>
                    <a:srgbClr val="000000"/>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E4E8EE"/>
              </a:solidFill>
              <a:prstDash val="solid"/>
            </a:ln>
          </c:spPr>
        </c:majorGridlines>
        <c:title>
          <c:tx>
            <c:rich>
              <a:bodyPr xmlns:a="http://schemas.openxmlformats.org/drawingml/2006/main"/>
              <a:lstStyle xmlns:a="http://schemas.openxmlformats.org/drawingml/2006/main"/>
              <a:p xmlns:a="http://schemas.openxmlformats.org/drawingml/2006/main">
                <a:r>
                  <a:rPr sz="825">
                    <a:solidFill>
                      <a:srgbClr val="000000"/>
                    </a:solidFill>
                    <a:latin typeface="Times New Roman"/>
                    <a:ea typeface="Times New Roman"/>
                    <a:cs typeface="Times New Roman"/>
                  </a:rPr>
                  <a:t>Weight (%)</a:t>
                </a:r>
              </a:p>
            </c:rich>
          </c:tx>
          <c:overlay val="0"/>
          <c:txPr>
            <a:bodyPr xmlns:a="http://schemas.openxmlformats.org/drawingml/2006/main" anchorCtr="1"/>
            <a:lstStyle xmlns:a="http://schemas.openxmlformats.org/drawingml/2006/main"/>
            <a:p xmlns:a="http://schemas.openxmlformats.org/drawingml/2006/main">
              <a:pPr>
                <a:defRPr sz="825">
                  <a:solidFill>
                    <a:srgbClr val="000000"/>
                  </a:solidFill>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9DFEA"/>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Times New Roman"/>
                <a:ea typeface="Times New Roman"/>
                <a:cs typeface="Times New Roman"/>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FEA"/>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Times New Roman"/>
                <a:ea typeface="Times New Roman"/>
                <a:cs typeface="Times New Roman"/>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67FA4A41-BBF8-471C-BE23-2C5B381A98E9}"/>
              </a:ext>
            </a:extLst>
          </p:cNvPr>
          <p:cNvSpPr>
            <a:spLocks xmlns:a="http://schemas.openxmlformats.org/drawingml/2006/main" noGrp="1"/>
          </p:cNvSpPr>
          <p:nvPr/>
        </p:nvSpPr>
        <p:spPr>
          <a:xfrm xmlns:a="http://schemas.openxmlformats.org/drawingml/2006/main">
            <a:off x="638175" y="161925"/>
            <a:ext cx="1476375" cy="200025"/>
          </a:xfrm>
          <a:prstGeom xmlns:a="http://schemas.openxmlformats.org/drawingml/2006/main" prst="rect">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2" name="">
            <a:extLst xmlns:a="http://schemas.openxmlformats.org/drawingml/2006/main">
              <a:ext uri="{FF2B5EF4-FFF2-40B4-BE49-F238E27FC236}">
                <a16:creationId xmlns:a16="http://schemas.microsoft.com/office/drawing/2014/main" id="{75BFC3FC-0D3A-4CFE-A4E2-701D5F0961E8}"/>
              </a:ext>
            </a:extLst>
          </p:cNvPr>
          <p:cNvSpPr>
            <a:spLocks xmlns:a="http://schemas.openxmlformats.org/drawingml/2006/main" noGrp="1"/>
          </p:cNvSpPr>
          <p:nvPr/>
        </p:nvSpPr>
        <p:spPr>
          <a:xfrm xmlns:a="http://schemas.openxmlformats.org/drawingml/2006/main">
            <a:off x="2114550" y="25717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1A258F-D459-43B5-B7CB-09268BDCC200}"/>
              </a:ext>
            </a:extLst>
          </p:cNvPr>
          <p:cNvSpPr>
            <a:spLocks xmlns:a="http://schemas.openxmlformats.org/drawingml/2006/main" noGrp="1"/>
          </p:cNvSpPr>
          <p:nvPr/>
        </p:nvSpPr>
        <p:spPr>
          <a:xfrm xmlns:a="http://schemas.openxmlformats.org/drawingml/2006/main">
            <a:off x="2200275" y="16192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4" name="">
            <a:extLst xmlns:a="http://schemas.openxmlformats.org/drawingml/2006/main">
              <a:ext uri="{FF2B5EF4-FFF2-40B4-BE49-F238E27FC236}">
                <a16:creationId xmlns:a16="http://schemas.microsoft.com/office/drawing/2014/main" id="{32FEE2BD-6BA2-4313-AC23-CBB8B7E5652A}"/>
              </a:ext>
            </a:extLst>
          </p:cNvPr>
          <p:cNvSpPr>
            <a:spLocks xmlns:a="http://schemas.openxmlformats.org/drawingml/2006/main" noGrp="1"/>
          </p:cNvSpPr>
          <p:nvPr/>
        </p:nvSpPr>
        <p:spPr>
          <a:xfrm xmlns:a="http://schemas.openxmlformats.org/drawingml/2006/main">
            <a:off x="3676650" y="25717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A76FE1-4FC7-44B4-82DB-3DC895BC0FB5}"/>
              </a:ext>
            </a:extLst>
          </p:cNvPr>
          <p:cNvSpPr>
            <a:spLocks xmlns:a="http://schemas.openxmlformats.org/drawingml/2006/main" noGrp="1"/>
          </p:cNvSpPr>
          <p:nvPr/>
        </p:nvSpPr>
        <p:spPr>
          <a:xfrm xmlns:a="http://schemas.openxmlformats.org/drawingml/2006/main">
            <a:off x="3762375" y="16192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6" name="">
            <a:extLst xmlns:a="http://schemas.openxmlformats.org/drawingml/2006/main">
              <a:ext uri="{FF2B5EF4-FFF2-40B4-BE49-F238E27FC236}">
                <a16:creationId xmlns:a16="http://schemas.microsoft.com/office/drawing/2014/main" id="{566F965E-E697-444B-B567-828CF33C9BDD}"/>
              </a:ext>
            </a:extLst>
          </p:cNvPr>
          <p:cNvSpPr>
            <a:spLocks xmlns:a="http://schemas.openxmlformats.org/drawingml/2006/main" noGrp="1"/>
          </p:cNvSpPr>
          <p:nvPr/>
        </p:nvSpPr>
        <p:spPr>
          <a:xfrm xmlns:a="http://schemas.openxmlformats.org/drawingml/2006/main">
            <a:off x="5238750" y="25717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954E43-C9D8-4B64-8ED8-C38D7D24B64F}"/>
              </a:ext>
            </a:extLst>
          </p:cNvPr>
          <p:cNvSpPr>
            <a:spLocks xmlns:a="http://schemas.openxmlformats.org/drawingml/2006/main" noGrp="1"/>
          </p:cNvSpPr>
          <p:nvPr/>
        </p:nvSpPr>
        <p:spPr>
          <a:xfrm xmlns:a="http://schemas.openxmlformats.org/drawingml/2006/main">
            <a:off x="5324475" y="16192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8" name="">
            <a:extLst xmlns:a="http://schemas.openxmlformats.org/drawingml/2006/main">
              <a:ext uri="{FF2B5EF4-FFF2-40B4-BE49-F238E27FC236}">
                <a16:creationId xmlns:a16="http://schemas.microsoft.com/office/drawing/2014/main" id="{54C05AC9-371C-4D70-A64E-7BDE812B7E5B}"/>
              </a:ext>
            </a:extLst>
          </p:cNvPr>
          <p:cNvSpPr>
            <a:spLocks xmlns:a="http://schemas.openxmlformats.org/drawingml/2006/main" noGrp="1"/>
          </p:cNvSpPr>
          <p:nvPr/>
        </p:nvSpPr>
        <p:spPr>
          <a:xfrm xmlns:a="http://schemas.openxmlformats.org/drawingml/2006/main">
            <a:off x="6800850" y="25717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6669D32-1AE5-441A-A13C-F7F4C7E2DF12}"/>
              </a:ext>
            </a:extLst>
          </p:cNvPr>
          <p:cNvSpPr>
            <a:spLocks xmlns:a="http://schemas.openxmlformats.org/drawingml/2006/main" noGrp="1"/>
          </p:cNvSpPr>
          <p:nvPr/>
        </p:nvSpPr>
        <p:spPr>
          <a:xfrm xmlns:a="http://schemas.openxmlformats.org/drawingml/2006/main">
            <a:off x="6886575" y="16192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0" name="">
            <a:extLst xmlns:a="http://schemas.openxmlformats.org/drawingml/2006/main">
              <a:ext uri="{FF2B5EF4-FFF2-40B4-BE49-F238E27FC236}">
                <a16:creationId xmlns:a16="http://schemas.microsoft.com/office/drawing/2014/main" id="{4D2A3407-BAD8-42B4-927C-E2BA3F53E92D}"/>
              </a:ext>
            </a:extLst>
          </p:cNvPr>
          <p:cNvSpPr>
            <a:spLocks xmlns:a="http://schemas.openxmlformats.org/drawingml/2006/main" noGrp="1"/>
          </p:cNvSpPr>
          <p:nvPr/>
        </p:nvSpPr>
        <p:spPr>
          <a:xfrm xmlns:a="http://schemas.openxmlformats.org/drawingml/2006/main">
            <a:off x="8362950" y="25717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096444-7614-4173-A6BF-705809FCCC4E}"/>
              </a:ext>
            </a:extLst>
          </p:cNvPr>
          <p:cNvSpPr>
            <a:spLocks xmlns:a="http://schemas.openxmlformats.org/drawingml/2006/main" noGrp="1"/>
          </p:cNvSpPr>
          <p:nvPr/>
        </p:nvSpPr>
        <p:spPr>
          <a:xfrm xmlns:a="http://schemas.openxmlformats.org/drawingml/2006/main">
            <a:off x="8448675" y="16192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2" name="">
            <a:extLst xmlns:a="http://schemas.openxmlformats.org/drawingml/2006/main">
              <a:ext uri="{FF2B5EF4-FFF2-40B4-BE49-F238E27FC236}">
                <a16:creationId xmlns:a16="http://schemas.microsoft.com/office/drawing/2014/main" id="{C773B36D-05AD-4EF4-8C2A-36282113C684}"/>
              </a:ext>
            </a:extLst>
          </p:cNvPr>
          <p:cNvSpPr>
            <a:spLocks xmlns:a="http://schemas.openxmlformats.org/drawingml/2006/main" noGrp="1"/>
          </p:cNvSpPr>
          <p:nvPr/>
        </p:nvSpPr>
        <p:spPr>
          <a:xfrm xmlns:a="http://schemas.openxmlformats.org/drawingml/2006/main">
            <a:off x="9925050" y="25717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FEE83DE-5185-4B19-BDB8-3BFDE4AE5F61}"/>
              </a:ext>
            </a:extLst>
          </p:cNvPr>
          <p:cNvSpPr>
            <a:spLocks xmlns:a="http://schemas.openxmlformats.org/drawingml/2006/main" noGrp="1"/>
          </p:cNvSpPr>
          <p:nvPr/>
        </p:nvSpPr>
        <p:spPr>
          <a:xfrm xmlns:a="http://schemas.openxmlformats.org/drawingml/2006/main">
            <a:off x="10010775" y="16192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4" name="">
            <a:extLst xmlns:a="http://schemas.openxmlformats.org/drawingml/2006/main">
              <a:ext uri="{FF2B5EF4-FFF2-40B4-BE49-F238E27FC236}">
                <a16:creationId xmlns:a16="http://schemas.microsoft.com/office/drawing/2014/main" id="{C1936021-EF81-4301-9204-705AD056C51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E37106-F8AD-48EB-9C06-0E21F85409F5}"/>
              </a:ext>
            </a:extLst>
          </p:cNvPr>
          <p:cNvSpPr>
            <a:spLocks xmlns:a="http://schemas.openxmlformats.org/drawingml/2006/main" noGrp="1"/>
          </p:cNvSpPr>
          <p:nvPr/>
        </p:nvSpPr>
        <p:spPr>
          <a:xfrm xmlns:a="http://schemas.openxmlformats.org/drawingml/2006/main">
            <a:off x="742950" y="8001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666666"/>
                </a:solidFill>
                <a:latin typeface="Times New Roman"/>
                <a:ea typeface="Times New Roman"/>
                <a:cs typeface="Times New Roman"/>
              </a:defRPr>
            </a:defPPr>
            <a:lvl1pPr algn="l">
              <a:defRPr sz="1275" b="1">
                <a:solidFill>
                  <a:srgbClr val="666666"/>
                </a:solidFill>
                <a:latin typeface="Times New Roman"/>
                <a:ea typeface="Times New Roman"/>
                <a:cs typeface="Times New Roman"/>
              </a:defRPr>
            </a:lvl1pPr>
            <a:lvl2pPr algn="l">
              <a:defRPr sz="1275" b="1">
                <a:solidFill>
                  <a:srgbClr val="666666"/>
                </a:solidFill>
                <a:latin typeface="Times New Roman"/>
                <a:ea typeface="Times New Roman"/>
                <a:cs typeface="Times New Roman"/>
              </a:defRPr>
            </a:lvl2pPr>
            <a:lvl3pPr algn="l">
              <a:defRPr sz="1275" b="1">
                <a:solidFill>
                  <a:srgbClr val="666666"/>
                </a:solidFill>
                <a:latin typeface="Times New Roman"/>
                <a:ea typeface="Times New Roman"/>
                <a:cs typeface="Times New Roman"/>
              </a:defRPr>
            </a:lvl3pPr>
            <a:lvl4pPr algn="l">
              <a:defRPr sz="1275" b="1">
                <a:solidFill>
                  <a:srgbClr val="666666"/>
                </a:solidFill>
                <a:latin typeface="Times New Roman"/>
                <a:ea typeface="Times New Roman"/>
                <a:cs typeface="Times New Roman"/>
              </a:defRPr>
            </a:lvl4pPr>
            <a:lvl5pPr algn="l">
              <a:defRPr sz="1275" b="1">
                <a:solidFill>
                  <a:srgbClr val="666666"/>
                </a:solidFill>
                <a:latin typeface="Times New Roman"/>
                <a:ea typeface="Times New Roman"/>
                <a:cs typeface="Times New Roman"/>
              </a:defRPr>
            </a:lvl5pPr>
            <a:lvl6pPr algn="l">
              <a:defRPr sz="1275" b="1">
                <a:solidFill>
                  <a:srgbClr val="666666"/>
                </a:solidFill>
                <a:latin typeface="Times New Roman"/>
                <a:ea typeface="Times New Roman"/>
                <a:cs typeface="Times New Roman"/>
              </a:defRPr>
            </a:lvl6pPr>
            <a:lvl7pPr algn="l">
              <a:defRPr sz="1275" b="1">
                <a:solidFill>
                  <a:srgbClr val="666666"/>
                </a:solidFill>
                <a:latin typeface="Times New Roman"/>
                <a:ea typeface="Times New Roman"/>
                <a:cs typeface="Times New Roman"/>
              </a:defRPr>
            </a:lvl7pPr>
            <a:lvl8pPr algn="l">
              <a:defRPr sz="1275" b="1">
                <a:solidFill>
                  <a:srgbClr val="666666"/>
                </a:solidFill>
                <a:latin typeface="Times New Roman"/>
                <a:ea typeface="Times New Roman"/>
                <a:cs typeface="Times New Roman"/>
              </a:defRPr>
            </a:lvl8pPr>
            <a:lvl9pPr algn="l">
              <a:defRPr sz="1275" b="1">
                <a:solidFill>
                  <a:srgbClr val="666666"/>
                </a:solidFill>
                <a:latin typeface="Times New Roman"/>
                <a:ea typeface="Times New Roman"/>
                <a:cs typeface="Times New Roman"/>
              </a:defRPr>
            </a:lvl9pPr>
          </a:lstStyle>
          <a:p xmlns:a="http://schemas.openxmlformats.org/drawingml/2006/main">
            <a:pPr algn="l">
              <a:defRPr sz="1275" b="1">
                <a:solidFill>
                  <a:srgbClr val="666666"/>
                </a:solidFill>
                <a:latin typeface="Times New Roman"/>
                <a:ea typeface="Times New Roman"/>
                <a:cs typeface="Times New Roman"/>
              </a:defRPr>
            </a:pPr>
            <a:r>
              <a:rPr sz="1275" b="1">
                <a:solidFill>
                  <a:srgbClr val="666666"/>
                </a:solidFill>
                <a:latin typeface="Times New Roman"/>
                <a:ea typeface="Times New Roman"/>
                <a:cs typeface="Times New Roman"/>
              </a:rPr>
              <a:t>MAJOR PROJECT  ·  PRODUCT + MODEL WALKTHROUGH</a:t>
            </a:r>
          </a:p>
        </p:txBody>
      </p:sp>
      <p:pic>
        <p:nvPicPr>
          <p:cNvPr id="16" name="">
            <a:extLst xmlns:a="http://schemas.openxmlformats.org/drawingml/2006/main">
              <a:ext uri="{FF2B5EF4-FFF2-40B4-BE49-F238E27FC236}">
                <a16:creationId xmlns:a16="http://schemas.microsoft.com/office/drawing/2014/main" id="{ADCFFD88-4200-4AF6-A2BF-30E8290C7FA9}"/>
              </a:ext>
            </a:extLst>
          </p:cNvPr>
          <p:cNvPicPr>
            <a:picLocks xmlns:a="http://schemas.openxmlformats.org/drawingml/2006/main" noChangeAspect="1"/>
          </p:cNvPicPr>
          <p:nvPr/>
        </p:nvPicPr>
        <p:blipFill>
          <a:blip xmlns:r="http://schemas.openxmlformats.org/officeDocument/2006/relationships" xmlns:a="http://schemas.openxmlformats.org/drawingml/2006/main" r:embed="R9b8b921818204192"/>
          <a:stretch xmlns:a="http://schemas.openxmlformats.org/drawingml/2006/main"/>
        </p:blipFill>
        <p:spPr>
          <a:xfrm xmlns:a="http://schemas.openxmlformats.org/drawingml/2006/main">
            <a:off x="745302" y="1066800"/>
            <a:ext cx="4129146" cy="36957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D0E00E7-F881-491E-BA81-E7EABB52C871}"/>
              </a:ext>
            </a:extLst>
          </p:cNvPr>
          <p:cNvSpPr>
            <a:spLocks xmlns:a="http://schemas.openxmlformats.org/drawingml/2006/main" noGrp="1"/>
          </p:cNvSpPr>
          <p:nvPr/>
        </p:nvSpPr>
        <p:spPr>
          <a:xfrm xmlns:a="http://schemas.openxmlformats.org/drawingml/2006/main">
            <a:off x="5286375" y="1314450"/>
            <a:ext cx="59531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0000"/>
                </a:solidFill>
                <a:latin typeface="Times New Roman"/>
                <a:ea typeface="Times New Roman"/>
                <a:cs typeface="Times New Roman"/>
              </a:defRPr>
            </a:defPPr>
            <a:lvl1pPr algn="l">
              <a:defRPr sz="2550" b="1">
                <a:solidFill>
                  <a:srgbClr val="000000"/>
                </a:solidFill>
                <a:latin typeface="Times New Roman"/>
                <a:ea typeface="Times New Roman"/>
                <a:cs typeface="Times New Roman"/>
              </a:defRPr>
            </a:lvl1pPr>
            <a:lvl2pPr algn="l">
              <a:defRPr sz="2550" b="1">
                <a:solidFill>
                  <a:srgbClr val="000000"/>
                </a:solidFill>
                <a:latin typeface="Times New Roman"/>
                <a:ea typeface="Times New Roman"/>
                <a:cs typeface="Times New Roman"/>
              </a:defRPr>
            </a:lvl2pPr>
            <a:lvl3pPr algn="l">
              <a:defRPr sz="2550" b="1">
                <a:solidFill>
                  <a:srgbClr val="000000"/>
                </a:solidFill>
                <a:latin typeface="Times New Roman"/>
                <a:ea typeface="Times New Roman"/>
                <a:cs typeface="Times New Roman"/>
              </a:defRPr>
            </a:lvl3pPr>
            <a:lvl4pPr algn="l">
              <a:defRPr sz="2550" b="1">
                <a:solidFill>
                  <a:srgbClr val="000000"/>
                </a:solidFill>
                <a:latin typeface="Times New Roman"/>
                <a:ea typeface="Times New Roman"/>
                <a:cs typeface="Times New Roman"/>
              </a:defRPr>
            </a:lvl4pPr>
            <a:lvl5pPr algn="l">
              <a:defRPr sz="2550" b="1">
                <a:solidFill>
                  <a:srgbClr val="000000"/>
                </a:solidFill>
                <a:latin typeface="Times New Roman"/>
                <a:ea typeface="Times New Roman"/>
                <a:cs typeface="Times New Roman"/>
              </a:defRPr>
            </a:lvl5pPr>
            <a:lvl6pPr algn="l">
              <a:defRPr sz="2550" b="1">
                <a:solidFill>
                  <a:srgbClr val="000000"/>
                </a:solidFill>
                <a:latin typeface="Times New Roman"/>
                <a:ea typeface="Times New Roman"/>
                <a:cs typeface="Times New Roman"/>
              </a:defRPr>
            </a:lvl6pPr>
            <a:lvl7pPr algn="l">
              <a:defRPr sz="2550" b="1">
                <a:solidFill>
                  <a:srgbClr val="000000"/>
                </a:solidFill>
                <a:latin typeface="Times New Roman"/>
                <a:ea typeface="Times New Roman"/>
                <a:cs typeface="Times New Roman"/>
              </a:defRPr>
            </a:lvl7pPr>
            <a:lvl8pPr algn="l">
              <a:defRPr sz="2550" b="1">
                <a:solidFill>
                  <a:srgbClr val="000000"/>
                </a:solidFill>
                <a:latin typeface="Times New Roman"/>
                <a:ea typeface="Times New Roman"/>
                <a:cs typeface="Times New Roman"/>
              </a:defRPr>
            </a:lvl8pPr>
            <a:lvl9pPr algn="l">
              <a:defRPr sz="2550" b="1">
                <a:solidFill>
                  <a:srgbClr val="000000"/>
                </a:solidFill>
                <a:latin typeface="Times New Roman"/>
                <a:ea typeface="Times New Roman"/>
                <a:cs typeface="Times New Roman"/>
              </a:defRPr>
            </a:lvl9pPr>
          </a:lstStyle>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From scattered searches</a:t>
            </a:r>
          </a:p>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to a clearer first step.</a:t>
            </a:r>
          </a:p>
        </p:txBody>
      </p:sp>
      <p:sp>
        <p:nvSpPr>
          <p:cNvPr id="18" name="">
            <a:extLst xmlns:a="http://schemas.openxmlformats.org/drawingml/2006/main">
              <a:ext uri="{FF2B5EF4-FFF2-40B4-BE49-F238E27FC236}">
                <a16:creationId xmlns:a16="http://schemas.microsoft.com/office/drawing/2014/main" id="{C48EF56F-134B-4E65-81BF-C5E27FAA959F}"/>
              </a:ext>
            </a:extLst>
          </p:cNvPr>
          <p:cNvSpPr>
            <a:spLocks xmlns:a="http://schemas.openxmlformats.org/drawingml/2006/main" noGrp="1"/>
          </p:cNvSpPr>
          <p:nvPr/>
        </p:nvSpPr>
        <p:spPr>
          <a:xfrm xmlns:a="http://schemas.openxmlformats.org/drawingml/2006/main">
            <a:off x="5324475" y="2543175"/>
            <a:ext cx="381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000000"/>
                </a:solidFill>
                <a:latin typeface="Times New Roman"/>
                <a:ea typeface="Times New Roman"/>
                <a:cs typeface="Times New Roman"/>
              </a:defRPr>
            </a:defPPr>
            <a:lvl1pPr algn="l">
              <a:defRPr sz="1500" b="0">
                <a:solidFill>
                  <a:srgbClr val="000000"/>
                </a:solidFill>
                <a:latin typeface="Times New Roman"/>
                <a:ea typeface="Times New Roman"/>
                <a:cs typeface="Times New Roman"/>
              </a:defRPr>
            </a:lvl1pPr>
            <a:lvl2pPr algn="l">
              <a:defRPr sz="1500" b="0">
                <a:solidFill>
                  <a:srgbClr val="000000"/>
                </a:solidFill>
                <a:latin typeface="Times New Roman"/>
                <a:ea typeface="Times New Roman"/>
                <a:cs typeface="Times New Roman"/>
              </a:defRPr>
            </a:lvl2pPr>
            <a:lvl3pPr algn="l">
              <a:defRPr sz="1500" b="0">
                <a:solidFill>
                  <a:srgbClr val="000000"/>
                </a:solidFill>
                <a:latin typeface="Times New Roman"/>
                <a:ea typeface="Times New Roman"/>
                <a:cs typeface="Times New Roman"/>
              </a:defRPr>
            </a:lvl3pPr>
            <a:lvl4pPr algn="l">
              <a:defRPr sz="1500" b="0">
                <a:solidFill>
                  <a:srgbClr val="000000"/>
                </a:solidFill>
                <a:latin typeface="Times New Roman"/>
                <a:ea typeface="Times New Roman"/>
                <a:cs typeface="Times New Roman"/>
              </a:defRPr>
            </a:lvl4pPr>
            <a:lvl5pPr algn="l">
              <a:defRPr sz="1500" b="0">
                <a:solidFill>
                  <a:srgbClr val="000000"/>
                </a:solidFill>
                <a:latin typeface="Times New Roman"/>
                <a:ea typeface="Times New Roman"/>
                <a:cs typeface="Times New Roman"/>
              </a:defRPr>
            </a:lvl5pPr>
            <a:lvl6pPr algn="l">
              <a:defRPr sz="1500" b="0">
                <a:solidFill>
                  <a:srgbClr val="000000"/>
                </a:solidFill>
                <a:latin typeface="Times New Roman"/>
                <a:ea typeface="Times New Roman"/>
                <a:cs typeface="Times New Roman"/>
              </a:defRPr>
            </a:lvl6pPr>
            <a:lvl7pPr algn="l">
              <a:defRPr sz="1500" b="0">
                <a:solidFill>
                  <a:srgbClr val="000000"/>
                </a:solidFill>
                <a:latin typeface="Times New Roman"/>
                <a:ea typeface="Times New Roman"/>
                <a:cs typeface="Times New Roman"/>
              </a:defRPr>
            </a:lvl7pPr>
            <a:lvl8pPr algn="l">
              <a:defRPr sz="1500" b="0">
                <a:solidFill>
                  <a:srgbClr val="000000"/>
                </a:solidFill>
                <a:latin typeface="Times New Roman"/>
                <a:ea typeface="Times New Roman"/>
                <a:cs typeface="Times New Roman"/>
              </a:defRPr>
            </a:lvl8pPr>
            <a:lvl9pPr algn="l">
              <a:defRPr sz="1500" b="0">
                <a:solidFill>
                  <a:srgbClr val="000000"/>
                </a:solidFill>
                <a:latin typeface="Times New Roman"/>
                <a:ea typeface="Times New Roman"/>
                <a:cs typeface="Times New Roman"/>
              </a:defRPr>
            </a:lvl9pPr>
          </a:lstStyle>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A fresher-first path from finding a role to following up.</a:t>
            </a:r>
          </a:p>
        </p:txBody>
      </p:sp>
      <p:sp>
        <p:nvSpPr>
          <p:cNvPr id="19" name="">
            <a:extLst xmlns:a="http://schemas.openxmlformats.org/drawingml/2006/main">
              <a:ext uri="{FF2B5EF4-FFF2-40B4-BE49-F238E27FC236}">
                <a16:creationId xmlns:a16="http://schemas.microsoft.com/office/drawing/2014/main" id="{B0DA3259-0C03-42AC-8FCE-B93FCFEDAE46}"/>
              </a:ext>
            </a:extLst>
          </p:cNvPr>
          <p:cNvSpPr>
            <a:spLocks xmlns:a="http://schemas.openxmlformats.org/drawingml/2006/main" noGrp="1"/>
          </p:cNvSpPr>
          <p:nvPr/>
        </p:nvSpPr>
        <p:spPr>
          <a:xfrm xmlns:a="http://schemas.openxmlformats.org/drawingml/2006/main">
            <a:off x="9315450" y="2943225"/>
            <a:ext cx="1714500" cy="2009775"/>
          </a:xfrm>
          <a:prstGeom xmlns:a="http://schemas.openxmlformats.org/drawingml/2006/main" prst="roundRect">
            <a:avLst>
              <a:gd name="adj" fmla="val 11111"/>
            </a:avLst>
          </a:prstGeom>
          <a:solidFill xmlns:a="http://schemas.openxmlformats.org/drawingml/2006/main">
            <a:srgbClr val="EEF0FF"/>
          </a:solidFill>
          <a:ln xmlns:a="http://schemas.openxmlformats.org/drawingml/2006/main" w="19050">
            <a:solidFill>
              <a:srgbClr val="405DE0"/>
            </a:solidFill>
            <a:prstDash val="solid"/>
          </a:ln>
        </p:spPr>
      </p:sp>
      <p:sp>
        <p:nvSpPr>
          <p:cNvPr id="20" name="">
            <a:extLst xmlns:a="http://schemas.openxmlformats.org/drawingml/2006/main">
              <a:ext uri="{FF2B5EF4-FFF2-40B4-BE49-F238E27FC236}">
                <a16:creationId xmlns:a16="http://schemas.microsoft.com/office/drawing/2014/main" id="{2EA3ED9D-FDF6-4FE3-9A82-F1E9F7724B87}"/>
              </a:ext>
            </a:extLst>
          </p:cNvPr>
          <p:cNvSpPr>
            <a:spLocks xmlns:a="http://schemas.openxmlformats.org/drawingml/2006/main" noGrp="1"/>
          </p:cNvSpPr>
          <p:nvPr/>
        </p:nvSpPr>
        <p:spPr>
          <a:xfrm xmlns:a="http://schemas.openxmlformats.org/drawingml/2006/main">
            <a:off x="10291396" y="3090538"/>
            <a:ext cx="685800" cy="683955"/>
          </a:xfrm>
          <a:prstGeom xmlns:a="http://schemas.openxmlformats.org/drawingml/2006/main" prst="ellipse">
            <a:avLst/>
          </a:prstGeom>
          <a:solidFill xmlns:a="http://schemas.openxmlformats.org/drawingml/2006/main">
            <a:srgbClr val="FFF7E3"/>
          </a:solidFill>
          <a:ln xmlns:a="http://schemas.openxmlformats.org/drawingml/2006/main" w="9525">
            <a:solidFill>
              <a:srgbClr val="D4A83C"/>
            </a:solidFill>
            <a:prstDash val="solid"/>
          </a:ln>
        </p:spPr>
      </p:sp>
      <p:sp>
        <p:nvSpPr>
          <p:cNvPr id="21" name="">
            <a:extLst xmlns:a="http://schemas.openxmlformats.org/drawingml/2006/main">
              <a:ext uri="{FF2B5EF4-FFF2-40B4-BE49-F238E27FC236}">
                <a16:creationId xmlns:a16="http://schemas.microsoft.com/office/drawing/2014/main" id="{CD1D842B-AD5A-4FCF-9B99-EFB07FAEFDF7}"/>
              </a:ext>
            </a:extLst>
          </p:cNvPr>
          <p:cNvSpPr>
            <a:spLocks xmlns:a="http://schemas.openxmlformats.org/drawingml/2006/main" noGrp="1"/>
          </p:cNvSpPr>
          <p:nvPr/>
        </p:nvSpPr>
        <p:spPr>
          <a:xfrm xmlns:a="http://schemas.openxmlformats.org/drawingml/2006/main">
            <a:off x="9378755" y="3969157"/>
            <a:ext cx="548640" cy="547164"/>
          </a:xfrm>
          <a:prstGeom xmlns:a="http://schemas.openxmlformats.org/drawingml/2006/main" prst="ellipse">
            <a:avLst/>
          </a:prstGeom>
          <a:solidFill xmlns:a="http://schemas.openxmlformats.org/drawingml/2006/main">
            <a:srgbClr val="F7EDF5"/>
          </a:solidFill>
          <a:ln xmlns:a="http://schemas.openxmlformats.org/drawingml/2006/main" w="9525">
            <a:solidFill>
              <a:srgbClr val="B95B9A"/>
            </a:solidFill>
            <a:prstDash val="solid"/>
          </a:ln>
        </p:spPr>
      </p:sp>
      <p:sp>
        <p:nvSpPr>
          <p:cNvPr id="22" name="">
            <a:extLst xmlns:a="http://schemas.openxmlformats.org/drawingml/2006/main">
              <a:ext uri="{FF2B5EF4-FFF2-40B4-BE49-F238E27FC236}">
                <a16:creationId xmlns:a16="http://schemas.microsoft.com/office/drawing/2014/main" id="{86989F2D-0B8D-430C-8DC1-34D6C3008AAB}"/>
              </a:ext>
            </a:extLst>
          </p:cNvPr>
          <p:cNvSpPr>
            <a:spLocks xmlns:a="http://schemas.openxmlformats.org/drawingml/2006/main" noGrp="1"/>
          </p:cNvSpPr>
          <p:nvPr/>
        </p:nvSpPr>
        <p:spPr>
          <a:xfrm xmlns:a="http://schemas.openxmlformats.org/drawingml/2006/main">
            <a:off x="9457885" y="4148038"/>
            <a:ext cx="311248" cy="589253"/>
          </a:xfrm>
          <a:prstGeom xmlns:a="http://schemas.openxmlformats.org/drawingml/2006/main" prst="roundRect">
            <a:avLst>
              <a:gd name="adj" fmla="val 48964"/>
            </a:avLst>
          </a:prstGeom>
          <a:solidFill xmlns:a="http://schemas.openxmlformats.org/drawingml/2006/main">
            <a:srgbClr val="F1ECFA"/>
          </a:solidFill>
          <a:ln xmlns:a="http://schemas.openxmlformats.org/drawingml/2006/main" w="19050">
            <a:solidFill>
              <a:srgbClr val="6737C8"/>
            </a:solidFill>
            <a:prstDash val="solid"/>
          </a:ln>
        </p:spPr>
      </p:sp>
      <p:sp>
        <p:nvSpPr>
          <p:cNvPr id="23" name="">
            <a:extLst xmlns:a="http://schemas.openxmlformats.org/drawingml/2006/main">
              <a:ext uri="{FF2B5EF4-FFF2-40B4-BE49-F238E27FC236}">
                <a16:creationId xmlns:a16="http://schemas.microsoft.com/office/drawing/2014/main" id="{05DBF8F2-161C-4042-8C18-DBCADA0F5DC7}"/>
              </a:ext>
            </a:extLst>
          </p:cNvPr>
          <p:cNvSpPr>
            <a:spLocks xmlns:a="http://schemas.openxmlformats.org/drawingml/2006/main" noGrp="1"/>
          </p:cNvSpPr>
          <p:nvPr/>
        </p:nvSpPr>
        <p:spPr>
          <a:xfrm xmlns:a="http://schemas.openxmlformats.org/drawingml/2006/main">
            <a:off x="10011801" y="3285202"/>
            <a:ext cx="464234" cy="462985"/>
          </a:xfrm>
          <a:prstGeom xmlns:a="http://schemas.openxmlformats.org/drawingml/2006/main" prst="ellipse">
            <a:avLst/>
          </a:prstGeom>
          <a:solidFill xmlns:a="http://schemas.openxmlformats.org/drawingml/2006/main">
            <a:srgbClr val="493B37"/>
          </a:solidFill>
          <a:ln xmlns:a="http://schemas.openxmlformats.org/drawingml/2006/main" w="9525">
            <a:solidFill>
              <a:srgbClr val="493B37"/>
            </a:solidFill>
            <a:prstDash val="solid"/>
          </a:ln>
        </p:spPr>
      </p:sp>
      <p:sp>
        <p:nvSpPr>
          <p:cNvPr id="24" name="">
            <a:extLst xmlns:a="http://schemas.openxmlformats.org/drawingml/2006/main">
              <a:ext uri="{FF2B5EF4-FFF2-40B4-BE49-F238E27FC236}">
                <a16:creationId xmlns:a16="http://schemas.microsoft.com/office/drawing/2014/main" id="{EDE69153-88B0-42F5-ADCF-07D4D2B9B1B5}"/>
              </a:ext>
            </a:extLst>
          </p:cNvPr>
          <p:cNvSpPr>
            <a:spLocks xmlns:a="http://schemas.openxmlformats.org/drawingml/2006/main" noGrp="1"/>
          </p:cNvSpPr>
          <p:nvPr/>
        </p:nvSpPr>
        <p:spPr>
          <a:xfrm xmlns:a="http://schemas.openxmlformats.org/drawingml/2006/main">
            <a:off x="10069830" y="3353598"/>
            <a:ext cx="353451" cy="415634"/>
          </a:xfrm>
          <a:prstGeom xmlns:a="http://schemas.openxmlformats.org/drawingml/2006/main" prst="ellipse">
            <a:avLst/>
          </a:prstGeom>
          <a:solidFill xmlns:a="http://schemas.openxmlformats.org/drawingml/2006/main">
            <a:srgbClr val="EEC2A0"/>
          </a:solidFill>
          <a:ln xmlns:a="http://schemas.openxmlformats.org/drawingml/2006/main" w="9525">
            <a:solidFill>
              <a:srgbClr val="EEC2A0"/>
            </a:solidFill>
            <a:prstDash val="solid"/>
          </a:ln>
        </p:spPr>
      </p:sp>
      <p:sp>
        <p:nvSpPr>
          <p:cNvPr id="25" name="">
            <a:extLst xmlns:a="http://schemas.openxmlformats.org/drawingml/2006/main">
              <a:ext uri="{FF2B5EF4-FFF2-40B4-BE49-F238E27FC236}">
                <a16:creationId xmlns:a16="http://schemas.microsoft.com/office/drawing/2014/main" id="{AE0E506C-7F7F-4E83-B715-623699D7F946}"/>
              </a:ext>
            </a:extLst>
          </p:cNvPr>
          <p:cNvSpPr>
            <a:spLocks xmlns:a="http://schemas.openxmlformats.org/drawingml/2006/main" noGrp="1"/>
          </p:cNvSpPr>
          <p:nvPr/>
        </p:nvSpPr>
        <p:spPr>
          <a:xfrm xmlns:a="http://schemas.openxmlformats.org/drawingml/2006/main">
            <a:off x="9901018" y="3706098"/>
            <a:ext cx="728003" cy="694477"/>
          </a:xfrm>
          <a:prstGeom xmlns:a="http://schemas.openxmlformats.org/drawingml/2006/main" prst="roundRect">
            <a:avLst>
              <a:gd name="adj" fmla="val 32917"/>
            </a:avLst>
          </a:prstGeom>
          <a:solidFill xmlns:a="http://schemas.openxmlformats.org/drawingml/2006/main">
            <a:srgbClr val="C96D68"/>
          </a:solidFill>
          <a:ln xmlns:a="http://schemas.openxmlformats.org/drawingml/2006/main" w="9525">
            <a:solidFill>
              <a:srgbClr val="C96D68"/>
            </a:solidFill>
            <a:prstDash val="solid"/>
          </a:ln>
        </p:spPr>
      </p:sp>
      <p:sp>
        <p:nvSpPr>
          <p:cNvPr id="26" name="">
            <a:extLst xmlns:a="http://schemas.openxmlformats.org/drawingml/2006/main">
              <a:ext uri="{FF2B5EF4-FFF2-40B4-BE49-F238E27FC236}">
                <a16:creationId xmlns:a16="http://schemas.microsoft.com/office/drawing/2014/main" id="{CADA4866-3FEF-4E82-A953-225FCCCF9091}"/>
              </a:ext>
            </a:extLst>
          </p:cNvPr>
          <p:cNvSpPr>
            <a:spLocks xmlns:a="http://schemas.openxmlformats.org/drawingml/2006/main" noGrp="1"/>
          </p:cNvSpPr>
          <p:nvPr/>
        </p:nvSpPr>
        <p:spPr>
          <a:xfrm xmlns:a="http://schemas.openxmlformats.org/drawingml/2006/main">
            <a:off x="10206990" y="3664008"/>
            <a:ext cx="147711" cy="115746"/>
          </a:xfrm>
          <a:prstGeom xmlns:a="http://schemas.openxmlformats.org/drawingml/2006/main" prst="rect">
            <a:avLst/>
          </a:prstGeom>
          <a:solidFill xmlns:a="http://schemas.openxmlformats.org/drawingml/2006/main">
            <a:srgbClr val="EEC2A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7883E86-1E72-4DB0-8ED1-BEB0BBC80DEB}"/>
              </a:ext>
            </a:extLst>
          </p:cNvPr>
          <p:cNvSpPr>
            <a:spLocks xmlns:a="http://schemas.openxmlformats.org/drawingml/2006/main" noGrp="1"/>
          </p:cNvSpPr>
          <p:nvPr/>
        </p:nvSpPr>
        <p:spPr>
          <a:xfrm xmlns:a="http://schemas.openxmlformats.org/drawingml/2006/main">
            <a:off x="9885192" y="3979680"/>
            <a:ext cx="211015" cy="94701"/>
          </a:xfrm>
          <a:prstGeom xmlns:a="http://schemas.openxmlformats.org/drawingml/2006/main" prst="rect">
            <a:avLst/>
          </a:prstGeom>
          <a:solidFill xmlns:a="http://schemas.openxmlformats.org/drawingml/2006/main">
            <a:srgbClr val="EEC2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D2A3E9A-29F0-4768-BD8F-EBF1F6D5B50B}"/>
              </a:ext>
            </a:extLst>
          </p:cNvPr>
          <p:cNvSpPr>
            <a:spLocks xmlns:a="http://schemas.openxmlformats.org/drawingml/2006/main" noGrp="1"/>
          </p:cNvSpPr>
          <p:nvPr/>
        </p:nvSpPr>
        <p:spPr>
          <a:xfrm xmlns:a="http://schemas.openxmlformats.org/drawingml/2006/main">
            <a:off x="10449658" y="3958635"/>
            <a:ext cx="205740" cy="94701"/>
          </a:xfrm>
          <a:prstGeom xmlns:a="http://schemas.openxmlformats.org/drawingml/2006/main" prst="rect">
            <a:avLst/>
          </a:prstGeom>
          <a:solidFill xmlns:a="http://schemas.openxmlformats.org/drawingml/2006/main">
            <a:srgbClr val="EEC2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DEA4EC8-82F9-4106-9013-7D60EB7793B2}"/>
              </a:ext>
            </a:extLst>
          </p:cNvPr>
          <p:cNvSpPr>
            <a:spLocks xmlns:a="http://schemas.openxmlformats.org/drawingml/2006/main" noGrp="1"/>
          </p:cNvSpPr>
          <p:nvPr/>
        </p:nvSpPr>
        <p:spPr>
          <a:xfrm xmlns:a="http://schemas.openxmlformats.org/drawingml/2006/main">
            <a:off x="9700553" y="4369008"/>
            <a:ext cx="1213338" cy="110485"/>
          </a:xfrm>
          <a:prstGeom xmlns:a="http://schemas.openxmlformats.org/drawingml/2006/main" prst="roundRect">
            <a:avLst>
              <a:gd name="adj" fmla="val 50000"/>
            </a:avLst>
          </a:prstGeom>
          <a:solidFill xmlns:a="http://schemas.openxmlformats.org/drawingml/2006/main">
            <a:srgbClr val="C77A37"/>
          </a:solidFill>
          <a:ln xmlns:a="http://schemas.openxmlformats.org/drawingml/2006/main" w="9525">
            <a:solidFill>
              <a:srgbClr val="C77A37"/>
            </a:solidFill>
            <a:prstDash val="solid"/>
          </a:ln>
        </p:spPr>
      </p:sp>
      <p:sp>
        <p:nvSpPr>
          <p:cNvPr id="30" name="">
            <a:extLst xmlns:a="http://schemas.openxmlformats.org/drawingml/2006/main">
              <a:ext uri="{FF2B5EF4-FFF2-40B4-BE49-F238E27FC236}">
                <a16:creationId xmlns:a16="http://schemas.microsoft.com/office/drawing/2014/main" id="{217A7937-BB6D-4C61-BBA7-623A562E6F35}"/>
              </a:ext>
            </a:extLst>
          </p:cNvPr>
          <p:cNvSpPr>
            <a:spLocks xmlns:a="http://schemas.openxmlformats.org/drawingml/2006/main" noGrp="1"/>
          </p:cNvSpPr>
          <p:nvPr/>
        </p:nvSpPr>
        <p:spPr>
          <a:xfrm xmlns:a="http://schemas.openxmlformats.org/drawingml/2006/main">
            <a:off x="10064555" y="4021769"/>
            <a:ext cx="596118" cy="405112"/>
          </a:xfrm>
          <a:prstGeom xmlns:a="http://schemas.openxmlformats.org/drawingml/2006/main" prst="roundRect">
            <a:avLst>
              <a:gd name="adj" fmla="val 16458"/>
            </a:avLst>
          </a:prstGeom>
          <a:solidFill xmlns:a="http://schemas.openxmlformats.org/drawingml/2006/main">
            <a:srgbClr val="182A49"/>
          </a:solidFill>
          <a:ln xmlns:a="http://schemas.openxmlformats.org/drawingml/2006/main" w="9525">
            <a:solidFill>
              <a:srgbClr val="182A49"/>
            </a:solidFill>
            <a:prstDash val="solid"/>
          </a:ln>
        </p:spPr>
      </p:sp>
      <p:sp>
        <p:nvSpPr>
          <p:cNvPr id="31" name="">
            <a:extLst xmlns:a="http://schemas.openxmlformats.org/drawingml/2006/main">
              <a:ext uri="{FF2B5EF4-FFF2-40B4-BE49-F238E27FC236}">
                <a16:creationId xmlns:a16="http://schemas.microsoft.com/office/drawing/2014/main" id="{1EE3E2E3-7AFC-463B-BDE5-C30BFC405DFD}"/>
              </a:ext>
            </a:extLst>
          </p:cNvPr>
          <p:cNvSpPr>
            <a:spLocks xmlns:a="http://schemas.openxmlformats.org/drawingml/2006/main" noGrp="1"/>
          </p:cNvSpPr>
          <p:nvPr/>
        </p:nvSpPr>
        <p:spPr>
          <a:xfrm xmlns:a="http://schemas.openxmlformats.org/drawingml/2006/main">
            <a:off x="10101482" y="4058598"/>
            <a:ext cx="522263" cy="331455"/>
          </a:xfrm>
          <a:prstGeom xmlns:a="http://schemas.openxmlformats.org/drawingml/2006/main" prst="roundRect">
            <a:avLst>
              <a:gd name="adj" fmla="val 11495"/>
            </a:avLst>
          </a:prstGeom>
          <a:solidFill xmlns:a="http://schemas.openxmlformats.org/drawingml/2006/main">
            <a:srgbClr val="E9F4FD"/>
          </a:solidFill>
          <a:ln xmlns:a="http://schemas.openxmlformats.org/drawingml/2006/main" w="9525">
            <a:solidFill>
              <a:srgbClr val="1686D9"/>
            </a:solidFill>
            <a:prstDash val="solid"/>
          </a:ln>
        </p:spPr>
      </p:sp>
      <p:sp>
        <p:nvSpPr>
          <p:cNvPr id="32" name="">
            <a:extLst xmlns:a="http://schemas.openxmlformats.org/drawingml/2006/main">
              <a:ext uri="{FF2B5EF4-FFF2-40B4-BE49-F238E27FC236}">
                <a16:creationId xmlns:a16="http://schemas.microsoft.com/office/drawing/2014/main" id="{3931A139-1680-4A44-9766-51506D54DF23}"/>
              </a:ext>
            </a:extLst>
          </p:cNvPr>
          <p:cNvSpPr>
            <a:spLocks xmlns:a="http://schemas.openxmlformats.org/drawingml/2006/main" noGrp="1"/>
          </p:cNvSpPr>
          <p:nvPr/>
        </p:nvSpPr>
        <p:spPr>
          <a:xfrm xmlns:a="http://schemas.openxmlformats.org/drawingml/2006/main">
            <a:off x="10148961" y="4132254"/>
            <a:ext cx="290146" cy="2104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73B1ED-C6B5-4CE1-AC7B-29F52B9BF1DA}"/>
              </a:ext>
            </a:extLst>
          </p:cNvPr>
          <p:cNvSpPr>
            <a:spLocks xmlns:a="http://schemas.openxmlformats.org/drawingml/2006/main" noGrp="1"/>
          </p:cNvSpPr>
          <p:nvPr/>
        </p:nvSpPr>
        <p:spPr>
          <a:xfrm xmlns:a="http://schemas.openxmlformats.org/drawingml/2006/main">
            <a:off x="10148961" y="4195388"/>
            <a:ext cx="385103" cy="21045"/>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7A462B8-C1BC-47BD-AF23-6DC6E39354A7}"/>
              </a:ext>
            </a:extLst>
          </p:cNvPr>
          <p:cNvSpPr>
            <a:spLocks xmlns:a="http://schemas.openxmlformats.org/drawingml/2006/main" noGrp="1"/>
          </p:cNvSpPr>
          <p:nvPr/>
        </p:nvSpPr>
        <p:spPr>
          <a:xfrm xmlns:a="http://schemas.openxmlformats.org/drawingml/2006/main">
            <a:off x="10148961" y="4258523"/>
            <a:ext cx="221566" cy="21045"/>
          </a:xfrm>
          <a:prstGeom xmlns:a="http://schemas.openxmlformats.org/drawingml/2006/main" prst="rect">
            <a:avLst/>
          </a:prstGeom>
          <a:solidFill xmlns:a="http://schemas.openxmlformats.org/drawingml/2006/main">
            <a:srgbClr val="C77A3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4B386DD-5AB5-4967-8CC4-FC2A8B38B15C}"/>
              </a:ext>
            </a:extLst>
          </p:cNvPr>
          <p:cNvSpPr>
            <a:spLocks xmlns:a="http://schemas.openxmlformats.org/drawingml/2006/main" noGrp="1"/>
          </p:cNvSpPr>
          <p:nvPr/>
        </p:nvSpPr>
        <p:spPr>
          <a:xfrm xmlns:a="http://schemas.openxmlformats.org/drawingml/2006/main">
            <a:off x="9384030" y="3048449"/>
            <a:ext cx="490611" cy="173619"/>
          </a:xfrm>
          <a:prstGeom xmlns:a="http://schemas.openxmlformats.org/drawingml/2006/main" prst="rect">
            <a:avLst/>
          </a:prstGeom>
          <a:solidFill xmlns:a="http://schemas.openxmlformats.org/drawingml/2006/main">
            <a:srgbClr val="FFFFFF"/>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CV</a:t>
            </a:r>
          </a:p>
        </p:txBody>
      </p:sp>
      <p:sp>
        <p:nvSpPr>
          <p:cNvPr id="36" name="">
            <a:extLst xmlns:a="http://schemas.openxmlformats.org/drawingml/2006/main">
              <a:ext uri="{FF2B5EF4-FFF2-40B4-BE49-F238E27FC236}">
                <a16:creationId xmlns:a16="http://schemas.microsoft.com/office/drawing/2014/main" id="{9449B087-483D-4236-8E78-8EBDA2A85BBA}"/>
              </a:ext>
            </a:extLst>
          </p:cNvPr>
          <p:cNvSpPr>
            <a:spLocks xmlns:a="http://schemas.openxmlformats.org/drawingml/2006/main" noGrp="1"/>
          </p:cNvSpPr>
          <p:nvPr/>
        </p:nvSpPr>
        <p:spPr>
          <a:xfrm xmlns:a="http://schemas.openxmlformats.org/drawingml/2006/main">
            <a:off x="10454933" y="3532478"/>
            <a:ext cx="495886" cy="173619"/>
          </a:xfrm>
          <a:prstGeom xmlns:a="http://schemas.openxmlformats.org/drawingml/2006/main" prst="rect">
            <a:avLst/>
          </a:prstGeom>
          <a:solidFill xmlns:a="http://schemas.openxmlformats.org/drawingml/2006/main">
            <a:srgbClr val="FFFFFF"/>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FIT</a:t>
            </a:r>
          </a:p>
        </p:txBody>
      </p:sp>
      <p:sp>
        <p:nvSpPr>
          <p:cNvPr id="37" name="">
            <a:extLst xmlns:a="http://schemas.openxmlformats.org/drawingml/2006/main">
              <a:ext uri="{FF2B5EF4-FFF2-40B4-BE49-F238E27FC236}">
                <a16:creationId xmlns:a16="http://schemas.microsoft.com/office/drawing/2014/main" id="{83396589-9272-4DDD-A6B6-3994AE3FC3DC}"/>
              </a:ext>
            </a:extLst>
          </p:cNvPr>
          <p:cNvSpPr>
            <a:spLocks xmlns:a="http://schemas.openxmlformats.org/drawingml/2006/main" noGrp="1"/>
          </p:cNvSpPr>
          <p:nvPr/>
        </p:nvSpPr>
        <p:spPr>
          <a:xfrm xmlns:a="http://schemas.openxmlformats.org/drawingml/2006/main">
            <a:off x="10454933" y="4621545"/>
            <a:ext cx="495886" cy="173619"/>
          </a:xfrm>
          <a:prstGeom xmlns:a="http://schemas.openxmlformats.org/drawingml/2006/main" prst="rect">
            <a:avLst/>
          </a:prstGeom>
          <a:solidFill xmlns:a="http://schemas.openxmlformats.org/drawingml/2006/main">
            <a:srgbClr val="FFFFFF"/>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DRAFT</a:t>
            </a:r>
          </a:p>
        </p:txBody>
      </p:sp>
      <p:sp>
        <p:nvSpPr>
          <p:cNvPr id="38" name="">
            <a:extLst xmlns:a="http://schemas.openxmlformats.org/drawingml/2006/main">
              <a:ext uri="{FF2B5EF4-FFF2-40B4-BE49-F238E27FC236}">
                <a16:creationId xmlns:a16="http://schemas.microsoft.com/office/drawing/2014/main" id="{012CE72C-8D51-4CE1-B550-40E3E7925310}"/>
              </a:ext>
            </a:extLst>
          </p:cNvPr>
          <p:cNvSpPr>
            <a:spLocks xmlns:a="http://schemas.openxmlformats.org/drawingml/2006/main" noGrp="1"/>
          </p:cNvSpPr>
          <p:nvPr/>
        </p:nvSpPr>
        <p:spPr>
          <a:xfrm xmlns:a="http://schemas.openxmlformats.org/drawingml/2006/main">
            <a:off x="885825" y="49625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Find</a:t>
            </a:r>
          </a:p>
        </p:txBody>
      </p:sp>
      <p:sp>
        <p:nvSpPr>
          <p:cNvPr id="39" name="">
            <a:extLst xmlns:a="http://schemas.openxmlformats.org/drawingml/2006/main">
              <a:ext uri="{FF2B5EF4-FFF2-40B4-BE49-F238E27FC236}">
                <a16:creationId xmlns:a16="http://schemas.microsoft.com/office/drawing/2014/main" id="{8F89FD6A-AECF-490D-83C0-274DE0670C33}"/>
              </a:ext>
            </a:extLst>
          </p:cNvPr>
          <p:cNvSpPr>
            <a:spLocks xmlns:a="http://schemas.openxmlformats.org/drawingml/2006/main" noGrp="1"/>
          </p:cNvSpPr>
          <p:nvPr/>
        </p:nvSpPr>
        <p:spPr>
          <a:xfrm xmlns:a="http://schemas.openxmlformats.org/drawingml/2006/main">
            <a:off x="2076450" y="49625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000000"/>
                </a:solidFill>
                <a:latin typeface="Times New Roman"/>
                <a:ea typeface="Times New Roman"/>
                <a:cs typeface="Times New Roman"/>
              </a:defRPr>
            </a:defPPr>
            <a:lvl1pPr algn="ctr">
              <a:defRPr sz="1500" b="1">
                <a:solidFill>
                  <a:srgbClr val="000000"/>
                </a:solidFill>
                <a:latin typeface="Times New Roman"/>
                <a:ea typeface="Times New Roman"/>
                <a:cs typeface="Times New Roman"/>
              </a:defRPr>
            </a:lvl1pPr>
            <a:lvl2pPr algn="ctr">
              <a:defRPr sz="1500" b="1">
                <a:solidFill>
                  <a:srgbClr val="000000"/>
                </a:solidFill>
                <a:latin typeface="Times New Roman"/>
                <a:ea typeface="Times New Roman"/>
                <a:cs typeface="Times New Roman"/>
              </a:defRPr>
            </a:lvl2pPr>
            <a:lvl3pPr algn="ctr">
              <a:defRPr sz="1500" b="1">
                <a:solidFill>
                  <a:srgbClr val="000000"/>
                </a:solidFill>
                <a:latin typeface="Times New Roman"/>
                <a:ea typeface="Times New Roman"/>
                <a:cs typeface="Times New Roman"/>
              </a:defRPr>
            </a:lvl3pPr>
            <a:lvl4pPr algn="ctr">
              <a:defRPr sz="1500" b="1">
                <a:solidFill>
                  <a:srgbClr val="000000"/>
                </a:solidFill>
                <a:latin typeface="Times New Roman"/>
                <a:ea typeface="Times New Roman"/>
                <a:cs typeface="Times New Roman"/>
              </a:defRPr>
            </a:lvl4pPr>
            <a:lvl5pPr algn="ctr">
              <a:defRPr sz="1500" b="1">
                <a:solidFill>
                  <a:srgbClr val="000000"/>
                </a:solidFill>
                <a:latin typeface="Times New Roman"/>
                <a:ea typeface="Times New Roman"/>
                <a:cs typeface="Times New Roman"/>
              </a:defRPr>
            </a:lvl5pPr>
            <a:lvl6pPr algn="ctr">
              <a:defRPr sz="1500" b="1">
                <a:solidFill>
                  <a:srgbClr val="000000"/>
                </a:solidFill>
                <a:latin typeface="Times New Roman"/>
                <a:ea typeface="Times New Roman"/>
                <a:cs typeface="Times New Roman"/>
              </a:defRPr>
            </a:lvl6pPr>
            <a:lvl7pPr algn="ctr">
              <a:defRPr sz="1500" b="1">
                <a:solidFill>
                  <a:srgbClr val="000000"/>
                </a:solidFill>
                <a:latin typeface="Times New Roman"/>
                <a:ea typeface="Times New Roman"/>
                <a:cs typeface="Times New Roman"/>
              </a:defRPr>
            </a:lvl7pPr>
            <a:lvl8pPr algn="ctr">
              <a:defRPr sz="1500" b="1">
                <a:solidFill>
                  <a:srgbClr val="000000"/>
                </a:solidFill>
                <a:latin typeface="Times New Roman"/>
                <a:ea typeface="Times New Roman"/>
                <a:cs typeface="Times New Roman"/>
              </a:defRPr>
            </a:lvl8pPr>
            <a:lvl9pPr algn="ctr">
              <a:defRPr sz="1500" b="1">
                <a:solidFill>
                  <a:srgbClr val="000000"/>
                </a:solidFill>
                <a:latin typeface="Times New Roman"/>
                <a:ea typeface="Times New Roman"/>
                <a:cs typeface="Times New Roman"/>
              </a:defRPr>
            </a:lvl9pPr>
          </a:lstStyle>
          <a:p xmlns:a="http://schemas.openxmlformats.org/drawingml/2006/main">
            <a:pPr algn="ctr">
              <a:defRPr sz="1500" b="1">
                <a:solidFill>
                  <a:srgbClr val="000000"/>
                </a:solidFill>
                <a:latin typeface="Times New Roman"/>
                <a:ea typeface="Times New Roman"/>
                <a:cs typeface="Times New Roman"/>
              </a:defRPr>
            </a:pPr>
            <a:r>
              <a:rPr sz="1500" b="1">
                <a:solidFill>
                  <a:srgbClr val="000000"/>
                </a:solidFill>
                <a:latin typeface="Times New Roman"/>
                <a:ea typeface="Times New Roman"/>
                <a:cs typeface="Times New Roman"/>
              </a:rPr>
              <a:t>→</a:t>
            </a:r>
          </a:p>
        </p:txBody>
      </p:sp>
      <p:sp>
        <p:nvSpPr>
          <p:cNvPr id="40" name="">
            <a:extLst xmlns:a="http://schemas.openxmlformats.org/drawingml/2006/main">
              <a:ext uri="{FF2B5EF4-FFF2-40B4-BE49-F238E27FC236}">
                <a16:creationId xmlns:a16="http://schemas.microsoft.com/office/drawing/2014/main" id="{1C946A60-5B35-4F78-B88A-807AC2218E11}"/>
              </a:ext>
            </a:extLst>
          </p:cNvPr>
          <p:cNvSpPr>
            <a:spLocks xmlns:a="http://schemas.openxmlformats.org/drawingml/2006/main" noGrp="1"/>
          </p:cNvSpPr>
          <p:nvPr/>
        </p:nvSpPr>
        <p:spPr>
          <a:xfrm xmlns:a="http://schemas.openxmlformats.org/drawingml/2006/main">
            <a:off x="2600325" y="49625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Understand fit</a:t>
            </a:r>
          </a:p>
        </p:txBody>
      </p:sp>
      <p:sp>
        <p:nvSpPr>
          <p:cNvPr id="41" name="">
            <a:extLst xmlns:a="http://schemas.openxmlformats.org/drawingml/2006/main">
              <a:ext uri="{FF2B5EF4-FFF2-40B4-BE49-F238E27FC236}">
                <a16:creationId xmlns:a16="http://schemas.microsoft.com/office/drawing/2014/main" id="{0DE07F50-2025-4A9E-AA2A-83A76B24AFFB}"/>
              </a:ext>
            </a:extLst>
          </p:cNvPr>
          <p:cNvSpPr>
            <a:spLocks xmlns:a="http://schemas.openxmlformats.org/drawingml/2006/main" noGrp="1"/>
          </p:cNvSpPr>
          <p:nvPr/>
        </p:nvSpPr>
        <p:spPr>
          <a:xfrm xmlns:a="http://schemas.openxmlformats.org/drawingml/2006/main">
            <a:off x="4391025" y="49625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000000"/>
                </a:solidFill>
                <a:latin typeface="Times New Roman"/>
                <a:ea typeface="Times New Roman"/>
                <a:cs typeface="Times New Roman"/>
              </a:defRPr>
            </a:defPPr>
            <a:lvl1pPr algn="ctr">
              <a:defRPr sz="1500" b="1">
                <a:solidFill>
                  <a:srgbClr val="000000"/>
                </a:solidFill>
                <a:latin typeface="Times New Roman"/>
                <a:ea typeface="Times New Roman"/>
                <a:cs typeface="Times New Roman"/>
              </a:defRPr>
            </a:lvl1pPr>
            <a:lvl2pPr algn="ctr">
              <a:defRPr sz="1500" b="1">
                <a:solidFill>
                  <a:srgbClr val="000000"/>
                </a:solidFill>
                <a:latin typeface="Times New Roman"/>
                <a:ea typeface="Times New Roman"/>
                <a:cs typeface="Times New Roman"/>
              </a:defRPr>
            </a:lvl2pPr>
            <a:lvl3pPr algn="ctr">
              <a:defRPr sz="1500" b="1">
                <a:solidFill>
                  <a:srgbClr val="000000"/>
                </a:solidFill>
                <a:latin typeface="Times New Roman"/>
                <a:ea typeface="Times New Roman"/>
                <a:cs typeface="Times New Roman"/>
              </a:defRPr>
            </a:lvl3pPr>
            <a:lvl4pPr algn="ctr">
              <a:defRPr sz="1500" b="1">
                <a:solidFill>
                  <a:srgbClr val="000000"/>
                </a:solidFill>
                <a:latin typeface="Times New Roman"/>
                <a:ea typeface="Times New Roman"/>
                <a:cs typeface="Times New Roman"/>
              </a:defRPr>
            </a:lvl4pPr>
            <a:lvl5pPr algn="ctr">
              <a:defRPr sz="1500" b="1">
                <a:solidFill>
                  <a:srgbClr val="000000"/>
                </a:solidFill>
                <a:latin typeface="Times New Roman"/>
                <a:ea typeface="Times New Roman"/>
                <a:cs typeface="Times New Roman"/>
              </a:defRPr>
            </a:lvl5pPr>
            <a:lvl6pPr algn="ctr">
              <a:defRPr sz="1500" b="1">
                <a:solidFill>
                  <a:srgbClr val="000000"/>
                </a:solidFill>
                <a:latin typeface="Times New Roman"/>
                <a:ea typeface="Times New Roman"/>
                <a:cs typeface="Times New Roman"/>
              </a:defRPr>
            </a:lvl6pPr>
            <a:lvl7pPr algn="ctr">
              <a:defRPr sz="1500" b="1">
                <a:solidFill>
                  <a:srgbClr val="000000"/>
                </a:solidFill>
                <a:latin typeface="Times New Roman"/>
                <a:ea typeface="Times New Roman"/>
                <a:cs typeface="Times New Roman"/>
              </a:defRPr>
            </a:lvl7pPr>
            <a:lvl8pPr algn="ctr">
              <a:defRPr sz="1500" b="1">
                <a:solidFill>
                  <a:srgbClr val="000000"/>
                </a:solidFill>
                <a:latin typeface="Times New Roman"/>
                <a:ea typeface="Times New Roman"/>
                <a:cs typeface="Times New Roman"/>
              </a:defRPr>
            </a:lvl8pPr>
            <a:lvl9pPr algn="ctr">
              <a:defRPr sz="1500" b="1">
                <a:solidFill>
                  <a:srgbClr val="000000"/>
                </a:solidFill>
                <a:latin typeface="Times New Roman"/>
                <a:ea typeface="Times New Roman"/>
                <a:cs typeface="Times New Roman"/>
              </a:defRPr>
            </a:lvl9pPr>
          </a:lstStyle>
          <a:p xmlns:a="http://schemas.openxmlformats.org/drawingml/2006/main">
            <a:pPr algn="ctr">
              <a:defRPr sz="1500" b="1">
                <a:solidFill>
                  <a:srgbClr val="000000"/>
                </a:solidFill>
                <a:latin typeface="Times New Roman"/>
                <a:ea typeface="Times New Roman"/>
                <a:cs typeface="Times New Roman"/>
              </a:defRPr>
            </a:pPr>
            <a:r>
              <a:rPr sz="1500" b="1">
                <a:solidFill>
                  <a:srgbClr val="000000"/>
                </a:solidFill>
                <a:latin typeface="Times New Roman"/>
                <a:ea typeface="Times New Roman"/>
                <a:cs typeface="Times New Roman"/>
              </a:rPr>
              <a:t>→</a:t>
            </a:r>
          </a:p>
        </p:txBody>
      </p:sp>
      <p:sp>
        <p:nvSpPr>
          <p:cNvPr id="42" name="">
            <a:extLst xmlns:a="http://schemas.openxmlformats.org/drawingml/2006/main">
              <a:ext uri="{FF2B5EF4-FFF2-40B4-BE49-F238E27FC236}">
                <a16:creationId xmlns:a16="http://schemas.microsoft.com/office/drawing/2014/main" id="{AAFD5B8C-61A1-4AF4-8572-EE49E932EF63}"/>
              </a:ext>
            </a:extLst>
          </p:cNvPr>
          <p:cNvSpPr>
            <a:spLocks xmlns:a="http://schemas.openxmlformats.org/drawingml/2006/main" noGrp="1"/>
          </p:cNvSpPr>
          <p:nvPr/>
        </p:nvSpPr>
        <p:spPr>
          <a:xfrm xmlns:a="http://schemas.openxmlformats.org/drawingml/2006/main">
            <a:off x="4914900" y="496252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Prepare</a:t>
            </a:r>
          </a:p>
        </p:txBody>
      </p:sp>
      <p:sp>
        <p:nvSpPr>
          <p:cNvPr id="43" name="">
            <a:extLst xmlns:a="http://schemas.openxmlformats.org/drawingml/2006/main">
              <a:ext uri="{FF2B5EF4-FFF2-40B4-BE49-F238E27FC236}">
                <a16:creationId xmlns:a16="http://schemas.microsoft.com/office/drawing/2014/main" id="{0F3E78A5-22DE-4F9B-9588-163400365F3C}"/>
              </a:ext>
            </a:extLst>
          </p:cNvPr>
          <p:cNvSpPr>
            <a:spLocks xmlns:a="http://schemas.openxmlformats.org/drawingml/2006/main" noGrp="1"/>
          </p:cNvSpPr>
          <p:nvPr/>
        </p:nvSpPr>
        <p:spPr>
          <a:xfrm xmlns:a="http://schemas.openxmlformats.org/drawingml/2006/main">
            <a:off x="6362700" y="49625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000000"/>
                </a:solidFill>
                <a:latin typeface="Times New Roman"/>
                <a:ea typeface="Times New Roman"/>
                <a:cs typeface="Times New Roman"/>
              </a:defRPr>
            </a:defPPr>
            <a:lvl1pPr algn="ctr">
              <a:defRPr sz="1500" b="1">
                <a:solidFill>
                  <a:srgbClr val="000000"/>
                </a:solidFill>
                <a:latin typeface="Times New Roman"/>
                <a:ea typeface="Times New Roman"/>
                <a:cs typeface="Times New Roman"/>
              </a:defRPr>
            </a:lvl1pPr>
            <a:lvl2pPr algn="ctr">
              <a:defRPr sz="1500" b="1">
                <a:solidFill>
                  <a:srgbClr val="000000"/>
                </a:solidFill>
                <a:latin typeface="Times New Roman"/>
                <a:ea typeface="Times New Roman"/>
                <a:cs typeface="Times New Roman"/>
              </a:defRPr>
            </a:lvl2pPr>
            <a:lvl3pPr algn="ctr">
              <a:defRPr sz="1500" b="1">
                <a:solidFill>
                  <a:srgbClr val="000000"/>
                </a:solidFill>
                <a:latin typeface="Times New Roman"/>
                <a:ea typeface="Times New Roman"/>
                <a:cs typeface="Times New Roman"/>
              </a:defRPr>
            </a:lvl3pPr>
            <a:lvl4pPr algn="ctr">
              <a:defRPr sz="1500" b="1">
                <a:solidFill>
                  <a:srgbClr val="000000"/>
                </a:solidFill>
                <a:latin typeface="Times New Roman"/>
                <a:ea typeface="Times New Roman"/>
                <a:cs typeface="Times New Roman"/>
              </a:defRPr>
            </a:lvl4pPr>
            <a:lvl5pPr algn="ctr">
              <a:defRPr sz="1500" b="1">
                <a:solidFill>
                  <a:srgbClr val="000000"/>
                </a:solidFill>
                <a:latin typeface="Times New Roman"/>
                <a:ea typeface="Times New Roman"/>
                <a:cs typeface="Times New Roman"/>
              </a:defRPr>
            </a:lvl5pPr>
            <a:lvl6pPr algn="ctr">
              <a:defRPr sz="1500" b="1">
                <a:solidFill>
                  <a:srgbClr val="000000"/>
                </a:solidFill>
                <a:latin typeface="Times New Roman"/>
                <a:ea typeface="Times New Roman"/>
                <a:cs typeface="Times New Roman"/>
              </a:defRPr>
            </a:lvl6pPr>
            <a:lvl7pPr algn="ctr">
              <a:defRPr sz="1500" b="1">
                <a:solidFill>
                  <a:srgbClr val="000000"/>
                </a:solidFill>
                <a:latin typeface="Times New Roman"/>
                <a:ea typeface="Times New Roman"/>
                <a:cs typeface="Times New Roman"/>
              </a:defRPr>
            </a:lvl7pPr>
            <a:lvl8pPr algn="ctr">
              <a:defRPr sz="1500" b="1">
                <a:solidFill>
                  <a:srgbClr val="000000"/>
                </a:solidFill>
                <a:latin typeface="Times New Roman"/>
                <a:ea typeface="Times New Roman"/>
                <a:cs typeface="Times New Roman"/>
              </a:defRPr>
            </a:lvl8pPr>
            <a:lvl9pPr algn="ctr">
              <a:defRPr sz="1500" b="1">
                <a:solidFill>
                  <a:srgbClr val="000000"/>
                </a:solidFill>
                <a:latin typeface="Times New Roman"/>
                <a:ea typeface="Times New Roman"/>
                <a:cs typeface="Times New Roman"/>
              </a:defRPr>
            </a:lvl9pPr>
          </a:lstStyle>
          <a:p xmlns:a="http://schemas.openxmlformats.org/drawingml/2006/main">
            <a:pPr algn="ctr">
              <a:defRPr sz="1500" b="1">
                <a:solidFill>
                  <a:srgbClr val="000000"/>
                </a:solidFill>
                <a:latin typeface="Times New Roman"/>
                <a:ea typeface="Times New Roman"/>
                <a:cs typeface="Times New Roman"/>
              </a:defRPr>
            </a:pPr>
            <a:r>
              <a:rPr sz="1500" b="1">
                <a:solidFill>
                  <a:srgbClr val="000000"/>
                </a:solidFill>
                <a:latin typeface="Times New Roman"/>
                <a:ea typeface="Times New Roman"/>
                <a:cs typeface="Times New Roman"/>
              </a:rPr>
              <a:t>→</a:t>
            </a:r>
          </a:p>
        </p:txBody>
      </p:sp>
      <p:sp>
        <p:nvSpPr>
          <p:cNvPr id="44" name="">
            <a:extLst xmlns:a="http://schemas.openxmlformats.org/drawingml/2006/main">
              <a:ext uri="{FF2B5EF4-FFF2-40B4-BE49-F238E27FC236}">
                <a16:creationId xmlns:a16="http://schemas.microsoft.com/office/drawing/2014/main" id="{ACE0C1E7-FF5D-49EE-9A38-CAE11526EE7A}"/>
              </a:ext>
            </a:extLst>
          </p:cNvPr>
          <p:cNvSpPr>
            <a:spLocks xmlns:a="http://schemas.openxmlformats.org/drawingml/2006/main" noGrp="1"/>
          </p:cNvSpPr>
          <p:nvPr/>
        </p:nvSpPr>
        <p:spPr>
          <a:xfrm xmlns:a="http://schemas.openxmlformats.org/drawingml/2006/main">
            <a:off x="6886575" y="49625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Follow up</a:t>
            </a:r>
          </a:p>
        </p:txBody>
      </p:sp>
      <p:sp>
        <p:nvSpPr>
          <p:cNvPr id="45" name="">
            <a:extLst xmlns:a="http://schemas.openxmlformats.org/drawingml/2006/main">
              <a:ext uri="{FF2B5EF4-FFF2-40B4-BE49-F238E27FC236}">
                <a16:creationId xmlns:a16="http://schemas.microsoft.com/office/drawing/2014/main" id="{672CC757-095B-4E0D-869E-C602BF9264BD}"/>
              </a:ext>
            </a:extLst>
          </p:cNvPr>
          <p:cNvSpPr>
            <a:spLocks xmlns:a="http://schemas.openxmlformats.org/drawingml/2006/main" noGrp="1"/>
          </p:cNvSpPr>
          <p:nvPr/>
        </p:nvSpPr>
        <p:spPr>
          <a:xfrm xmlns:a="http://schemas.openxmlformats.org/drawingml/2006/main">
            <a:off x="781050" y="5457825"/>
            <a:ext cx="5219700" cy="3810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FBC0DAF-207B-40EC-9EFF-638EFA88B976}"/>
              </a:ext>
            </a:extLst>
          </p:cNvPr>
          <p:cNvSpPr>
            <a:spLocks xmlns:a="http://schemas.openxmlformats.org/drawingml/2006/main" noGrp="1"/>
          </p:cNvSpPr>
          <p:nvPr/>
        </p:nvSpPr>
        <p:spPr>
          <a:xfrm xmlns:a="http://schemas.openxmlformats.org/drawingml/2006/main">
            <a:off x="6000750" y="5457825"/>
            <a:ext cx="5257800" cy="3810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86F3E4A-3E6B-44D3-AFAC-82762B7A41C5}"/>
              </a:ext>
            </a:extLst>
          </p:cNvPr>
          <p:cNvSpPr>
            <a:spLocks xmlns:a="http://schemas.openxmlformats.org/drawingml/2006/main" noGrp="1"/>
          </p:cNvSpPr>
          <p:nvPr/>
        </p:nvSpPr>
        <p:spPr>
          <a:xfrm xmlns:a="http://schemas.openxmlformats.org/drawingml/2006/main">
            <a:off x="800100" y="562927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00000"/>
                </a:solidFill>
                <a:latin typeface="Times New Roman"/>
                <a:ea typeface="Times New Roman"/>
                <a:cs typeface="Times New Roman"/>
              </a:defRPr>
            </a:defPPr>
            <a:lvl1pPr algn="l">
              <a:defRPr sz="1500" b="0">
                <a:solidFill>
                  <a:srgbClr val="000000"/>
                </a:solidFill>
                <a:latin typeface="Times New Roman"/>
                <a:ea typeface="Times New Roman"/>
                <a:cs typeface="Times New Roman"/>
              </a:defRPr>
            </a:lvl1pPr>
            <a:lvl2pPr algn="l">
              <a:defRPr sz="1500" b="0">
                <a:solidFill>
                  <a:srgbClr val="000000"/>
                </a:solidFill>
                <a:latin typeface="Times New Roman"/>
                <a:ea typeface="Times New Roman"/>
                <a:cs typeface="Times New Roman"/>
              </a:defRPr>
            </a:lvl2pPr>
            <a:lvl3pPr algn="l">
              <a:defRPr sz="1500" b="0">
                <a:solidFill>
                  <a:srgbClr val="000000"/>
                </a:solidFill>
                <a:latin typeface="Times New Roman"/>
                <a:ea typeface="Times New Roman"/>
                <a:cs typeface="Times New Roman"/>
              </a:defRPr>
            </a:lvl3pPr>
            <a:lvl4pPr algn="l">
              <a:defRPr sz="1500" b="0">
                <a:solidFill>
                  <a:srgbClr val="000000"/>
                </a:solidFill>
                <a:latin typeface="Times New Roman"/>
                <a:ea typeface="Times New Roman"/>
                <a:cs typeface="Times New Roman"/>
              </a:defRPr>
            </a:lvl4pPr>
            <a:lvl5pPr algn="l">
              <a:defRPr sz="1500" b="0">
                <a:solidFill>
                  <a:srgbClr val="000000"/>
                </a:solidFill>
                <a:latin typeface="Times New Roman"/>
                <a:ea typeface="Times New Roman"/>
                <a:cs typeface="Times New Roman"/>
              </a:defRPr>
            </a:lvl5pPr>
            <a:lvl6pPr algn="l">
              <a:defRPr sz="1500" b="0">
                <a:solidFill>
                  <a:srgbClr val="000000"/>
                </a:solidFill>
                <a:latin typeface="Times New Roman"/>
                <a:ea typeface="Times New Roman"/>
                <a:cs typeface="Times New Roman"/>
              </a:defRPr>
            </a:lvl6pPr>
            <a:lvl7pPr algn="l">
              <a:defRPr sz="1500" b="0">
                <a:solidFill>
                  <a:srgbClr val="000000"/>
                </a:solidFill>
                <a:latin typeface="Times New Roman"/>
                <a:ea typeface="Times New Roman"/>
                <a:cs typeface="Times New Roman"/>
              </a:defRPr>
            </a:lvl7pPr>
            <a:lvl8pPr algn="l">
              <a:defRPr sz="1500" b="0">
                <a:solidFill>
                  <a:srgbClr val="000000"/>
                </a:solidFill>
                <a:latin typeface="Times New Roman"/>
                <a:ea typeface="Times New Roman"/>
                <a:cs typeface="Times New Roman"/>
              </a:defRPr>
            </a:lvl8pPr>
            <a:lvl9pPr algn="l">
              <a:defRPr sz="1500" b="0">
                <a:solidFill>
                  <a:srgbClr val="000000"/>
                </a:solidFill>
                <a:latin typeface="Times New Roman"/>
                <a:ea typeface="Times New Roman"/>
                <a:cs typeface="Times New Roman"/>
              </a:defRPr>
            </a:lvl9pPr>
          </a:lstStyle>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The candidate stays in control of every application.</a:t>
            </a:r>
          </a:p>
        </p:txBody>
      </p:sp>
      <p:sp>
        <p:nvSpPr>
          <p:cNvPr id="48" name="">
            <a:extLst xmlns:a="http://schemas.openxmlformats.org/drawingml/2006/main">
              <a:ext uri="{FF2B5EF4-FFF2-40B4-BE49-F238E27FC236}">
                <a16:creationId xmlns:a16="http://schemas.microsoft.com/office/drawing/2014/main" id="{3755585A-F429-4B02-AF8E-CCD7ACCA6525}"/>
              </a:ext>
            </a:extLst>
          </p:cNvPr>
          <p:cNvSpPr>
            <a:spLocks xmlns:a="http://schemas.openxmlformats.org/drawingml/2006/main" noGrp="1"/>
          </p:cNvSpPr>
          <p:nvPr/>
        </p:nvSpPr>
        <p:spPr>
          <a:xfrm xmlns:a="http://schemas.openxmlformats.org/drawingml/2006/main">
            <a:off x="800100" y="598170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666666"/>
                </a:solidFill>
                <a:latin typeface="Times New Roman"/>
                <a:ea typeface="Times New Roman"/>
                <a:cs typeface="Times New Roman"/>
              </a:defRPr>
            </a:defPPr>
            <a:lvl1pPr algn="l">
              <a:defRPr sz="1125" b="0">
                <a:solidFill>
                  <a:srgbClr val="666666"/>
                </a:solidFill>
                <a:latin typeface="Times New Roman"/>
                <a:ea typeface="Times New Roman"/>
                <a:cs typeface="Times New Roman"/>
              </a:defRPr>
            </a:lvl1pPr>
            <a:lvl2pPr algn="l">
              <a:defRPr sz="1125" b="0">
                <a:solidFill>
                  <a:srgbClr val="666666"/>
                </a:solidFill>
                <a:latin typeface="Times New Roman"/>
                <a:ea typeface="Times New Roman"/>
                <a:cs typeface="Times New Roman"/>
              </a:defRPr>
            </a:lvl2pPr>
            <a:lvl3pPr algn="l">
              <a:defRPr sz="1125" b="0">
                <a:solidFill>
                  <a:srgbClr val="666666"/>
                </a:solidFill>
                <a:latin typeface="Times New Roman"/>
                <a:ea typeface="Times New Roman"/>
                <a:cs typeface="Times New Roman"/>
              </a:defRPr>
            </a:lvl3pPr>
            <a:lvl4pPr algn="l">
              <a:defRPr sz="1125" b="0">
                <a:solidFill>
                  <a:srgbClr val="666666"/>
                </a:solidFill>
                <a:latin typeface="Times New Roman"/>
                <a:ea typeface="Times New Roman"/>
                <a:cs typeface="Times New Roman"/>
              </a:defRPr>
            </a:lvl4pPr>
            <a:lvl5pPr algn="l">
              <a:defRPr sz="1125" b="0">
                <a:solidFill>
                  <a:srgbClr val="666666"/>
                </a:solidFill>
                <a:latin typeface="Times New Roman"/>
                <a:ea typeface="Times New Roman"/>
                <a:cs typeface="Times New Roman"/>
              </a:defRPr>
            </a:lvl5pPr>
            <a:lvl6pPr algn="l">
              <a:defRPr sz="1125" b="0">
                <a:solidFill>
                  <a:srgbClr val="666666"/>
                </a:solidFill>
                <a:latin typeface="Times New Roman"/>
                <a:ea typeface="Times New Roman"/>
                <a:cs typeface="Times New Roman"/>
              </a:defRPr>
            </a:lvl6pPr>
            <a:lvl7pPr algn="l">
              <a:defRPr sz="1125" b="0">
                <a:solidFill>
                  <a:srgbClr val="666666"/>
                </a:solidFill>
                <a:latin typeface="Times New Roman"/>
                <a:ea typeface="Times New Roman"/>
                <a:cs typeface="Times New Roman"/>
              </a:defRPr>
            </a:lvl7pPr>
            <a:lvl8pPr algn="l">
              <a:defRPr sz="1125" b="0">
                <a:solidFill>
                  <a:srgbClr val="666666"/>
                </a:solidFill>
                <a:latin typeface="Times New Roman"/>
                <a:ea typeface="Times New Roman"/>
                <a:cs typeface="Times New Roman"/>
              </a:defRPr>
            </a:lvl8pPr>
            <a:lvl9pPr algn="l">
              <a:defRPr sz="1125" b="0">
                <a:solidFill>
                  <a:srgbClr val="666666"/>
                </a:solidFill>
                <a:latin typeface="Times New Roman"/>
                <a:ea typeface="Times New Roman"/>
                <a:cs typeface="Times New Roman"/>
              </a:defRPr>
            </a:lvl9pPr>
          </a:lstStyle>
          <a:p xmlns:a="http://schemas.openxmlformats.org/drawingml/2006/main">
            <a:pPr algn="l">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Implementation status and proposed work are kept separate throughout.</a:t>
            </a:r>
          </a:p>
        </p:txBody>
      </p:sp>
    </p:spTree>
    <p:extLst>
      <p:ext uri="{BB962C8B-B14F-4D97-AF65-F5344CB8AC3E}">
        <p14:creationId xmlns:p14="http://schemas.microsoft.com/office/powerpoint/2010/main" val="21160707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9" name="">
            <a:extLst xmlns:a="http://schemas.openxmlformats.org/drawingml/2006/main">
              <a:ext uri="{FF2B5EF4-FFF2-40B4-BE49-F238E27FC236}">
                <a16:creationId xmlns:a16="http://schemas.microsoft.com/office/drawing/2014/main" id="{4B4B1F57-D9F6-4C04-A32F-F93D737FDF9C}"/>
              </a:ext>
            </a:extLst>
          </p:cNvPr>
          <p:cNvCxnSpPr>
            <a:stCxn xmlns:a="http://schemas.openxmlformats.org/drawingml/2006/main" id="39" idx="3"/>
            <a:endCxn xmlns:a="http://schemas.openxmlformats.org/drawingml/2006/main" id="48" idx="1"/>
          </p:cNvCxnSpPr>
          <p:nvPr/>
        </p:nvCxnSpPr>
        <p:spPr>
          <a:xfrm xmlns:a="http://schemas.openxmlformats.org/drawingml/2006/main">
            <a:off x="8667750" y="3114675"/>
            <a:ext cx="419100" cy="0"/>
          </a:xfrm>
          <a:prstGeom xmlns:a="http://schemas.openxmlformats.org/drawingml/2006/main" prst="straightConnector1">
            <a:avLst/>
          </a:prstGeom>
          <a:ln xmlns:a="http://schemas.openxmlformats.org/drawingml/2006/main" w="19050">
            <a:solidFill>
              <a:srgbClr val="C77A37"/>
            </a:solidFill>
            <a:prstDash val="solid"/>
            <a:tailEnd type="arrow" w="sm" len="sm"/>
          </a:ln>
        </p:spPr>
      </p:cxnSp>
      <p:cxnSp>
        <p:nvCxnSpPr>
          <p:cNvPr id="58" name="">
            <a:extLst xmlns:a="http://schemas.openxmlformats.org/drawingml/2006/main">
              <a:ext uri="{FF2B5EF4-FFF2-40B4-BE49-F238E27FC236}">
                <a16:creationId xmlns:a16="http://schemas.microsoft.com/office/drawing/2014/main" id="{C2253640-56F3-4739-BC8A-97C196D6D82A}"/>
              </a:ext>
            </a:extLst>
          </p:cNvPr>
          <p:cNvCxnSpPr>
            <a:stCxn xmlns:a="http://schemas.openxmlformats.org/drawingml/2006/main" id="30" idx="3"/>
            <a:endCxn xmlns:a="http://schemas.openxmlformats.org/drawingml/2006/main" id="39" idx="1"/>
          </p:cNvCxnSpPr>
          <p:nvPr/>
        </p:nvCxnSpPr>
        <p:spPr>
          <a:xfrm xmlns:a="http://schemas.openxmlformats.org/drawingml/2006/main">
            <a:off x="5886450" y="3114675"/>
            <a:ext cx="419100" cy="0"/>
          </a:xfrm>
          <a:prstGeom xmlns:a="http://schemas.openxmlformats.org/drawingml/2006/main" prst="straightConnector1">
            <a:avLst/>
          </a:prstGeom>
          <a:ln xmlns:a="http://schemas.openxmlformats.org/drawingml/2006/main" w="19050">
            <a:solidFill>
              <a:srgbClr val="405DE0"/>
            </a:solidFill>
            <a:prstDash val="solid"/>
            <a:tailEnd type="arrow" w="sm" len="sm"/>
          </a:ln>
        </p:spPr>
      </p:cxnSp>
      <p:cxnSp>
        <p:nvCxnSpPr>
          <p:cNvPr id="57" name="">
            <a:extLst xmlns:a="http://schemas.openxmlformats.org/drawingml/2006/main">
              <a:ext uri="{FF2B5EF4-FFF2-40B4-BE49-F238E27FC236}">
                <a16:creationId xmlns:a16="http://schemas.microsoft.com/office/drawing/2014/main" id="{0E91F3F0-94FA-44D9-8687-F0C6F08CB8F0}"/>
              </a:ext>
            </a:extLst>
          </p:cNvPr>
          <p:cNvCxnSpPr>
            <a:stCxn xmlns:a="http://schemas.openxmlformats.org/drawingml/2006/main" id="23" idx="3"/>
            <a:endCxn xmlns:a="http://schemas.openxmlformats.org/drawingml/2006/main" id="30" idx="1"/>
          </p:cNvCxnSpPr>
          <p:nvPr/>
        </p:nvCxnSpPr>
        <p:spPr>
          <a:xfrm xmlns:a="http://schemas.openxmlformats.org/drawingml/2006/main">
            <a:off x="3105150" y="3114675"/>
            <a:ext cx="419100" cy="0"/>
          </a:xfrm>
          <a:prstGeom xmlns:a="http://schemas.openxmlformats.org/drawingml/2006/main" prst="straightConnector1">
            <a:avLst/>
          </a:prstGeom>
          <a:ln xmlns:a="http://schemas.openxmlformats.org/drawingml/2006/main" w="19050">
            <a:solidFill>
              <a:srgbClr val="1686D9"/>
            </a:solidFill>
            <a:prstDash val="solid"/>
            <a:tailEnd type="arrow" w="sm" len="sm"/>
          </a:ln>
        </p:spPr>
      </p:cxnSp>
      <p:sp>
        <p:nvSpPr>
          <p:cNvPr id="62" name="">
            <a:extLst xmlns:a="http://schemas.openxmlformats.org/drawingml/2006/main">
              <a:ext uri="{FF2B5EF4-FFF2-40B4-BE49-F238E27FC236}">
                <a16:creationId xmlns:a16="http://schemas.microsoft.com/office/drawing/2014/main" id="{623F88C1-B27F-4BE3-A045-60A4183DE9D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20041F-8BE1-41EE-9143-64A343E8DDFF}"/>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0A9D71B0-F996-4024-96EE-377CEEF3F39C}"/>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3D0566-D43F-4A74-BD66-4046C3CE6860}"/>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C2DE09D0-B2E9-4054-B522-AFE07D326772}"/>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8F17F6-8EB1-441C-97EC-C3CA3BCA0697}"/>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C668036B-0E40-420D-AE36-DF8094CAB3CF}"/>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0E5B86-70ED-4A22-A85B-1500E938A371}"/>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C822BA54-DD43-47F7-A846-313F45FE5325}"/>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1627AF-669A-48A6-9545-B3AD4427325B}"/>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C26D902E-5A55-47B0-8C43-BF7908F3DCB6}"/>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A4293B5-8E59-41B5-B422-72AE085A96C6}"/>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E08CC2CC-BDC4-4843-91C6-89E2697C4642}"/>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35C3CB7-D91E-4E2D-AE02-A57F718B58D9}"/>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491FF33E-37CE-453A-9BB7-3A7A4836CE97}"/>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The fresher job hunt is split across too many steps</a:t>
            </a:r>
          </a:p>
        </p:txBody>
      </p:sp>
      <p:sp>
        <p:nvSpPr>
          <p:cNvPr id="16" name="">
            <a:extLst xmlns:a="http://schemas.openxmlformats.org/drawingml/2006/main">
              <a:ext uri="{FF2B5EF4-FFF2-40B4-BE49-F238E27FC236}">
                <a16:creationId xmlns:a16="http://schemas.microsoft.com/office/drawing/2014/main" id="{E677CB50-9E45-4EE2-864C-D162538BA4C8}"/>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01 · THE PROBLEM</a:t>
            </a:r>
          </a:p>
        </p:txBody>
      </p:sp>
      <p:sp>
        <p:nvSpPr>
          <p:cNvPr id="17" name="">
            <a:extLst xmlns:a="http://schemas.openxmlformats.org/drawingml/2006/main">
              <a:ext uri="{FF2B5EF4-FFF2-40B4-BE49-F238E27FC236}">
                <a16:creationId xmlns:a16="http://schemas.microsoft.com/office/drawing/2014/main" id="{327B6167-5131-4F0C-AFAC-982D65F73FF3}"/>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A24B7F0-D9B9-4798-A141-B77347C90B71}"/>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99651E8-7B20-4A9B-8A08-BF350AD827C2}"/>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EE1D5686-B9A4-4E2B-8F86-8B72B3A4F14B}"/>
              </a:ext>
            </a:extLst>
          </p:cNvPr>
          <p:cNvPicPr>
            <a:picLocks xmlns:a="http://schemas.openxmlformats.org/drawingml/2006/main" noChangeAspect="1"/>
          </p:cNvPicPr>
          <p:nvPr/>
        </p:nvPicPr>
        <p:blipFill>
          <a:blip xmlns:r="http://schemas.openxmlformats.org/officeDocument/2006/relationships" xmlns:a="http://schemas.openxmlformats.org/drawingml/2006/main" r:embed="R8c05b8c8c5a84d46"/>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242BA5A-3F50-4A8E-8BAF-5BDB2B2575EC}"/>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A50BE7AB-3AE9-4AB7-BCAE-2595461E9A0C}"/>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02 / 15</a:t>
            </a:r>
          </a:p>
        </p:txBody>
      </p:sp>
      <p:sp>
        <p:nvSpPr>
          <p:cNvPr id="23" name="">
            <a:extLst xmlns:a="http://schemas.openxmlformats.org/drawingml/2006/main">
              <a:ext uri="{FF2B5EF4-FFF2-40B4-BE49-F238E27FC236}">
                <a16:creationId xmlns:a16="http://schemas.microsoft.com/office/drawing/2014/main" id="{0CB2A749-7AC3-4F58-BC9C-8C5EF2ED485C}"/>
              </a:ext>
            </a:extLst>
          </p:cNvPr>
          <p:cNvSpPr>
            <a:spLocks xmlns:a="http://schemas.openxmlformats.org/drawingml/2006/main" noGrp="1"/>
          </p:cNvSpPr>
          <p:nvPr/>
        </p:nvSpPr>
        <p:spPr>
          <a:xfrm xmlns:a="http://schemas.openxmlformats.org/drawingml/2006/main">
            <a:off x="742950" y="1952625"/>
            <a:ext cx="2362200" cy="232410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11430">
            <a:solidFill>
              <a:srgbClr val="1686D9"/>
            </a:solidFill>
            <a:prstDash val="solid"/>
          </a:ln>
        </p:spPr>
      </p:sp>
      <p:sp>
        <p:nvSpPr>
          <p:cNvPr id="24" name="">
            <a:extLst xmlns:a="http://schemas.openxmlformats.org/drawingml/2006/main">
              <a:ext uri="{FF2B5EF4-FFF2-40B4-BE49-F238E27FC236}">
                <a16:creationId xmlns:a16="http://schemas.microsoft.com/office/drawing/2014/main" id="{0F97610B-64B9-4FE1-AB51-E088AB5C0F34}"/>
              </a:ext>
            </a:extLst>
          </p:cNvPr>
          <p:cNvSpPr>
            <a:spLocks xmlns:a="http://schemas.openxmlformats.org/drawingml/2006/main" noGrp="1"/>
          </p:cNvSpPr>
          <p:nvPr/>
        </p:nvSpPr>
        <p:spPr>
          <a:xfrm xmlns:a="http://schemas.openxmlformats.org/drawingml/2006/main">
            <a:off x="1628775" y="1562100"/>
            <a:ext cx="590550" cy="590550"/>
          </a:xfrm>
          <a:prstGeom xmlns:a="http://schemas.openxmlformats.org/drawingml/2006/main" prst="ellipse">
            <a:avLst/>
          </a:prstGeom>
          <a:solidFill xmlns:a="http://schemas.openxmlformats.org/drawingml/2006/main">
            <a:srgbClr val="E9F4FD"/>
          </a:solidFill>
          <a:ln xmlns:a="http://schemas.openxmlformats.org/drawingml/2006/main" w="19050">
            <a:solidFill>
              <a:srgbClr val="1686D9"/>
            </a:solidFill>
            <a:prstDash val="solid"/>
          </a:ln>
        </p:spPr>
      </p:sp>
      <p:sp>
        <p:nvSpPr>
          <p:cNvPr id="25" name="">
            <a:extLst xmlns:a="http://schemas.openxmlformats.org/drawingml/2006/main">
              <a:ext uri="{FF2B5EF4-FFF2-40B4-BE49-F238E27FC236}">
                <a16:creationId xmlns:a16="http://schemas.microsoft.com/office/drawing/2014/main" id="{E4204C58-03DB-4BB3-A026-2DD1E7C7E2F1}"/>
              </a:ext>
            </a:extLst>
          </p:cNvPr>
          <p:cNvSpPr>
            <a:spLocks xmlns:a="http://schemas.openxmlformats.org/drawingml/2006/main" noGrp="1"/>
          </p:cNvSpPr>
          <p:nvPr/>
        </p:nvSpPr>
        <p:spPr>
          <a:xfrm xmlns:a="http://schemas.openxmlformats.org/drawingml/2006/main">
            <a:off x="1628775" y="169545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00000"/>
                </a:solidFill>
                <a:latin typeface="Times New Roman"/>
                <a:ea typeface="Times New Roman"/>
                <a:cs typeface="Times New Roman"/>
              </a:defRPr>
            </a:defPPr>
            <a:lvl1pPr algn="ctr">
              <a:defRPr sz="1650" b="1">
                <a:solidFill>
                  <a:srgbClr val="000000"/>
                </a:solidFill>
                <a:latin typeface="Times New Roman"/>
                <a:ea typeface="Times New Roman"/>
                <a:cs typeface="Times New Roman"/>
              </a:defRPr>
            </a:lvl1pPr>
            <a:lvl2pPr algn="ctr">
              <a:defRPr sz="1650" b="1">
                <a:solidFill>
                  <a:srgbClr val="000000"/>
                </a:solidFill>
                <a:latin typeface="Times New Roman"/>
                <a:ea typeface="Times New Roman"/>
                <a:cs typeface="Times New Roman"/>
              </a:defRPr>
            </a:lvl2pPr>
            <a:lvl3pPr algn="ctr">
              <a:defRPr sz="1650" b="1">
                <a:solidFill>
                  <a:srgbClr val="000000"/>
                </a:solidFill>
                <a:latin typeface="Times New Roman"/>
                <a:ea typeface="Times New Roman"/>
                <a:cs typeface="Times New Roman"/>
              </a:defRPr>
            </a:lvl3pPr>
            <a:lvl4pPr algn="ctr">
              <a:defRPr sz="1650" b="1">
                <a:solidFill>
                  <a:srgbClr val="000000"/>
                </a:solidFill>
                <a:latin typeface="Times New Roman"/>
                <a:ea typeface="Times New Roman"/>
                <a:cs typeface="Times New Roman"/>
              </a:defRPr>
            </a:lvl4pPr>
            <a:lvl5pPr algn="ctr">
              <a:defRPr sz="1650" b="1">
                <a:solidFill>
                  <a:srgbClr val="000000"/>
                </a:solidFill>
                <a:latin typeface="Times New Roman"/>
                <a:ea typeface="Times New Roman"/>
                <a:cs typeface="Times New Roman"/>
              </a:defRPr>
            </a:lvl5pPr>
            <a:lvl6pPr algn="ctr">
              <a:defRPr sz="1650" b="1">
                <a:solidFill>
                  <a:srgbClr val="000000"/>
                </a:solidFill>
                <a:latin typeface="Times New Roman"/>
                <a:ea typeface="Times New Roman"/>
                <a:cs typeface="Times New Roman"/>
              </a:defRPr>
            </a:lvl6pPr>
            <a:lvl7pPr algn="ctr">
              <a:defRPr sz="1650" b="1">
                <a:solidFill>
                  <a:srgbClr val="000000"/>
                </a:solidFill>
                <a:latin typeface="Times New Roman"/>
                <a:ea typeface="Times New Roman"/>
                <a:cs typeface="Times New Roman"/>
              </a:defRPr>
            </a:lvl7pPr>
            <a:lvl8pPr algn="ctr">
              <a:defRPr sz="1650" b="1">
                <a:solidFill>
                  <a:srgbClr val="000000"/>
                </a:solidFill>
                <a:latin typeface="Times New Roman"/>
                <a:ea typeface="Times New Roman"/>
                <a:cs typeface="Times New Roman"/>
              </a:defRPr>
            </a:lvl8pPr>
            <a:lvl9pPr algn="ctr">
              <a:defRPr sz="1650" b="1">
                <a:solidFill>
                  <a:srgbClr val="000000"/>
                </a:solidFill>
                <a:latin typeface="Times New Roman"/>
                <a:ea typeface="Times New Roman"/>
                <a:cs typeface="Times New Roman"/>
              </a:defRPr>
            </a:lvl9pPr>
          </a:lstStyle>
          <a:p xmlns:a="http://schemas.openxmlformats.org/drawingml/2006/main">
            <a:pPr algn="ctr">
              <a:defRPr sz="1650" b="1">
                <a:solidFill>
                  <a:srgbClr val="000000"/>
                </a:solidFill>
                <a:latin typeface="Times New Roman"/>
                <a:ea typeface="Times New Roman"/>
                <a:cs typeface="Times New Roman"/>
              </a:defRPr>
            </a:pPr>
            <a:r>
              <a:rPr sz="1650" b="1">
                <a:solidFill>
                  <a:srgbClr val="000000"/>
                </a:solidFill>
                <a:latin typeface="Times New Roman"/>
                <a:ea typeface="Times New Roman"/>
                <a:cs typeface="Times New Roman"/>
              </a:rPr>
              <a:t>1</a:t>
            </a:r>
          </a:p>
        </p:txBody>
      </p:sp>
      <p:sp>
        <p:nvSpPr>
          <p:cNvPr id="26" name="">
            <a:extLst xmlns:a="http://schemas.openxmlformats.org/drawingml/2006/main">
              <a:ext uri="{FF2B5EF4-FFF2-40B4-BE49-F238E27FC236}">
                <a16:creationId xmlns:a16="http://schemas.microsoft.com/office/drawing/2014/main" id="{AA1734EA-FE30-4E0B-94DC-CD990CD8D269}"/>
              </a:ext>
            </a:extLst>
          </p:cNvPr>
          <p:cNvSpPr>
            <a:spLocks xmlns:a="http://schemas.openxmlformats.org/drawingml/2006/main" noGrp="1"/>
          </p:cNvSpPr>
          <p:nvPr/>
        </p:nvSpPr>
        <p:spPr>
          <a:xfrm xmlns:a="http://schemas.openxmlformats.org/drawingml/2006/main">
            <a:off x="1647825" y="2190750"/>
            <a:ext cx="552450" cy="552450"/>
          </a:xfrm>
          <a:prstGeom xmlns:a="http://schemas.openxmlformats.org/drawingml/2006/main" prst="ellipse">
            <a:avLst/>
          </a:prstGeom>
          <a:solidFill xmlns:a="http://schemas.openxmlformats.org/drawingml/2006/main">
            <a:srgbClr val="E9F4FD"/>
          </a:solidFill>
          <a:ln xmlns:a="http://schemas.openxmlformats.org/drawingml/2006/main" w="14288">
            <a:solidFill>
              <a:srgbClr val="1686D9"/>
            </a:solidFill>
            <a:prstDash val="solid"/>
          </a:ln>
        </p:spPr>
      </p:sp>
      <p:sp>
        <p:nvSpPr>
          <p:cNvPr id="27" name="">
            <a:extLst xmlns:a="http://schemas.openxmlformats.org/drawingml/2006/main">
              <a:ext uri="{FF2B5EF4-FFF2-40B4-BE49-F238E27FC236}">
                <a16:creationId xmlns:a16="http://schemas.microsoft.com/office/drawing/2014/main" id="{628DF30F-BE18-4A5D-99D9-1C8B246C7FD1}"/>
              </a:ext>
            </a:extLst>
          </p:cNvPr>
          <p:cNvSpPr>
            <a:spLocks xmlns:a="http://schemas.openxmlformats.org/drawingml/2006/main" noGrp="1"/>
          </p:cNvSpPr>
          <p:nvPr/>
        </p:nvSpPr>
        <p:spPr>
          <a:xfrm xmlns:a="http://schemas.openxmlformats.org/drawingml/2006/main">
            <a:off x="1790700" y="2305050"/>
            <a:ext cx="238125" cy="238125"/>
          </a:xfrm>
          <a:prstGeom xmlns:a="http://schemas.openxmlformats.org/drawingml/2006/main" prst="ellipse">
            <a:avLst/>
          </a:prstGeom>
          <a:solidFill xmlns:a="http://schemas.openxmlformats.org/drawingml/2006/main">
            <a:srgbClr val="FFFFFF"/>
          </a:solidFill>
          <a:ln xmlns:a="http://schemas.openxmlformats.org/drawingml/2006/main" w="19050">
            <a:solidFill>
              <a:srgbClr val="1686D9"/>
            </a:solidFill>
            <a:prstDash val="solid"/>
          </a:ln>
        </p:spPr>
      </p:sp>
      <p:sp>
        <p:nvSpPr>
          <p:cNvPr id="28" name="">
            <a:extLst xmlns:a="http://schemas.openxmlformats.org/drawingml/2006/main">
              <a:ext uri="{FF2B5EF4-FFF2-40B4-BE49-F238E27FC236}">
                <a16:creationId xmlns:a16="http://schemas.microsoft.com/office/drawing/2014/main" id="{37C7FB41-72DD-46F7-BCAA-ACE21E9DEF55}"/>
              </a:ext>
            </a:extLst>
          </p:cNvPr>
          <p:cNvSpPr>
            <a:spLocks xmlns:a="http://schemas.openxmlformats.org/drawingml/2006/main" noGrp="1"/>
          </p:cNvSpPr>
          <p:nvPr/>
        </p:nvSpPr>
        <p:spPr>
          <a:xfrm xmlns:a="http://schemas.openxmlformats.org/drawingml/2006/main">
            <a:off x="1990725" y="2543175"/>
            <a:ext cx="152400" cy="3810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EE8E40B-C64F-4617-96E0-C0B6DCD51E40}"/>
              </a:ext>
            </a:extLst>
          </p:cNvPr>
          <p:cNvSpPr>
            <a:spLocks xmlns:a="http://schemas.openxmlformats.org/drawingml/2006/main" noGrp="1"/>
          </p:cNvSpPr>
          <p:nvPr/>
        </p:nvSpPr>
        <p:spPr>
          <a:xfrm xmlns:a="http://schemas.openxmlformats.org/drawingml/2006/main">
            <a:off x="904875" y="2895600"/>
            <a:ext cx="20383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0">
                <a:solidFill>
                  <a:srgbClr val="000000"/>
                </a:solidFill>
                <a:latin typeface="Times New Roman"/>
                <a:ea typeface="Times New Roman"/>
                <a:cs typeface="Times New Roman"/>
              </a:defRPr>
            </a:defPPr>
            <a:lvl1pPr algn="ctr">
              <a:defRPr sz="1275" b="0">
                <a:solidFill>
                  <a:srgbClr val="000000"/>
                </a:solidFill>
                <a:latin typeface="Times New Roman"/>
                <a:ea typeface="Times New Roman"/>
                <a:cs typeface="Times New Roman"/>
              </a:defRPr>
            </a:lvl1pPr>
            <a:lvl2pPr algn="ctr">
              <a:defRPr sz="1275" b="0">
                <a:solidFill>
                  <a:srgbClr val="000000"/>
                </a:solidFill>
                <a:latin typeface="Times New Roman"/>
                <a:ea typeface="Times New Roman"/>
                <a:cs typeface="Times New Roman"/>
              </a:defRPr>
            </a:lvl2pPr>
            <a:lvl3pPr algn="ctr">
              <a:defRPr sz="1275" b="0">
                <a:solidFill>
                  <a:srgbClr val="000000"/>
                </a:solidFill>
                <a:latin typeface="Times New Roman"/>
                <a:ea typeface="Times New Roman"/>
                <a:cs typeface="Times New Roman"/>
              </a:defRPr>
            </a:lvl3pPr>
            <a:lvl4pPr algn="ctr">
              <a:defRPr sz="1275" b="0">
                <a:solidFill>
                  <a:srgbClr val="000000"/>
                </a:solidFill>
                <a:latin typeface="Times New Roman"/>
                <a:ea typeface="Times New Roman"/>
                <a:cs typeface="Times New Roman"/>
              </a:defRPr>
            </a:lvl4pPr>
            <a:lvl5pPr algn="ctr">
              <a:defRPr sz="1275" b="0">
                <a:solidFill>
                  <a:srgbClr val="000000"/>
                </a:solidFill>
                <a:latin typeface="Times New Roman"/>
                <a:ea typeface="Times New Roman"/>
                <a:cs typeface="Times New Roman"/>
              </a:defRPr>
            </a:lvl5pPr>
            <a:lvl6pPr algn="ctr">
              <a:defRPr sz="1275" b="0">
                <a:solidFill>
                  <a:srgbClr val="000000"/>
                </a:solidFill>
                <a:latin typeface="Times New Roman"/>
                <a:ea typeface="Times New Roman"/>
                <a:cs typeface="Times New Roman"/>
              </a:defRPr>
            </a:lvl6pPr>
            <a:lvl7pPr algn="ctr">
              <a:defRPr sz="1275" b="0">
                <a:solidFill>
                  <a:srgbClr val="000000"/>
                </a:solidFill>
                <a:latin typeface="Times New Roman"/>
                <a:ea typeface="Times New Roman"/>
                <a:cs typeface="Times New Roman"/>
              </a:defRPr>
            </a:lvl7pPr>
            <a:lvl8pPr algn="ctr">
              <a:defRPr sz="1275" b="0">
                <a:solidFill>
                  <a:srgbClr val="000000"/>
                </a:solidFill>
                <a:latin typeface="Times New Roman"/>
                <a:ea typeface="Times New Roman"/>
                <a:cs typeface="Times New Roman"/>
              </a:defRPr>
            </a:lvl8pPr>
            <a:lvl9pPr algn="ctr">
              <a:defRPr sz="1275" b="0">
                <a:solidFill>
                  <a:srgbClr val="000000"/>
                </a:solidFill>
                <a:latin typeface="Times New Roman"/>
                <a:ea typeface="Times New Roman"/>
                <a:cs typeface="Times New Roman"/>
              </a:defRPr>
            </a:lvl9pPr>
          </a:lstStyle>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Find a promising role across different sources.</a:t>
            </a:r>
          </a:p>
        </p:txBody>
      </p:sp>
      <p:sp>
        <p:nvSpPr>
          <p:cNvPr id="30" name="">
            <a:extLst xmlns:a="http://schemas.openxmlformats.org/drawingml/2006/main">
              <a:ext uri="{FF2B5EF4-FFF2-40B4-BE49-F238E27FC236}">
                <a16:creationId xmlns:a16="http://schemas.microsoft.com/office/drawing/2014/main" id="{B3589BF5-5BE2-45CD-83C1-D139525F7D4A}"/>
              </a:ext>
            </a:extLst>
          </p:cNvPr>
          <p:cNvSpPr>
            <a:spLocks xmlns:a="http://schemas.openxmlformats.org/drawingml/2006/main" noGrp="1"/>
          </p:cNvSpPr>
          <p:nvPr/>
        </p:nvSpPr>
        <p:spPr>
          <a:xfrm xmlns:a="http://schemas.openxmlformats.org/drawingml/2006/main">
            <a:off x="3524250" y="1952625"/>
            <a:ext cx="2362200" cy="232410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11430">
            <a:solidFill>
              <a:srgbClr val="405DE0"/>
            </a:solidFill>
            <a:prstDash val="solid"/>
          </a:ln>
        </p:spPr>
      </p:sp>
      <p:sp>
        <p:nvSpPr>
          <p:cNvPr id="31" name="">
            <a:extLst xmlns:a="http://schemas.openxmlformats.org/drawingml/2006/main">
              <a:ext uri="{FF2B5EF4-FFF2-40B4-BE49-F238E27FC236}">
                <a16:creationId xmlns:a16="http://schemas.microsoft.com/office/drawing/2014/main" id="{88C41908-FCF7-4214-B2DE-E52FC1D14A7C}"/>
              </a:ext>
            </a:extLst>
          </p:cNvPr>
          <p:cNvSpPr>
            <a:spLocks xmlns:a="http://schemas.openxmlformats.org/drawingml/2006/main" noGrp="1"/>
          </p:cNvSpPr>
          <p:nvPr/>
        </p:nvSpPr>
        <p:spPr>
          <a:xfrm xmlns:a="http://schemas.openxmlformats.org/drawingml/2006/main">
            <a:off x="4410075" y="1562100"/>
            <a:ext cx="590550" cy="590550"/>
          </a:xfrm>
          <a:prstGeom xmlns:a="http://schemas.openxmlformats.org/drawingml/2006/main" prst="ellipse">
            <a:avLst/>
          </a:prstGeom>
          <a:solidFill xmlns:a="http://schemas.openxmlformats.org/drawingml/2006/main">
            <a:srgbClr val="EEF0FF"/>
          </a:solidFill>
          <a:ln xmlns:a="http://schemas.openxmlformats.org/drawingml/2006/main" w="19050">
            <a:solidFill>
              <a:srgbClr val="405DE0"/>
            </a:solidFill>
            <a:prstDash val="solid"/>
          </a:ln>
        </p:spPr>
      </p:sp>
      <p:sp>
        <p:nvSpPr>
          <p:cNvPr id="32" name="">
            <a:extLst xmlns:a="http://schemas.openxmlformats.org/drawingml/2006/main">
              <a:ext uri="{FF2B5EF4-FFF2-40B4-BE49-F238E27FC236}">
                <a16:creationId xmlns:a16="http://schemas.microsoft.com/office/drawing/2014/main" id="{FA2CF917-635A-4923-BD35-951D24781280}"/>
              </a:ext>
            </a:extLst>
          </p:cNvPr>
          <p:cNvSpPr>
            <a:spLocks xmlns:a="http://schemas.openxmlformats.org/drawingml/2006/main" noGrp="1"/>
          </p:cNvSpPr>
          <p:nvPr/>
        </p:nvSpPr>
        <p:spPr>
          <a:xfrm xmlns:a="http://schemas.openxmlformats.org/drawingml/2006/main">
            <a:off x="4410075" y="169545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00000"/>
                </a:solidFill>
                <a:latin typeface="Times New Roman"/>
                <a:ea typeface="Times New Roman"/>
                <a:cs typeface="Times New Roman"/>
              </a:defRPr>
            </a:defPPr>
            <a:lvl1pPr algn="ctr">
              <a:defRPr sz="1650" b="1">
                <a:solidFill>
                  <a:srgbClr val="000000"/>
                </a:solidFill>
                <a:latin typeface="Times New Roman"/>
                <a:ea typeface="Times New Roman"/>
                <a:cs typeface="Times New Roman"/>
              </a:defRPr>
            </a:lvl1pPr>
            <a:lvl2pPr algn="ctr">
              <a:defRPr sz="1650" b="1">
                <a:solidFill>
                  <a:srgbClr val="000000"/>
                </a:solidFill>
                <a:latin typeface="Times New Roman"/>
                <a:ea typeface="Times New Roman"/>
                <a:cs typeface="Times New Roman"/>
              </a:defRPr>
            </a:lvl2pPr>
            <a:lvl3pPr algn="ctr">
              <a:defRPr sz="1650" b="1">
                <a:solidFill>
                  <a:srgbClr val="000000"/>
                </a:solidFill>
                <a:latin typeface="Times New Roman"/>
                <a:ea typeface="Times New Roman"/>
                <a:cs typeface="Times New Roman"/>
              </a:defRPr>
            </a:lvl3pPr>
            <a:lvl4pPr algn="ctr">
              <a:defRPr sz="1650" b="1">
                <a:solidFill>
                  <a:srgbClr val="000000"/>
                </a:solidFill>
                <a:latin typeface="Times New Roman"/>
                <a:ea typeface="Times New Roman"/>
                <a:cs typeface="Times New Roman"/>
              </a:defRPr>
            </a:lvl4pPr>
            <a:lvl5pPr algn="ctr">
              <a:defRPr sz="1650" b="1">
                <a:solidFill>
                  <a:srgbClr val="000000"/>
                </a:solidFill>
                <a:latin typeface="Times New Roman"/>
                <a:ea typeface="Times New Roman"/>
                <a:cs typeface="Times New Roman"/>
              </a:defRPr>
            </a:lvl5pPr>
            <a:lvl6pPr algn="ctr">
              <a:defRPr sz="1650" b="1">
                <a:solidFill>
                  <a:srgbClr val="000000"/>
                </a:solidFill>
                <a:latin typeface="Times New Roman"/>
                <a:ea typeface="Times New Roman"/>
                <a:cs typeface="Times New Roman"/>
              </a:defRPr>
            </a:lvl6pPr>
            <a:lvl7pPr algn="ctr">
              <a:defRPr sz="1650" b="1">
                <a:solidFill>
                  <a:srgbClr val="000000"/>
                </a:solidFill>
                <a:latin typeface="Times New Roman"/>
                <a:ea typeface="Times New Roman"/>
                <a:cs typeface="Times New Roman"/>
              </a:defRPr>
            </a:lvl7pPr>
            <a:lvl8pPr algn="ctr">
              <a:defRPr sz="1650" b="1">
                <a:solidFill>
                  <a:srgbClr val="000000"/>
                </a:solidFill>
                <a:latin typeface="Times New Roman"/>
                <a:ea typeface="Times New Roman"/>
                <a:cs typeface="Times New Roman"/>
              </a:defRPr>
            </a:lvl8pPr>
            <a:lvl9pPr algn="ctr">
              <a:defRPr sz="1650" b="1">
                <a:solidFill>
                  <a:srgbClr val="000000"/>
                </a:solidFill>
                <a:latin typeface="Times New Roman"/>
                <a:ea typeface="Times New Roman"/>
                <a:cs typeface="Times New Roman"/>
              </a:defRPr>
            </a:lvl9pPr>
          </a:lstStyle>
          <a:p xmlns:a="http://schemas.openxmlformats.org/drawingml/2006/main">
            <a:pPr algn="ctr">
              <a:defRPr sz="1650" b="1">
                <a:solidFill>
                  <a:srgbClr val="000000"/>
                </a:solidFill>
                <a:latin typeface="Times New Roman"/>
                <a:ea typeface="Times New Roman"/>
                <a:cs typeface="Times New Roman"/>
              </a:defRPr>
            </a:pPr>
            <a:r>
              <a:rPr sz="1650" b="1">
                <a:solidFill>
                  <a:srgbClr val="000000"/>
                </a:solidFill>
                <a:latin typeface="Times New Roman"/>
                <a:ea typeface="Times New Roman"/>
                <a:cs typeface="Times New Roman"/>
              </a:rPr>
              <a:t>2</a:t>
            </a:r>
          </a:p>
        </p:txBody>
      </p:sp>
      <p:sp>
        <p:nvSpPr>
          <p:cNvPr id="33" name="">
            <a:extLst xmlns:a="http://schemas.openxmlformats.org/drawingml/2006/main">
              <a:ext uri="{FF2B5EF4-FFF2-40B4-BE49-F238E27FC236}">
                <a16:creationId xmlns:a16="http://schemas.microsoft.com/office/drawing/2014/main" id="{18B9F32E-5324-4695-ACE6-9F1655D1C117}"/>
              </a:ext>
            </a:extLst>
          </p:cNvPr>
          <p:cNvSpPr>
            <a:spLocks xmlns:a="http://schemas.openxmlformats.org/drawingml/2006/main" noGrp="1"/>
          </p:cNvSpPr>
          <p:nvPr/>
        </p:nvSpPr>
        <p:spPr>
          <a:xfrm xmlns:a="http://schemas.openxmlformats.org/drawingml/2006/main">
            <a:off x="4429125" y="2190750"/>
            <a:ext cx="552450" cy="552450"/>
          </a:xfrm>
          <a:prstGeom xmlns:a="http://schemas.openxmlformats.org/drawingml/2006/main" prst="ellipse">
            <a:avLst/>
          </a:prstGeom>
          <a:solidFill xmlns:a="http://schemas.openxmlformats.org/drawingml/2006/main">
            <a:srgbClr val="EEF0FF"/>
          </a:solidFill>
          <a:ln xmlns:a="http://schemas.openxmlformats.org/drawingml/2006/main" w="14288">
            <a:solidFill>
              <a:srgbClr val="405DE0"/>
            </a:solidFill>
            <a:prstDash val="solid"/>
          </a:ln>
        </p:spPr>
      </p:sp>
      <p:sp>
        <p:nvSpPr>
          <p:cNvPr id="34" name="">
            <a:extLst xmlns:a="http://schemas.openxmlformats.org/drawingml/2006/main">
              <a:ext uri="{FF2B5EF4-FFF2-40B4-BE49-F238E27FC236}">
                <a16:creationId xmlns:a16="http://schemas.microsoft.com/office/drawing/2014/main" id="{6BAA7F21-1421-4D43-8BAF-F2F8D7D497BD}"/>
              </a:ext>
            </a:extLst>
          </p:cNvPr>
          <p:cNvSpPr>
            <a:spLocks xmlns:a="http://schemas.openxmlformats.org/drawingml/2006/main" noGrp="1"/>
          </p:cNvSpPr>
          <p:nvPr/>
        </p:nvSpPr>
        <p:spPr>
          <a:xfrm xmlns:a="http://schemas.openxmlformats.org/drawingml/2006/main">
            <a:off x="4572000" y="2276475"/>
            <a:ext cx="276225" cy="38100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405DE0"/>
            </a:solidFill>
            <a:prstDash val="solid"/>
          </a:ln>
        </p:spPr>
      </p:sp>
      <p:sp>
        <p:nvSpPr>
          <p:cNvPr id="35" name="">
            <a:extLst xmlns:a="http://schemas.openxmlformats.org/drawingml/2006/main">
              <a:ext uri="{FF2B5EF4-FFF2-40B4-BE49-F238E27FC236}">
                <a16:creationId xmlns:a16="http://schemas.microsoft.com/office/drawing/2014/main" id="{19E911FE-2F0E-4926-969E-F8D17B4F6F18}"/>
              </a:ext>
            </a:extLst>
          </p:cNvPr>
          <p:cNvSpPr>
            <a:spLocks xmlns:a="http://schemas.openxmlformats.org/drawingml/2006/main" noGrp="1"/>
          </p:cNvSpPr>
          <p:nvPr/>
        </p:nvSpPr>
        <p:spPr>
          <a:xfrm xmlns:a="http://schemas.openxmlformats.org/drawingml/2006/main">
            <a:off x="4629150" y="2381250"/>
            <a:ext cx="161925" cy="2857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BB6E847-8859-4F47-A549-55628F9B76A4}"/>
              </a:ext>
            </a:extLst>
          </p:cNvPr>
          <p:cNvSpPr>
            <a:spLocks xmlns:a="http://schemas.openxmlformats.org/drawingml/2006/main" noGrp="1"/>
          </p:cNvSpPr>
          <p:nvPr/>
        </p:nvSpPr>
        <p:spPr>
          <a:xfrm xmlns:a="http://schemas.openxmlformats.org/drawingml/2006/main">
            <a:off x="4629150" y="2457450"/>
            <a:ext cx="171450" cy="2857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CE72F04-E343-49E8-86F7-AE1D9099C509}"/>
              </a:ext>
            </a:extLst>
          </p:cNvPr>
          <p:cNvSpPr>
            <a:spLocks xmlns:a="http://schemas.openxmlformats.org/drawingml/2006/main" noGrp="1"/>
          </p:cNvSpPr>
          <p:nvPr/>
        </p:nvSpPr>
        <p:spPr>
          <a:xfrm xmlns:a="http://schemas.openxmlformats.org/drawingml/2006/main">
            <a:off x="4629150" y="2533650"/>
            <a:ext cx="114300" cy="2857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6239E05-8EA4-4238-B573-F4884E370FCC}"/>
              </a:ext>
            </a:extLst>
          </p:cNvPr>
          <p:cNvSpPr>
            <a:spLocks xmlns:a="http://schemas.openxmlformats.org/drawingml/2006/main" noGrp="1"/>
          </p:cNvSpPr>
          <p:nvPr/>
        </p:nvSpPr>
        <p:spPr>
          <a:xfrm xmlns:a="http://schemas.openxmlformats.org/drawingml/2006/main">
            <a:off x="3686175" y="2895600"/>
            <a:ext cx="20383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0">
                <a:solidFill>
                  <a:srgbClr val="000000"/>
                </a:solidFill>
                <a:latin typeface="Times New Roman"/>
                <a:ea typeface="Times New Roman"/>
                <a:cs typeface="Times New Roman"/>
              </a:defRPr>
            </a:defPPr>
            <a:lvl1pPr algn="ctr">
              <a:defRPr sz="1275" b="0">
                <a:solidFill>
                  <a:srgbClr val="000000"/>
                </a:solidFill>
                <a:latin typeface="Times New Roman"/>
                <a:ea typeface="Times New Roman"/>
                <a:cs typeface="Times New Roman"/>
              </a:defRPr>
            </a:lvl1pPr>
            <a:lvl2pPr algn="ctr">
              <a:defRPr sz="1275" b="0">
                <a:solidFill>
                  <a:srgbClr val="000000"/>
                </a:solidFill>
                <a:latin typeface="Times New Roman"/>
                <a:ea typeface="Times New Roman"/>
                <a:cs typeface="Times New Roman"/>
              </a:defRPr>
            </a:lvl2pPr>
            <a:lvl3pPr algn="ctr">
              <a:defRPr sz="1275" b="0">
                <a:solidFill>
                  <a:srgbClr val="000000"/>
                </a:solidFill>
                <a:latin typeface="Times New Roman"/>
                <a:ea typeface="Times New Roman"/>
                <a:cs typeface="Times New Roman"/>
              </a:defRPr>
            </a:lvl3pPr>
            <a:lvl4pPr algn="ctr">
              <a:defRPr sz="1275" b="0">
                <a:solidFill>
                  <a:srgbClr val="000000"/>
                </a:solidFill>
                <a:latin typeface="Times New Roman"/>
                <a:ea typeface="Times New Roman"/>
                <a:cs typeface="Times New Roman"/>
              </a:defRPr>
            </a:lvl4pPr>
            <a:lvl5pPr algn="ctr">
              <a:defRPr sz="1275" b="0">
                <a:solidFill>
                  <a:srgbClr val="000000"/>
                </a:solidFill>
                <a:latin typeface="Times New Roman"/>
                <a:ea typeface="Times New Roman"/>
                <a:cs typeface="Times New Roman"/>
              </a:defRPr>
            </a:lvl5pPr>
            <a:lvl6pPr algn="ctr">
              <a:defRPr sz="1275" b="0">
                <a:solidFill>
                  <a:srgbClr val="000000"/>
                </a:solidFill>
                <a:latin typeface="Times New Roman"/>
                <a:ea typeface="Times New Roman"/>
                <a:cs typeface="Times New Roman"/>
              </a:defRPr>
            </a:lvl6pPr>
            <a:lvl7pPr algn="ctr">
              <a:defRPr sz="1275" b="0">
                <a:solidFill>
                  <a:srgbClr val="000000"/>
                </a:solidFill>
                <a:latin typeface="Times New Roman"/>
                <a:ea typeface="Times New Roman"/>
                <a:cs typeface="Times New Roman"/>
              </a:defRPr>
            </a:lvl7pPr>
            <a:lvl8pPr algn="ctr">
              <a:defRPr sz="1275" b="0">
                <a:solidFill>
                  <a:srgbClr val="000000"/>
                </a:solidFill>
                <a:latin typeface="Times New Roman"/>
                <a:ea typeface="Times New Roman"/>
                <a:cs typeface="Times New Roman"/>
              </a:defRPr>
            </a:lvl8pPr>
            <a:lvl9pPr algn="ctr">
              <a:defRPr sz="1275" b="0">
                <a:solidFill>
                  <a:srgbClr val="000000"/>
                </a:solidFill>
                <a:latin typeface="Times New Roman"/>
                <a:ea typeface="Times New Roman"/>
                <a:cs typeface="Times New Roman"/>
              </a:defRPr>
            </a:lvl9pPr>
          </a:lstStyle>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Work out what the description really asks for.</a:t>
            </a:r>
          </a:p>
        </p:txBody>
      </p:sp>
      <p:sp>
        <p:nvSpPr>
          <p:cNvPr id="39" name="">
            <a:extLst xmlns:a="http://schemas.openxmlformats.org/drawingml/2006/main">
              <a:ext uri="{FF2B5EF4-FFF2-40B4-BE49-F238E27FC236}">
                <a16:creationId xmlns:a16="http://schemas.microsoft.com/office/drawing/2014/main" id="{95FB0567-D0F0-4A86-818F-279178E4A181}"/>
              </a:ext>
            </a:extLst>
          </p:cNvPr>
          <p:cNvSpPr>
            <a:spLocks xmlns:a="http://schemas.openxmlformats.org/drawingml/2006/main" noGrp="1"/>
          </p:cNvSpPr>
          <p:nvPr/>
        </p:nvSpPr>
        <p:spPr>
          <a:xfrm xmlns:a="http://schemas.openxmlformats.org/drawingml/2006/main">
            <a:off x="6305550" y="1952625"/>
            <a:ext cx="2362200" cy="232410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11430">
            <a:solidFill>
              <a:srgbClr val="C77A37"/>
            </a:solidFill>
            <a:prstDash val="solid"/>
          </a:ln>
        </p:spPr>
      </p:sp>
      <p:sp>
        <p:nvSpPr>
          <p:cNvPr id="40" name="">
            <a:extLst xmlns:a="http://schemas.openxmlformats.org/drawingml/2006/main">
              <a:ext uri="{FF2B5EF4-FFF2-40B4-BE49-F238E27FC236}">
                <a16:creationId xmlns:a16="http://schemas.microsoft.com/office/drawing/2014/main" id="{39D98BF1-D03F-4C1E-BF2D-2FDCEB2A579A}"/>
              </a:ext>
            </a:extLst>
          </p:cNvPr>
          <p:cNvSpPr>
            <a:spLocks xmlns:a="http://schemas.openxmlformats.org/drawingml/2006/main" noGrp="1"/>
          </p:cNvSpPr>
          <p:nvPr/>
        </p:nvSpPr>
        <p:spPr>
          <a:xfrm xmlns:a="http://schemas.openxmlformats.org/drawingml/2006/main">
            <a:off x="7191375" y="1562100"/>
            <a:ext cx="590550" cy="590550"/>
          </a:xfrm>
          <a:prstGeom xmlns:a="http://schemas.openxmlformats.org/drawingml/2006/main" prst="ellipse">
            <a:avLst/>
          </a:prstGeom>
          <a:solidFill xmlns:a="http://schemas.openxmlformats.org/drawingml/2006/main">
            <a:srgbClr val="F1ECFA"/>
          </a:solidFill>
          <a:ln xmlns:a="http://schemas.openxmlformats.org/drawingml/2006/main" w="19050">
            <a:solidFill>
              <a:srgbClr val="C77A37"/>
            </a:solidFill>
            <a:prstDash val="solid"/>
          </a:ln>
        </p:spPr>
      </p:sp>
      <p:sp>
        <p:nvSpPr>
          <p:cNvPr id="41" name="">
            <a:extLst xmlns:a="http://schemas.openxmlformats.org/drawingml/2006/main">
              <a:ext uri="{FF2B5EF4-FFF2-40B4-BE49-F238E27FC236}">
                <a16:creationId xmlns:a16="http://schemas.microsoft.com/office/drawing/2014/main" id="{01068604-ACE4-4767-A967-8030A1ED7617}"/>
              </a:ext>
            </a:extLst>
          </p:cNvPr>
          <p:cNvSpPr>
            <a:spLocks xmlns:a="http://schemas.openxmlformats.org/drawingml/2006/main" noGrp="1"/>
          </p:cNvSpPr>
          <p:nvPr/>
        </p:nvSpPr>
        <p:spPr>
          <a:xfrm xmlns:a="http://schemas.openxmlformats.org/drawingml/2006/main">
            <a:off x="7191375" y="169545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00000"/>
                </a:solidFill>
                <a:latin typeface="Times New Roman"/>
                <a:ea typeface="Times New Roman"/>
                <a:cs typeface="Times New Roman"/>
              </a:defRPr>
            </a:defPPr>
            <a:lvl1pPr algn="ctr">
              <a:defRPr sz="1650" b="1">
                <a:solidFill>
                  <a:srgbClr val="000000"/>
                </a:solidFill>
                <a:latin typeface="Times New Roman"/>
                <a:ea typeface="Times New Roman"/>
                <a:cs typeface="Times New Roman"/>
              </a:defRPr>
            </a:lvl1pPr>
            <a:lvl2pPr algn="ctr">
              <a:defRPr sz="1650" b="1">
                <a:solidFill>
                  <a:srgbClr val="000000"/>
                </a:solidFill>
                <a:latin typeface="Times New Roman"/>
                <a:ea typeface="Times New Roman"/>
                <a:cs typeface="Times New Roman"/>
              </a:defRPr>
            </a:lvl2pPr>
            <a:lvl3pPr algn="ctr">
              <a:defRPr sz="1650" b="1">
                <a:solidFill>
                  <a:srgbClr val="000000"/>
                </a:solidFill>
                <a:latin typeface="Times New Roman"/>
                <a:ea typeface="Times New Roman"/>
                <a:cs typeface="Times New Roman"/>
              </a:defRPr>
            </a:lvl3pPr>
            <a:lvl4pPr algn="ctr">
              <a:defRPr sz="1650" b="1">
                <a:solidFill>
                  <a:srgbClr val="000000"/>
                </a:solidFill>
                <a:latin typeface="Times New Roman"/>
                <a:ea typeface="Times New Roman"/>
                <a:cs typeface="Times New Roman"/>
              </a:defRPr>
            </a:lvl4pPr>
            <a:lvl5pPr algn="ctr">
              <a:defRPr sz="1650" b="1">
                <a:solidFill>
                  <a:srgbClr val="000000"/>
                </a:solidFill>
                <a:latin typeface="Times New Roman"/>
                <a:ea typeface="Times New Roman"/>
                <a:cs typeface="Times New Roman"/>
              </a:defRPr>
            </a:lvl5pPr>
            <a:lvl6pPr algn="ctr">
              <a:defRPr sz="1650" b="1">
                <a:solidFill>
                  <a:srgbClr val="000000"/>
                </a:solidFill>
                <a:latin typeface="Times New Roman"/>
                <a:ea typeface="Times New Roman"/>
                <a:cs typeface="Times New Roman"/>
              </a:defRPr>
            </a:lvl6pPr>
            <a:lvl7pPr algn="ctr">
              <a:defRPr sz="1650" b="1">
                <a:solidFill>
                  <a:srgbClr val="000000"/>
                </a:solidFill>
                <a:latin typeface="Times New Roman"/>
                <a:ea typeface="Times New Roman"/>
                <a:cs typeface="Times New Roman"/>
              </a:defRPr>
            </a:lvl7pPr>
            <a:lvl8pPr algn="ctr">
              <a:defRPr sz="1650" b="1">
                <a:solidFill>
                  <a:srgbClr val="000000"/>
                </a:solidFill>
                <a:latin typeface="Times New Roman"/>
                <a:ea typeface="Times New Roman"/>
                <a:cs typeface="Times New Roman"/>
              </a:defRPr>
            </a:lvl8pPr>
            <a:lvl9pPr algn="ctr">
              <a:defRPr sz="1650" b="1">
                <a:solidFill>
                  <a:srgbClr val="000000"/>
                </a:solidFill>
                <a:latin typeface="Times New Roman"/>
                <a:ea typeface="Times New Roman"/>
                <a:cs typeface="Times New Roman"/>
              </a:defRPr>
            </a:lvl9pPr>
          </a:lstStyle>
          <a:p xmlns:a="http://schemas.openxmlformats.org/drawingml/2006/main">
            <a:pPr algn="ctr">
              <a:defRPr sz="1650" b="1">
                <a:solidFill>
                  <a:srgbClr val="000000"/>
                </a:solidFill>
                <a:latin typeface="Times New Roman"/>
                <a:ea typeface="Times New Roman"/>
                <a:cs typeface="Times New Roman"/>
              </a:defRPr>
            </a:pPr>
            <a:r>
              <a:rPr sz="1650" b="1">
                <a:solidFill>
                  <a:srgbClr val="000000"/>
                </a:solidFill>
                <a:latin typeface="Times New Roman"/>
                <a:ea typeface="Times New Roman"/>
                <a:cs typeface="Times New Roman"/>
              </a:rPr>
              <a:t>3</a:t>
            </a:r>
          </a:p>
        </p:txBody>
      </p:sp>
      <p:sp>
        <p:nvSpPr>
          <p:cNvPr id="42" name="">
            <a:extLst xmlns:a="http://schemas.openxmlformats.org/drawingml/2006/main">
              <a:ext uri="{FF2B5EF4-FFF2-40B4-BE49-F238E27FC236}">
                <a16:creationId xmlns:a16="http://schemas.microsoft.com/office/drawing/2014/main" id="{7D0BF91C-9F91-4A0C-A43B-1392964710BA}"/>
              </a:ext>
            </a:extLst>
          </p:cNvPr>
          <p:cNvSpPr>
            <a:spLocks xmlns:a="http://schemas.openxmlformats.org/drawingml/2006/main" noGrp="1"/>
          </p:cNvSpPr>
          <p:nvPr/>
        </p:nvSpPr>
        <p:spPr>
          <a:xfrm xmlns:a="http://schemas.openxmlformats.org/drawingml/2006/main">
            <a:off x="7210425" y="2190750"/>
            <a:ext cx="552450" cy="552450"/>
          </a:xfrm>
          <a:prstGeom xmlns:a="http://schemas.openxmlformats.org/drawingml/2006/main" prst="ellipse">
            <a:avLst/>
          </a:prstGeom>
          <a:solidFill xmlns:a="http://schemas.openxmlformats.org/drawingml/2006/main">
            <a:srgbClr val="F1ECFA"/>
          </a:solidFill>
          <a:ln xmlns:a="http://schemas.openxmlformats.org/drawingml/2006/main" w="14288">
            <a:solidFill>
              <a:srgbClr val="C77A37"/>
            </a:solidFill>
            <a:prstDash val="solid"/>
          </a:ln>
        </p:spPr>
      </p:sp>
      <p:sp>
        <p:nvSpPr>
          <p:cNvPr id="43" name="">
            <a:extLst xmlns:a="http://schemas.openxmlformats.org/drawingml/2006/main">
              <a:ext uri="{FF2B5EF4-FFF2-40B4-BE49-F238E27FC236}">
                <a16:creationId xmlns:a16="http://schemas.microsoft.com/office/drawing/2014/main" id="{131C35CD-7A49-40AE-A002-C0548D85B5A0}"/>
              </a:ext>
            </a:extLst>
          </p:cNvPr>
          <p:cNvSpPr>
            <a:spLocks xmlns:a="http://schemas.openxmlformats.org/drawingml/2006/main" noGrp="1"/>
          </p:cNvSpPr>
          <p:nvPr/>
        </p:nvSpPr>
        <p:spPr>
          <a:xfrm xmlns:a="http://schemas.openxmlformats.org/drawingml/2006/main">
            <a:off x="7334250" y="2295525"/>
            <a:ext cx="314325" cy="352425"/>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19050">
            <a:solidFill>
              <a:srgbClr val="C77A37"/>
            </a:solidFill>
            <a:prstDash val="solid"/>
          </a:ln>
        </p:spPr>
      </p:sp>
      <p:sp>
        <p:nvSpPr>
          <p:cNvPr id="44" name="">
            <a:extLst xmlns:a="http://schemas.openxmlformats.org/drawingml/2006/main">
              <a:ext uri="{FF2B5EF4-FFF2-40B4-BE49-F238E27FC236}">
                <a16:creationId xmlns:a16="http://schemas.microsoft.com/office/drawing/2014/main" id="{3F5D3EA5-49B0-4652-A4E9-70D1668D2425}"/>
              </a:ext>
            </a:extLst>
          </p:cNvPr>
          <p:cNvSpPr>
            <a:spLocks xmlns:a="http://schemas.openxmlformats.org/drawingml/2006/main" noGrp="1"/>
          </p:cNvSpPr>
          <p:nvPr/>
        </p:nvSpPr>
        <p:spPr>
          <a:xfrm xmlns:a="http://schemas.openxmlformats.org/drawingml/2006/main">
            <a:off x="7400925" y="2390775"/>
            <a:ext cx="180975" cy="28575"/>
          </a:xfrm>
          <a:prstGeom xmlns:a="http://schemas.openxmlformats.org/drawingml/2006/main" prst="rect">
            <a:avLst/>
          </a:prstGeom>
          <a:solidFill xmlns:a="http://schemas.openxmlformats.org/drawingml/2006/main">
            <a:srgbClr val="C77A3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D28CAD2-D47D-4706-A087-DCD0B3D0CEE0}"/>
              </a:ext>
            </a:extLst>
          </p:cNvPr>
          <p:cNvSpPr>
            <a:spLocks xmlns:a="http://schemas.openxmlformats.org/drawingml/2006/main" noGrp="1"/>
          </p:cNvSpPr>
          <p:nvPr/>
        </p:nvSpPr>
        <p:spPr>
          <a:xfrm xmlns:a="http://schemas.openxmlformats.org/drawingml/2006/main">
            <a:off x="7400925" y="2466975"/>
            <a:ext cx="142875" cy="28575"/>
          </a:xfrm>
          <a:prstGeom xmlns:a="http://schemas.openxmlformats.org/drawingml/2006/main" prst="rect">
            <a:avLst/>
          </a:prstGeom>
          <a:solidFill xmlns:a="http://schemas.openxmlformats.org/drawingml/2006/main">
            <a:srgbClr val="C77A3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1691A9A-F1CF-4931-9194-BDA82F68B44B}"/>
              </a:ext>
            </a:extLst>
          </p:cNvPr>
          <p:cNvSpPr>
            <a:spLocks xmlns:a="http://schemas.openxmlformats.org/drawingml/2006/main" noGrp="1"/>
          </p:cNvSpPr>
          <p:nvPr/>
        </p:nvSpPr>
        <p:spPr>
          <a:xfrm xmlns:a="http://schemas.openxmlformats.org/drawingml/2006/main">
            <a:off x="7524750" y="2514600"/>
            <a:ext cx="114300" cy="114300"/>
          </a:xfrm>
          <a:prstGeom xmlns:a="http://schemas.openxmlformats.org/drawingml/2006/main" prst="ellipse">
            <a:avLst/>
          </a:prstGeom>
          <a:solidFill xmlns:a="http://schemas.openxmlformats.org/drawingml/2006/main">
            <a:srgbClr val="529C72"/>
          </a:solidFill>
          <a:ln xmlns:a="http://schemas.openxmlformats.org/drawingml/2006/main" w="9525">
            <a:solidFill>
              <a:srgbClr val="529C72"/>
            </a:solidFill>
            <a:prstDash val="solid"/>
          </a:ln>
        </p:spPr>
      </p:sp>
      <p:sp>
        <p:nvSpPr>
          <p:cNvPr id="47" name="">
            <a:extLst xmlns:a="http://schemas.openxmlformats.org/drawingml/2006/main">
              <a:ext uri="{FF2B5EF4-FFF2-40B4-BE49-F238E27FC236}">
                <a16:creationId xmlns:a16="http://schemas.microsoft.com/office/drawing/2014/main" id="{D9A1E55C-CAD2-459C-828B-D906FB4D7E8A}"/>
              </a:ext>
            </a:extLst>
          </p:cNvPr>
          <p:cNvSpPr>
            <a:spLocks xmlns:a="http://schemas.openxmlformats.org/drawingml/2006/main" noGrp="1"/>
          </p:cNvSpPr>
          <p:nvPr/>
        </p:nvSpPr>
        <p:spPr>
          <a:xfrm xmlns:a="http://schemas.openxmlformats.org/drawingml/2006/main">
            <a:off x="6467475" y="2895600"/>
            <a:ext cx="20383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0">
                <a:solidFill>
                  <a:srgbClr val="000000"/>
                </a:solidFill>
                <a:latin typeface="Times New Roman"/>
                <a:ea typeface="Times New Roman"/>
                <a:cs typeface="Times New Roman"/>
              </a:defRPr>
            </a:defPPr>
            <a:lvl1pPr algn="ctr">
              <a:defRPr sz="1275" b="0">
                <a:solidFill>
                  <a:srgbClr val="000000"/>
                </a:solidFill>
                <a:latin typeface="Times New Roman"/>
                <a:ea typeface="Times New Roman"/>
                <a:cs typeface="Times New Roman"/>
              </a:defRPr>
            </a:lvl1pPr>
            <a:lvl2pPr algn="ctr">
              <a:defRPr sz="1275" b="0">
                <a:solidFill>
                  <a:srgbClr val="000000"/>
                </a:solidFill>
                <a:latin typeface="Times New Roman"/>
                <a:ea typeface="Times New Roman"/>
                <a:cs typeface="Times New Roman"/>
              </a:defRPr>
            </a:lvl2pPr>
            <a:lvl3pPr algn="ctr">
              <a:defRPr sz="1275" b="0">
                <a:solidFill>
                  <a:srgbClr val="000000"/>
                </a:solidFill>
                <a:latin typeface="Times New Roman"/>
                <a:ea typeface="Times New Roman"/>
                <a:cs typeface="Times New Roman"/>
              </a:defRPr>
            </a:lvl3pPr>
            <a:lvl4pPr algn="ctr">
              <a:defRPr sz="1275" b="0">
                <a:solidFill>
                  <a:srgbClr val="000000"/>
                </a:solidFill>
                <a:latin typeface="Times New Roman"/>
                <a:ea typeface="Times New Roman"/>
                <a:cs typeface="Times New Roman"/>
              </a:defRPr>
            </a:lvl4pPr>
            <a:lvl5pPr algn="ctr">
              <a:defRPr sz="1275" b="0">
                <a:solidFill>
                  <a:srgbClr val="000000"/>
                </a:solidFill>
                <a:latin typeface="Times New Roman"/>
                <a:ea typeface="Times New Roman"/>
                <a:cs typeface="Times New Roman"/>
              </a:defRPr>
            </a:lvl5pPr>
            <a:lvl6pPr algn="ctr">
              <a:defRPr sz="1275" b="0">
                <a:solidFill>
                  <a:srgbClr val="000000"/>
                </a:solidFill>
                <a:latin typeface="Times New Roman"/>
                <a:ea typeface="Times New Roman"/>
                <a:cs typeface="Times New Roman"/>
              </a:defRPr>
            </a:lvl6pPr>
            <a:lvl7pPr algn="ctr">
              <a:defRPr sz="1275" b="0">
                <a:solidFill>
                  <a:srgbClr val="000000"/>
                </a:solidFill>
                <a:latin typeface="Times New Roman"/>
                <a:ea typeface="Times New Roman"/>
                <a:cs typeface="Times New Roman"/>
              </a:defRPr>
            </a:lvl7pPr>
            <a:lvl8pPr algn="ctr">
              <a:defRPr sz="1275" b="0">
                <a:solidFill>
                  <a:srgbClr val="000000"/>
                </a:solidFill>
                <a:latin typeface="Times New Roman"/>
                <a:ea typeface="Times New Roman"/>
                <a:cs typeface="Times New Roman"/>
              </a:defRPr>
            </a:lvl8pPr>
            <a:lvl9pPr algn="ctr">
              <a:defRPr sz="1275" b="0">
                <a:solidFill>
                  <a:srgbClr val="000000"/>
                </a:solidFill>
                <a:latin typeface="Times New Roman"/>
                <a:ea typeface="Times New Roman"/>
                <a:cs typeface="Times New Roman"/>
              </a:defRPr>
            </a:lvl9pPr>
          </a:lstStyle>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Translate the same skills into another application.</a:t>
            </a:r>
          </a:p>
        </p:txBody>
      </p:sp>
      <p:sp>
        <p:nvSpPr>
          <p:cNvPr id="48" name="">
            <a:extLst xmlns:a="http://schemas.openxmlformats.org/drawingml/2006/main">
              <a:ext uri="{FF2B5EF4-FFF2-40B4-BE49-F238E27FC236}">
                <a16:creationId xmlns:a16="http://schemas.microsoft.com/office/drawing/2014/main" id="{C8FBD800-8901-46AA-9690-CC87EEED2F1A}"/>
              </a:ext>
            </a:extLst>
          </p:cNvPr>
          <p:cNvSpPr>
            <a:spLocks xmlns:a="http://schemas.openxmlformats.org/drawingml/2006/main" noGrp="1"/>
          </p:cNvSpPr>
          <p:nvPr/>
        </p:nvSpPr>
        <p:spPr>
          <a:xfrm xmlns:a="http://schemas.openxmlformats.org/drawingml/2006/main">
            <a:off x="9086850" y="1952625"/>
            <a:ext cx="2362200" cy="232410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11430">
            <a:solidFill>
              <a:srgbClr val="6737C8"/>
            </a:solidFill>
            <a:prstDash val="solid"/>
          </a:ln>
        </p:spPr>
      </p:sp>
      <p:sp>
        <p:nvSpPr>
          <p:cNvPr id="49" name="">
            <a:extLst xmlns:a="http://schemas.openxmlformats.org/drawingml/2006/main">
              <a:ext uri="{FF2B5EF4-FFF2-40B4-BE49-F238E27FC236}">
                <a16:creationId xmlns:a16="http://schemas.microsoft.com/office/drawing/2014/main" id="{77C12DE2-CAD6-4B1F-B5D2-996D1E94BBC6}"/>
              </a:ext>
            </a:extLst>
          </p:cNvPr>
          <p:cNvSpPr>
            <a:spLocks xmlns:a="http://schemas.openxmlformats.org/drawingml/2006/main" noGrp="1"/>
          </p:cNvSpPr>
          <p:nvPr/>
        </p:nvSpPr>
        <p:spPr>
          <a:xfrm xmlns:a="http://schemas.openxmlformats.org/drawingml/2006/main">
            <a:off x="9972675" y="1562100"/>
            <a:ext cx="590550" cy="590550"/>
          </a:xfrm>
          <a:prstGeom xmlns:a="http://schemas.openxmlformats.org/drawingml/2006/main" prst="ellipse">
            <a:avLst/>
          </a:prstGeom>
          <a:solidFill xmlns:a="http://schemas.openxmlformats.org/drawingml/2006/main">
            <a:srgbClr val="F7EDF5"/>
          </a:solidFill>
          <a:ln xmlns:a="http://schemas.openxmlformats.org/drawingml/2006/main" w="19050">
            <a:solidFill>
              <a:srgbClr val="6737C8"/>
            </a:solidFill>
            <a:prstDash val="solid"/>
          </a:ln>
        </p:spPr>
      </p:sp>
      <p:sp>
        <p:nvSpPr>
          <p:cNvPr id="50" name="">
            <a:extLst xmlns:a="http://schemas.openxmlformats.org/drawingml/2006/main">
              <a:ext uri="{FF2B5EF4-FFF2-40B4-BE49-F238E27FC236}">
                <a16:creationId xmlns:a16="http://schemas.microsoft.com/office/drawing/2014/main" id="{76E91D86-4E02-492A-8142-688485B52406}"/>
              </a:ext>
            </a:extLst>
          </p:cNvPr>
          <p:cNvSpPr>
            <a:spLocks xmlns:a="http://schemas.openxmlformats.org/drawingml/2006/main" noGrp="1"/>
          </p:cNvSpPr>
          <p:nvPr/>
        </p:nvSpPr>
        <p:spPr>
          <a:xfrm xmlns:a="http://schemas.openxmlformats.org/drawingml/2006/main">
            <a:off x="9972675" y="169545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00000"/>
                </a:solidFill>
                <a:latin typeface="Times New Roman"/>
                <a:ea typeface="Times New Roman"/>
                <a:cs typeface="Times New Roman"/>
              </a:defRPr>
            </a:defPPr>
            <a:lvl1pPr algn="ctr">
              <a:defRPr sz="1650" b="1">
                <a:solidFill>
                  <a:srgbClr val="000000"/>
                </a:solidFill>
                <a:latin typeface="Times New Roman"/>
                <a:ea typeface="Times New Roman"/>
                <a:cs typeface="Times New Roman"/>
              </a:defRPr>
            </a:lvl1pPr>
            <a:lvl2pPr algn="ctr">
              <a:defRPr sz="1650" b="1">
                <a:solidFill>
                  <a:srgbClr val="000000"/>
                </a:solidFill>
                <a:latin typeface="Times New Roman"/>
                <a:ea typeface="Times New Roman"/>
                <a:cs typeface="Times New Roman"/>
              </a:defRPr>
            </a:lvl2pPr>
            <a:lvl3pPr algn="ctr">
              <a:defRPr sz="1650" b="1">
                <a:solidFill>
                  <a:srgbClr val="000000"/>
                </a:solidFill>
                <a:latin typeface="Times New Roman"/>
                <a:ea typeface="Times New Roman"/>
                <a:cs typeface="Times New Roman"/>
              </a:defRPr>
            </a:lvl3pPr>
            <a:lvl4pPr algn="ctr">
              <a:defRPr sz="1650" b="1">
                <a:solidFill>
                  <a:srgbClr val="000000"/>
                </a:solidFill>
                <a:latin typeface="Times New Roman"/>
                <a:ea typeface="Times New Roman"/>
                <a:cs typeface="Times New Roman"/>
              </a:defRPr>
            </a:lvl4pPr>
            <a:lvl5pPr algn="ctr">
              <a:defRPr sz="1650" b="1">
                <a:solidFill>
                  <a:srgbClr val="000000"/>
                </a:solidFill>
                <a:latin typeface="Times New Roman"/>
                <a:ea typeface="Times New Roman"/>
                <a:cs typeface="Times New Roman"/>
              </a:defRPr>
            </a:lvl5pPr>
            <a:lvl6pPr algn="ctr">
              <a:defRPr sz="1650" b="1">
                <a:solidFill>
                  <a:srgbClr val="000000"/>
                </a:solidFill>
                <a:latin typeface="Times New Roman"/>
                <a:ea typeface="Times New Roman"/>
                <a:cs typeface="Times New Roman"/>
              </a:defRPr>
            </a:lvl6pPr>
            <a:lvl7pPr algn="ctr">
              <a:defRPr sz="1650" b="1">
                <a:solidFill>
                  <a:srgbClr val="000000"/>
                </a:solidFill>
                <a:latin typeface="Times New Roman"/>
                <a:ea typeface="Times New Roman"/>
                <a:cs typeface="Times New Roman"/>
              </a:defRPr>
            </a:lvl7pPr>
            <a:lvl8pPr algn="ctr">
              <a:defRPr sz="1650" b="1">
                <a:solidFill>
                  <a:srgbClr val="000000"/>
                </a:solidFill>
                <a:latin typeface="Times New Roman"/>
                <a:ea typeface="Times New Roman"/>
                <a:cs typeface="Times New Roman"/>
              </a:defRPr>
            </a:lvl8pPr>
            <a:lvl9pPr algn="ctr">
              <a:defRPr sz="1650" b="1">
                <a:solidFill>
                  <a:srgbClr val="000000"/>
                </a:solidFill>
                <a:latin typeface="Times New Roman"/>
                <a:ea typeface="Times New Roman"/>
                <a:cs typeface="Times New Roman"/>
              </a:defRPr>
            </a:lvl9pPr>
          </a:lstStyle>
          <a:p xmlns:a="http://schemas.openxmlformats.org/drawingml/2006/main">
            <a:pPr algn="ctr">
              <a:defRPr sz="1650" b="1">
                <a:solidFill>
                  <a:srgbClr val="000000"/>
                </a:solidFill>
                <a:latin typeface="Times New Roman"/>
                <a:ea typeface="Times New Roman"/>
                <a:cs typeface="Times New Roman"/>
              </a:defRPr>
            </a:pPr>
            <a:r>
              <a:rPr sz="1650" b="1">
                <a:solidFill>
                  <a:srgbClr val="000000"/>
                </a:solidFill>
                <a:latin typeface="Times New Roman"/>
                <a:ea typeface="Times New Roman"/>
                <a:cs typeface="Times New Roman"/>
              </a:rPr>
              <a:t>4</a:t>
            </a:r>
          </a:p>
        </p:txBody>
      </p:sp>
      <p:sp>
        <p:nvSpPr>
          <p:cNvPr id="51" name="">
            <a:extLst xmlns:a="http://schemas.openxmlformats.org/drawingml/2006/main">
              <a:ext uri="{FF2B5EF4-FFF2-40B4-BE49-F238E27FC236}">
                <a16:creationId xmlns:a16="http://schemas.microsoft.com/office/drawing/2014/main" id="{BA0D9602-B4C2-49F0-A5A2-6C8CD3D96F3C}"/>
              </a:ext>
            </a:extLst>
          </p:cNvPr>
          <p:cNvSpPr>
            <a:spLocks xmlns:a="http://schemas.openxmlformats.org/drawingml/2006/main" noGrp="1"/>
          </p:cNvSpPr>
          <p:nvPr/>
        </p:nvSpPr>
        <p:spPr>
          <a:xfrm xmlns:a="http://schemas.openxmlformats.org/drawingml/2006/main">
            <a:off x="9991725" y="2190750"/>
            <a:ext cx="552450" cy="552450"/>
          </a:xfrm>
          <a:prstGeom xmlns:a="http://schemas.openxmlformats.org/drawingml/2006/main" prst="ellipse">
            <a:avLst/>
          </a:prstGeom>
          <a:solidFill xmlns:a="http://schemas.openxmlformats.org/drawingml/2006/main">
            <a:srgbClr val="F7EDF5"/>
          </a:solidFill>
          <a:ln xmlns:a="http://schemas.openxmlformats.org/drawingml/2006/main" w="14288">
            <a:solidFill>
              <a:srgbClr val="6737C8"/>
            </a:solidFill>
            <a:prstDash val="solid"/>
          </a:ln>
        </p:spPr>
      </p:sp>
      <p:sp>
        <p:nvSpPr>
          <p:cNvPr id="52" name="">
            <a:extLst xmlns:a="http://schemas.openxmlformats.org/drawingml/2006/main">
              <a:ext uri="{FF2B5EF4-FFF2-40B4-BE49-F238E27FC236}">
                <a16:creationId xmlns:a16="http://schemas.microsoft.com/office/drawing/2014/main" id="{B0271D23-B54B-4130-B891-DA74D671B76E}"/>
              </a:ext>
            </a:extLst>
          </p:cNvPr>
          <p:cNvSpPr>
            <a:spLocks xmlns:a="http://schemas.openxmlformats.org/drawingml/2006/main" noGrp="1"/>
          </p:cNvSpPr>
          <p:nvPr/>
        </p:nvSpPr>
        <p:spPr>
          <a:xfrm xmlns:a="http://schemas.openxmlformats.org/drawingml/2006/main">
            <a:off x="10086975" y="2305050"/>
            <a:ext cx="361950" cy="276225"/>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19050">
            <a:solidFill>
              <a:srgbClr val="6737C8"/>
            </a:solidFill>
            <a:prstDash val="solid"/>
          </a:ln>
        </p:spPr>
      </p:sp>
      <p:sp>
        <p:nvSpPr>
          <p:cNvPr id="53" name="">
            <a:extLst xmlns:a="http://schemas.openxmlformats.org/drawingml/2006/main">
              <a:ext uri="{FF2B5EF4-FFF2-40B4-BE49-F238E27FC236}">
                <a16:creationId xmlns:a16="http://schemas.microsoft.com/office/drawing/2014/main" id="{33805F6E-D0EE-4A50-B841-FEAA9C75D635}"/>
              </a:ext>
            </a:extLst>
          </p:cNvPr>
          <p:cNvSpPr>
            <a:spLocks xmlns:a="http://schemas.openxmlformats.org/drawingml/2006/main" noGrp="1"/>
          </p:cNvSpPr>
          <p:nvPr/>
        </p:nvSpPr>
        <p:spPr>
          <a:xfrm xmlns:a="http://schemas.openxmlformats.org/drawingml/2006/main">
            <a:off x="10172700" y="2419350"/>
            <a:ext cx="38100" cy="38100"/>
          </a:xfrm>
          <a:prstGeom xmlns:a="http://schemas.openxmlformats.org/drawingml/2006/main" prst="ellipse">
            <a:avLst/>
          </a:prstGeom>
          <a:solidFill xmlns:a="http://schemas.openxmlformats.org/drawingml/2006/main">
            <a:srgbClr val="6737C8"/>
          </a:solidFill>
          <a:ln xmlns:a="http://schemas.openxmlformats.org/drawingml/2006/main" w="9525">
            <a:solidFill>
              <a:srgbClr val="6737C8"/>
            </a:solidFill>
            <a:prstDash val="solid"/>
          </a:ln>
        </p:spPr>
      </p:sp>
      <p:sp>
        <p:nvSpPr>
          <p:cNvPr id="54" name="">
            <a:extLst xmlns:a="http://schemas.openxmlformats.org/drawingml/2006/main">
              <a:ext uri="{FF2B5EF4-FFF2-40B4-BE49-F238E27FC236}">
                <a16:creationId xmlns:a16="http://schemas.microsoft.com/office/drawing/2014/main" id="{6EFB16B9-B4E9-4989-BF69-CCA3289000FE}"/>
              </a:ext>
            </a:extLst>
          </p:cNvPr>
          <p:cNvSpPr>
            <a:spLocks xmlns:a="http://schemas.openxmlformats.org/drawingml/2006/main" noGrp="1"/>
          </p:cNvSpPr>
          <p:nvPr/>
        </p:nvSpPr>
        <p:spPr>
          <a:xfrm xmlns:a="http://schemas.openxmlformats.org/drawingml/2006/main">
            <a:off x="10248900" y="2419350"/>
            <a:ext cx="38100" cy="38100"/>
          </a:xfrm>
          <a:prstGeom xmlns:a="http://schemas.openxmlformats.org/drawingml/2006/main" prst="ellipse">
            <a:avLst/>
          </a:prstGeom>
          <a:solidFill xmlns:a="http://schemas.openxmlformats.org/drawingml/2006/main">
            <a:srgbClr val="6737C8"/>
          </a:solidFill>
          <a:ln xmlns:a="http://schemas.openxmlformats.org/drawingml/2006/main" w="9525">
            <a:solidFill>
              <a:srgbClr val="6737C8"/>
            </a:solidFill>
            <a:prstDash val="solid"/>
          </a:ln>
        </p:spPr>
      </p:sp>
      <p:sp>
        <p:nvSpPr>
          <p:cNvPr id="55" name="">
            <a:extLst xmlns:a="http://schemas.openxmlformats.org/drawingml/2006/main">
              <a:ext uri="{FF2B5EF4-FFF2-40B4-BE49-F238E27FC236}">
                <a16:creationId xmlns:a16="http://schemas.microsoft.com/office/drawing/2014/main" id="{9EFD98BC-5423-405A-A943-F3AF0883B157}"/>
              </a:ext>
            </a:extLst>
          </p:cNvPr>
          <p:cNvSpPr>
            <a:spLocks xmlns:a="http://schemas.openxmlformats.org/drawingml/2006/main" noGrp="1"/>
          </p:cNvSpPr>
          <p:nvPr/>
        </p:nvSpPr>
        <p:spPr>
          <a:xfrm xmlns:a="http://schemas.openxmlformats.org/drawingml/2006/main">
            <a:off x="10325100" y="2419350"/>
            <a:ext cx="38100" cy="38100"/>
          </a:xfrm>
          <a:prstGeom xmlns:a="http://schemas.openxmlformats.org/drawingml/2006/main" prst="ellipse">
            <a:avLst/>
          </a:prstGeom>
          <a:solidFill xmlns:a="http://schemas.openxmlformats.org/drawingml/2006/main">
            <a:srgbClr val="6737C8"/>
          </a:solidFill>
          <a:ln xmlns:a="http://schemas.openxmlformats.org/drawingml/2006/main" w="9525">
            <a:solidFill>
              <a:srgbClr val="6737C8"/>
            </a:solidFill>
            <a:prstDash val="solid"/>
          </a:ln>
        </p:spPr>
      </p:sp>
      <p:sp>
        <p:nvSpPr>
          <p:cNvPr id="56" name="">
            <a:extLst xmlns:a="http://schemas.openxmlformats.org/drawingml/2006/main">
              <a:ext uri="{FF2B5EF4-FFF2-40B4-BE49-F238E27FC236}">
                <a16:creationId xmlns:a16="http://schemas.microsoft.com/office/drawing/2014/main" id="{E22FF11E-C19D-4079-9209-42F362EFFCC6}"/>
              </a:ext>
            </a:extLst>
          </p:cNvPr>
          <p:cNvSpPr>
            <a:spLocks xmlns:a="http://schemas.openxmlformats.org/drawingml/2006/main" noGrp="1"/>
          </p:cNvSpPr>
          <p:nvPr/>
        </p:nvSpPr>
        <p:spPr>
          <a:xfrm xmlns:a="http://schemas.openxmlformats.org/drawingml/2006/main">
            <a:off x="9248775" y="2895600"/>
            <a:ext cx="20383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0">
                <a:solidFill>
                  <a:srgbClr val="000000"/>
                </a:solidFill>
                <a:latin typeface="Times New Roman"/>
                <a:ea typeface="Times New Roman"/>
                <a:cs typeface="Times New Roman"/>
              </a:defRPr>
            </a:defPPr>
            <a:lvl1pPr algn="ctr">
              <a:defRPr sz="1275" b="0">
                <a:solidFill>
                  <a:srgbClr val="000000"/>
                </a:solidFill>
                <a:latin typeface="Times New Roman"/>
                <a:ea typeface="Times New Roman"/>
                <a:cs typeface="Times New Roman"/>
              </a:defRPr>
            </a:lvl1pPr>
            <a:lvl2pPr algn="ctr">
              <a:defRPr sz="1275" b="0">
                <a:solidFill>
                  <a:srgbClr val="000000"/>
                </a:solidFill>
                <a:latin typeface="Times New Roman"/>
                <a:ea typeface="Times New Roman"/>
                <a:cs typeface="Times New Roman"/>
              </a:defRPr>
            </a:lvl2pPr>
            <a:lvl3pPr algn="ctr">
              <a:defRPr sz="1275" b="0">
                <a:solidFill>
                  <a:srgbClr val="000000"/>
                </a:solidFill>
                <a:latin typeface="Times New Roman"/>
                <a:ea typeface="Times New Roman"/>
                <a:cs typeface="Times New Roman"/>
              </a:defRPr>
            </a:lvl3pPr>
            <a:lvl4pPr algn="ctr">
              <a:defRPr sz="1275" b="0">
                <a:solidFill>
                  <a:srgbClr val="000000"/>
                </a:solidFill>
                <a:latin typeface="Times New Roman"/>
                <a:ea typeface="Times New Roman"/>
                <a:cs typeface="Times New Roman"/>
              </a:defRPr>
            </a:lvl4pPr>
            <a:lvl5pPr algn="ctr">
              <a:defRPr sz="1275" b="0">
                <a:solidFill>
                  <a:srgbClr val="000000"/>
                </a:solidFill>
                <a:latin typeface="Times New Roman"/>
                <a:ea typeface="Times New Roman"/>
                <a:cs typeface="Times New Roman"/>
              </a:defRPr>
            </a:lvl5pPr>
            <a:lvl6pPr algn="ctr">
              <a:defRPr sz="1275" b="0">
                <a:solidFill>
                  <a:srgbClr val="000000"/>
                </a:solidFill>
                <a:latin typeface="Times New Roman"/>
                <a:ea typeface="Times New Roman"/>
                <a:cs typeface="Times New Roman"/>
              </a:defRPr>
            </a:lvl6pPr>
            <a:lvl7pPr algn="ctr">
              <a:defRPr sz="1275" b="0">
                <a:solidFill>
                  <a:srgbClr val="000000"/>
                </a:solidFill>
                <a:latin typeface="Times New Roman"/>
                <a:ea typeface="Times New Roman"/>
                <a:cs typeface="Times New Roman"/>
              </a:defRPr>
            </a:lvl7pPr>
            <a:lvl8pPr algn="ctr">
              <a:defRPr sz="1275" b="0">
                <a:solidFill>
                  <a:srgbClr val="000000"/>
                </a:solidFill>
                <a:latin typeface="Times New Roman"/>
                <a:ea typeface="Times New Roman"/>
                <a:cs typeface="Times New Roman"/>
              </a:defRPr>
            </a:lvl8pPr>
            <a:lvl9pPr algn="ctr">
              <a:defRPr sz="1275" b="0">
                <a:solidFill>
                  <a:srgbClr val="000000"/>
                </a:solidFill>
                <a:latin typeface="Times New Roman"/>
                <a:ea typeface="Times New Roman"/>
                <a:cs typeface="Times New Roman"/>
              </a:defRPr>
            </a:lvl9pPr>
          </a:lstStyle>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Remember where you applied—and whether anyone replied.</a:t>
            </a:r>
          </a:p>
        </p:txBody>
      </p:sp>
      <p:sp>
        <p:nvSpPr>
          <p:cNvPr id="60" name="">
            <a:extLst xmlns:a="http://schemas.openxmlformats.org/drawingml/2006/main">
              <a:ext uri="{FF2B5EF4-FFF2-40B4-BE49-F238E27FC236}">
                <a16:creationId xmlns:a16="http://schemas.microsoft.com/office/drawing/2014/main" id="{DD6F622C-3BD8-40BC-AF55-B7F43CCEDA59}"/>
              </a:ext>
            </a:extLst>
          </p:cNvPr>
          <p:cNvSpPr>
            <a:spLocks xmlns:a="http://schemas.openxmlformats.org/drawingml/2006/main" noGrp="1"/>
          </p:cNvSpPr>
          <p:nvPr/>
        </p:nvSpPr>
        <p:spPr>
          <a:xfrm xmlns:a="http://schemas.openxmlformats.org/drawingml/2006/main">
            <a:off x="752475" y="4714875"/>
            <a:ext cx="10687050" cy="533400"/>
          </a:xfrm>
          <a:prstGeom xmlns:a="http://schemas.openxmlformats.org/drawingml/2006/main" prst="roundRect">
            <a:avLst>
              <a:gd name="adj" fmla="val 14286"/>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The challenge is carrying context from one step to the next.</a:t>
            </a:r>
          </a:p>
        </p:txBody>
      </p:sp>
      <p:sp>
        <p:nvSpPr>
          <p:cNvPr id="61" name="">
            <a:extLst xmlns:a="http://schemas.openxmlformats.org/drawingml/2006/main">
              <a:ext uri="{FF2B5EF4-FFF2-40B4-BE49-F238E27FC236}">
                <a16:creationId xmlns:a16="http://schemas.microsoft.com/office/drawing/2014/main" id="{D95213A2-CFF8-4F1B-8CB1-9EF637528930}"/>
              </a:ext>
            </a:extLst>
          </p:cNvPr>
          <p:cNvSpPr>
            <a:spLocks xmlns:a="http://schemas.openxmlformats.org/drawingml/2006/main" noGrp="1"/>
          </p:cNvSpPr>
          <p:nvPr/>
        </p:nvSpPr>
        <p:spPr>
          <a:xfrm xmlns:a="http://schemas.openxmlformats.org/drawingml/2006/main">
            <a:off x="876300" y="54102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HIREGEN is designed to connect the journey—not make the decision for the candidate.</a:t>
            </a:r>
          </a:p>
        </p:txBody>
      </p:sp>
    </p:spTree>
    <p:extLst>
      <p:ext uri="{BB962C8B-B14F-4D97-AF65-F5344CB8AC3E}">
        <p14:creationId xmlns:p14="http://schemas.microsoft.com/office/powerpoint/2010/main" val="5369256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48CBA4E-950B-4BE5-8B0B-C9E3D24AF8D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A52D49-1DF2-4772-90DF-7257AB61A584}"/>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B792B228-F136-4D3E-BE7C-F17942FF5D8D}"/>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D981DA-DA8E-412B-B596-5B438D38D2F0}"/>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291DD4F1-134B-4F35-A354-BB6DDC762EF1}"/>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2090708-4E21-4E4B-82B0-2D7F9149C915}"/>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42BC4DB6-9C24-434F-892E-16F8A1150B97}"/>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0D527D-4077-4DFA-89F3-D8E919900654}"/>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07FD7DFE-D277-4043-AE8F-C91E4F2E14B3}"/>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2F7500B-C954-45B1-A878-D039E1A62716}"/>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C723EED5-EBF6-4BD5-BCA6-83BDCF7B0702}"/>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AD498DB-7704-4D3D-9C44-262BC5A502BA}"/>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45F00D78-9DAF-48BB-8659-10C950DB4D76}"/>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703EA7-3933-4875-A66D-B54A838CB85B}"/>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DAD4EB34-74FA-461F-887A-A45285D27771}"/>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A connected workflow can replace repeated busywork</a:t>
            </a:r>
          </a:p>
        </p:txBody>
      </p:sp>
      <p:sp>
        <p:nvSpPr>
          <p:cNvPr id="16" name="">
            <a:extLst xmlns:a="http://schemas.openxmlformats.org/drawingml/2006/main">
              <a:ext uri="{FF2B5EF4-FFF2-40B4-BE49-F238E27FC236}">
                <a16:creationId xmlns:a16="http://schemas.microsoft.com/office/drawing/2014/main" id="{41BE644F-97CE-4E60-8175-403C4A68E144}"/>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02 · WHY A NEW APPROACH</a:t>
            </a:r>
          </a:p>
        </p:txBody>
      </p:sp>
      <p:sp>
        <p:nvSpPr>
          <p:cNvPr id="17" name="">
            <a:extLst xmlns:a="http://schemas.openxmlformats.org/drawingml/2006/main">
              <a:ext uri="{FF2B5EF4-FFF2-40B4-BE49-F238E27FC236}">
                <a16:creationId xmlns:a16="http://schemas.microsoft.com/office/drawing/2014/main" id="{374C516A-01FF-49EE-9507-2352F59362CC}"/>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BB9D628-BC95-4C8E-8D4B-8E13E99F334C}"/>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3B91D1F-72C6-4EB3-BFE2-91016FD84AA6}"/>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00FC1202-8245-400A-B66B-69E1ED406A0D}"/>
              </a:ext>
            </a:extLst>
          </p:cNvPr>
          <p:cNvPicPr>
            <a:picLocks xmlns:a="http://schemas.openxmlformats.org/drawingml/2006/main" noChangeAspect="1"/>
          </p:cNvPicPr>
          <p:nvPr/>
        </p:nvPicPr>
        <p:blipFill>
          <a:blip xmlns:r="http://schemas.openxmlformats.org/officeDocument/2006/relationships" xmlns:a="http://schemas.openxmlformats.org/drawingml/2006/main" r:embed="Rcb0f4a58969f438a"/>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65022B0E-3E3C-43E3-AA28-EDBBAC7812A5}"/>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61BCFEF8-F1A9-481A-B132-C483B15CD176}"/>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03 / 15</a:t>
            </a:r>
          </a:p>
        </p:txBody>
      </p:sp>
      <p:graphicFrame>
        <p:nvGraphicFramePr>
          <p:cNvPr id="23" name="">
            <a:extLst xmlns:a="http://schemas.openxmlformats.org/drawingml/2006/main">
              <a:ext uri="{FF2B5EF4-FFF2-40B4-BE49-F238E27FC236}">
                <a16:creationId xmlns:a16="http://schemas.microsoft.com/office/drawing/2014/main" id="{2C3C2DD8-9862-4D1B-AAB0-13F1FB548A18}"/>
              </a:ext>
            </a:extLst>
          </p:cNvPr>
          <p:cNvGraphicFramePr/>
          <p:nvPr/>
        </p:nvGraphicFramePr>
        <p:xfrm>
          <a:off xmlns:a="http://schemas.openxmlformats.org/drawingml/2006/main" x="742950" y="1381125"/>
          <a:ext xmlns:a="http://schemas.openxmlformats.org/drawingml/2006/main" cx="10706100" cy="3124200"/>
        </p:xfrm>
        <a:graphic xmlns:a="http://schemas.openxmlformats.org/drawingml/2006/main">
          <a:graphicData uri="http://schemas.openxmlformats.org/drawingml/2006/table">
            <a:tbl>
              <a:tblPr firstRow="1" bandRow="1"/>
              <a:tblGrid>
                <a:gridCol w="1619250"/>
                <a:gridCol w="4333875"/>
                <a:gridCol w="4752975"/>
              </a:tblGrid>
              <a:tr h="781050">
                <a:tc>
                  <a:txBody>
                    <a:bodyPr wrap="square" lIns="85725" tIns="47625" rIns="85725" bIns="47625">
                      <a:noAutofit/>
                    </a:bodyPr>
                    <a:lstStyle/>
                    <a:p>
                      <a:pPr algn="l"/>
                      <a:r>
                        <a:rPr sz="1200" b="1">
                          <a:solidFill>
                            <a:srgbClr val="000000"/>
                          </a:solidFill>
                          <a:latin typeface="Times New Roman"/>
                          <a:ea typeface="Times New Roman"/>
                          <a:cs typeface="Times New Roman"/>
                        </a:rPr>
                        <a:t>Moment</a:t>
                      </a:r>
                    </a:p>
                  </a:txBody>
                  <a:tcPr marL="91440" marR="91440" marT="45720" marB="45720" anchor="ctr">
                    <a:lnL w="9525">
                      <a:solidFill>
                        <a:srgbClr val="D9DFEA"/>
                      </a:solidFill>
                      <a:prstDash val="solid"/>
                    </a:lnL>
                    <a:lnR w="9525">
                      <a:solidFill>
                        <a:srgbClr val="D9DFEA"/>
                      </a:solidFill>
                      <a:prstDash val="solid"/>
                    </a:lnR>
                    <a:lnT w="9525">
                      <a:solidFill>
                        <a:srgbClr val="D9DFEA"/>
                      </a:solidFill>
                      <a:prstDash val="solid"/>
                    </a:lnT>
                    <a:lnB w="9525">
                      <a:solidFill>
                        <a:srgbClr val="D9DFEA"/>
                      </a:solidFill>
                      <a:prstDash val="solid"/>
                    </a:lnB>
                    <a:solidFill>
                      <a:srgbClr val="EEF0FF"/>
                    </a:solidFill>
                  </a:tcPr>
                </a:tc>
                <a:tc>
                  <a:txBody>
                    <a:bodyPr wrap="square" lIns="85725" tIns="47625" rIns="85725" bIns="47625">
                      <a:noAutofit/>
                    </a:bodyPr>
                    <a:lstStyle/>
                    <a:p>
                      <a:pPr algn="l"/>
                      <a:r>
                        <a:rPr sz="1200" b="1">
                          <a:solidFill>
                            <a:srgbClr val="000000"/>
                          </a:solidFill>
                          <a:latin typeface="Times New Roman"/>
                          <a:ea typeface="Times New Roman"/>
                          <a:cs typeface="Times New Roman"/>
                        </a:rPr>
                        <a:t>The disconnected routine</a:t>
                      </a:r>
                    </a:p>
                  </a:txBody>
                  <a:tcPr marL="91440" marR="91440" marT="45720" marB="45720" anchor="ctr">
                    <a:lnR w="9525">
                      <a:solidFill>
                        <a:srgbClr val="D9DFEA"/>
                      </a:solidFill>
                      <a:prstDash val="solid"/>
                    </a:lnR>
                    <a:lnT w="9525">
                      <a:solidFill>
                        <a:srgbClr val="D9DFEA"/>
                      </a:solidFill>
                      <a:prstDash val="solid"/>
                    </a:lnT>
                    <a:lnB w="9525">
                      <a:solidFill>
                        <a:srgbClr val="D9DFEA"/>
                      </a:solidFill>
                      <a:prstDash val="solid"/>
                    </a:lnB>
                    <a:solidFill>
                      <a:srgbClr val="EEF0FF"/>
                    </a:solidFill>
                  </a:tcPr>
                </a:tc>
                <a:tc>
                  <a:txBody>
                    <a:bodyPr wrap="square" lIns="85725" tIns="47625" rIns="85725" bIns="47625">
                      <a:noAutofit/>
                    </a:bodyPr>
                    <a:lstStyle/>
                    <a:p>
                      <a:pPr algn="l"/>
                      <a:r>
                        <a:rPr sz="1200" b="1">
                          <a:solidFill>
                            <a:srgbClr val="000000"/>
                          </a:solidFill>
                          <a:latin typeface="Times New Roman"/>
                          <a:ea typeface="Times New Roman"/>
                          <a:cs typeface="Times New Roman"/>
                        </a:rPr>
                        <a:t>What HIREGEN connects</a:t>
                      </a:r>
                    </a:p>
                  </a:txBody>
                  <a:tcPr marL="91440" marR="91440" marT="45720" marB="45720" anchor="ctr">
                    <a:lnR w="9525">
                      <a:solidFill>
                        <a:srgbClr val="D9DFEA"/>
                      </a:solidFill>
                      <a:prstDash val="solid"/>
                    </a:lnR>
                    <a:lnT w="9525">
                      <a:solidFill>
                        <a:srgbClr val="D9DFEA"/>
                      </a:solidFill>
                      <a:prstDash val="solid"/>
                    </a:lnT>
                    <a:lnB w="9525">
                      <a:solidFill>
                        <a:srgbClr val="D9DFEA"/>
                      </a:solidFill>
                      <a:prstDash val="solid"/>
                    </a:lnB>
                    <a:solidFill>
                      <a:srgbClr val="EEF0FF"/>
                    </a:solidFill>
                  </a:tcPr>
                </a:tc>
              </a:tr>
              <a:tr h="781050">
                <a:tc>
                  <a:txBody>
                    <a:bodyPr wrap="square" lIns="85725" tIns="47625" rIns="85725" bIns="47625">
                      <a:noAutofit/>
                    </a:bodyPr>
                    <a:lstStyle/>
                    <a:p>
                      <a:pPr algn="l"/>
                      <a:r>
                        <a:rPr sz="1125" b="0">
                          <a:solidFill>
                            <a:srgbClr val="000000"/>
                          </a:solidFill>
                          <a:latin typeface="Times New Roman"/>
                          <a:ea typeface="Times New Roman"/>
                          <a:cs typeface="Times New Roman"/>
                        </a:rPr>
                        <a:t>Find + compare</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Open sources separately; keep role details in mind</a:t>
                      </a:r>
                    </a:p>
                  </a:txBody>
                  <a:tcPr marL="91440" marR="91440" marT="45720" marB="45720" anchor="ctr">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Browse permitted listings and inspect fit reasons</a:t>
                      </a:r>
                    </a:p>
                  </a:txBody>
                  <a:tcPr marL="91440" marR="91440" marT="45720" marB="45720" anchor="ctr">
                    <a:lnR w="9525">
                      <a:solidFill>
                        <a:srgbClr val="D9DFEA"/>
                      </a:solidFill>
                      <a:prstDash val="solid"/>
                    </a:lnR>
                    <a:lnB w="9525">
                      <a:solidFill>
                        <a:srgbClr val="D9DFEA"/>
                      </a:solidFill>
                      <a:prstDash val="solid"/>
                    </a:lnB>
                    <a:solidFill>
                      <a:srgbClr val="E9F4FD"/>
                    </a:solidFill>
                  </a:tcPr>
                </a:tc>
              </a:tr>
              <a:tr h="781050">
                <a:tc>
                  <a:txBody>
                    <a:bodyPr wrap="square" lIns="85725" tIns="47625" rIns="85725" bIns="47625">
                      <a:noAutofit/>
                    </a:bodyPr>
                    <a:lstStyle/>
                    <a:p>
                      <a:pPr algn="l"/>
                      <a:r>
                        <a:rPr sz="1125" b="0">
                          <a:solidFill>
                            <a:srgbClr val="000000"/>
                          </a:solidFill>
                          <a:latin typeface="Times New Roman"/>
                          <a:ea typeface="Times New Roman"/>
                          <a:cs typeface="Times New Roman"/>
                        </a:rPr>
                        <a:t>Prepare</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FFFFFF"/>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Copy details into another resume draft</a:t>
                      </a:r>
                    </a:p>
                  </a:txBody>
                  <a:tcPr marL="91440" marR="91440" marT="45720" marB="45720" anchor="ctr">
                    <a:lnR w="9525">
                      <a:solidFill>
                        <a:srgbClr val="D9DFEA"/>
                      </a:solidFill>
                      <a:prstDash val="solid"/>
                    </a:lnR>
                    <a:lnB w="9525">
                      <a:solidFill>
                        <a:srgbClr val="D9DFEA"/>
                      </a:solidFill>
                      <a:prstDash val="solid"/>
                    </a:lnB>
                    <a:solidFill>
                      <a:srgbClr val="FFFFFF"/>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Review a draft built from confirmed candidate facts</a:t>
                      </a:r>
                    </a:p>
                  </a:txBody>
                  <a:tcPr marL="91440" marR="91440" marT="45720" marB="45720" anchor="ctr">
                    <a:lnR w="9525">
                      <a:solidFill>
                        <a:srgbClr val="D9DFEA"/>
                      </a:solidFill>
                      <a:prstDash val="solid"/>
                    </a:lnR>
                    <a:lnB w="9525">
                      <a:solidFill>
                        <a:srgbClr val="D9DFEA"/>
                      </a:solidFill>
                      <a:prstDash val="solid"/>
                    </a:lnB>
                    <a:solidFill>
                      <a:srgbClr val="FFFFFF"/>
                    </a:solidFill>
                  </a:tcPr>
                </a:tc>
              </a:tr>
              <a:tr h="781050">
                <a:tc>
                  <a:txBody>
                    <a:bodyPr wrap="square" lIns="85725" tIns="47625" rIns="85725" bIns="47625">
                      <a:noAutofit/>
                    </a:bodyPr>
                    <a:lstStyle/>
                    <a:p>
                      <a:pPr algn="l"/>
                      <a:r>
                        <a:rPr sz="1125" b="0">
                          <a:solidFill>
                            <a:srgbClr val="000000"/>
                          </a:solidFill>
                          <a:latin typeface="Times New Roman"/>
                          <a:ea typeface="Times New Roman"/>
                          <a:cs typeface="Times New Roman"/>
                        </a:rPr>
                        <a:t>Follow up</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Remember each application and reply elsewhere</a:t>
                      </a:r>
                    </a:p>
                  </a:txBody>
                  <a:tcPr marL="91440" marR="91440" marT="45720" marB="45720" anchor="ctr">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Save a job and record application-stage events</a:t>
                      </a:r>
                    </a:p>
                  </a:txBody>
                  <a:tcPr marL="91440" marR="91440" marT="45720" marB="45720" anchor="ctr">
                    <a:lnR w="9525">
                      <a:solidFill>
                        <a:srgbClr val="D9DFEA"/>
                      </a:solidFill>
                      <a:prstDash val="solid"/>
                    </a:lnR>
                    <a:lnB w="9525">
                      <a:solidFill>
                        <a:srgbClr val="D9DFEA"/>
                      </a:solidFill>
                      <a:prstDash val="solid"/>
                    </a:lnB>
                    <a:solidFill>
                      <a:srgbClr val="E9F4FD"/>
                    </a:solidFill>
                  </a:tcPr>
                </a:tc>
              </a:tr>
            </a:tbl>
          </a:graphicData>
        </a:graphic>
      </p:graphicFrame>
      <p:sp>
        <p:nvSpPr>
          <p:cNvPr id="24" name="">
            <a:extLst xmlns:a="http://schemas.openxmlformats.org/drawingml/2006/main">
              <a:ext uri="{FF2B5EF4-FFF2-40B4-BE49-F238E27FC236}">
                <a16:creationId xmlns:a16="http://schemas.microsoft.com/office/drawing/2014/main" id="{24816E66-BEBD-4003-950E-CDE41EA342D2}"/>
              </a:ext>
            </a:extLst>
          </p:cNvPr>
          <p:cNvSpPr>
            <a:spLocks xmlns:a="http://schemas.openxmlformats.org/drawingml/2006/main" noGrp="1"/>
          </p:cNvSpPr>
          <p:nvPr/>
        </p:nvSpPr>
        <p:spPr>
          <a:xfrm xmlns:a="http://schemas.openxmlformats.org/drawingml/2006/main">
            <a:off x="762000" y="4810125"/>
            <a:ext cx="3333750" cy="381000"/>
          </a:xfrm>
          <a:prstGeom xmlns:a="http://schemas.openxmlformats.org/drawingml/2006/main" prst="roundRect">
            <a:avLst>
              <a:gd name="adj" fmla="val 20000"/>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In code today</a:t>
            </a:r>
          </a:p>
        </p:txBody>
      </p:sp>
      <p:sp>
        <p:nvSpPr>
          <p:cNvPr id="25" name="">
            <a:extLst xmlns:a="http://schemas.openxmlformats.org/drawingml/2006/main">
              <a:ext uri="{FF2B5EF4-FFF2-40B4-BE49-F238E27FC236}">
                <a16:creationId xmlns:a16="http://schemas.microsoft.com/office/drawing/2014/main" id="{C2A99FAC-D933-4B07-A773-43CD35C079CB}"/>
              </a:ext>
            </a:extLst>
          </p:cNvPr>
          <p:cNvSpPr>
            <a:spLocks xmlns:a="http://schemas.openxmlformats.org/drawingml/2006/main" noGrp="1"/>
          </p:cNvSpPr>
          <p:nvPr/>
        </p:nvSpPr>
        <p:spPr>
          <a:xfrm xmlns:a="http://schemas.openxmlformats.org/drawingml/2006/main">
            <a:off x="800100" y="52768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66666"/>
                </a:solidFill>
                <a:latin typeface="Times New Roman"/>
                <a:ea typeface="Times New Roman"/>
                <a:cs typeface="Times New Roman"/>
              </a:defRPr>
            </a:defPPr>
            <a:lvl1pPr algn="ctr">
              <a:defRPr sz="1050" b="0">
                <a:solidFill>
                  <a:srgbClr val="666666"/>
                </a:solidFill>
                <a:latin typeface="Times New Roman"/>
                <a:ea typeface="Times New Roman"/>
                <a:cs typeface="Times New Roman"/>
              </a:defRPr>
            </a:lvl1pPr>
            <a:lvl2pPr algn="ctr">
              <a:defRPr sz="1050" b="0">
                <a:solidFill>
                  <a:srgbClr val="666666"/>
                </a:solidFill>
                <a:latin typeface="Times New Roman"/>
                <a:ea typeface="Times New Roman"/>
                <a:cs typeface="Times New Roman"/>
              </a:defRPr>
            </a:lvl2pPr>
            <a:lvl3pPr algn="ctr">
              <a:defRPr sz="1050" b="0">
                <a:solidFill>
                  <a:srgbClr val="666666"/>
                </a:solidFill>
                <a:latin typeface="Times New Roman"/>
                <a:ea typeface="Times New Roman"/>
                <a:cs typeface="Times New Roman"/>
              </a:defRPr>
            </a:lvl3pPr>
            <a:lvl4pPr algn="ctr">
              <a:defRPr sz="1050" b="0">
                <a:solidFill>
                  <a:srgbClr val="666666"/>
                </a:solidFill>
                <a:latin typeface="Times New Roman"/>
                <a:ea typeface="Times New Roman"/>
                <a:cs typeface="Times New Roman"/>
              </a:defRPr>
            </a:lvl4pPr>
            <a:lvl5pPr algn="ctr">
              <a:defRPr sz="1050" b="0">
                <a:solidFill>
                  <a:srgbClr val="666666"/>
                </a:solidFill>
                <a:latin typeface="Times New Roman"/>
                <a:ea typeface="Times New Roman"/>
                <a:cs typeface="Times New Roman"/>
              </a:defRPr>
            </a:lvl5pPr>
            <a:lvl6pPr algn="ctr">
              <a:defRPr sz="1050" b="0">
                <a:solidFill>
                  <a:srgbClr val="666666"/>
                </a:solidFill>
                <a:latin typeface="Times New Roman"/>
                <a:ea typeface="Times New Roman"/>
                <a:cs typeface="Times New Roman"/>
              </a:defRPr>
            </a:lvl6pPr>
            <a:lvl7pPr algn="ctr">
              <a:defRPr sz="1050" b="0">
                <a:solidFill>
                  <a:srgbClr val="666666"/>
                </a:solidFill>
                <a:latin typeface="Times New Roman"/>
                <a:ea typeface="Times New Roman"/>
                <a:cs typeface="Times New Roman"/>
              </a:defRPr>
            </a:lvl7pPr>
            <a:lvl8pPr algn="ctr">
              <a:defRPr sz="1050" b="0">
                <a:solidFill>
                  <a:srgbClr val="666666"/>
                </a:solidFill>
                <a:latin typeface="Times New Roman"/>
                <a:ea typeface="Times New Roman"/>
                <a:cs typeface="Times New Roman"/>
              </a:defRPr>
            </a:lvl8pPr>
            <a:lvl9pPr algn="ctr">
              <a:defRPr sz="1050" b="0">
                <a:solidFill>
                  <a:srgbClr val="666666"/>
                </a:solidFill>
                <a:latin typeface="Times New Roman"/>
                <a:ea typeface="Times New Roman"/>
                <a:cs typeface="Times New Roman"/>
              </a:defRPr>
            </a:lvl9pPr>
          </a:lstStyle>
          <a:p xmlns:a="http://schemas.openxmlformats.org/drawingml/2006/main">
            <a:pPr algn="ctr">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Search · matching · drafts · tracking</a:t>
            </a:r>
          </a:p>
        </p:txBody>
      </p:sp>
      <p:sp>
        <p:nvSpPr>
          <p:cNvPr id="26" name="">
            <a:extLst xmlns:a="http://schemas.openxmlformats.org/drawingml/2006/main">
              <a:ext uri="{FF2B5EF4-FFF2-40B4-BE49-F238E27FC236}">
                <a16:creationId xmlns:a16="http://schemas.microsoft.com/office/drawing/2014/main" id="{0F44D6C4-D23A-4CFB-AF47-2312AF7C60C6}"/>
              </a:ext>
            </a:extLst>
          </p:cNvPr>
          <p:cNvSpPr>
            <a:spLocks xmlns:a="http://schemas.openxmlformats.org/drawingml/2006/main" noGrp="1"/>
          </p:cNvSpPr>
          <p:nvPr/>
        </p:nvSpPr>
        <p:spPr>
          <a:xfrm xmlns:a="http://schemas.openxmlformats.org/drawingml/2006/main">
            <a:off x="4381500" y="4810125"/>
            <a:ext cx="3333750" cy="381000"/>
          </a:xfrm>
          <a:prstGeom xmlns:a="http://schemas.openxmlformats.org/drawingml/2006/main" prst="roundRect">
            <a:avLst>
              <a:gd name="adj" fmla="val 20000"/>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Candidate decides</a:t>
            </a:r>
          </a:p>
        </p:txBody>
      </p:sp>
      <p:sp>
        <p:nvSpPr>
          <p:cNvPr id="27" name="">
            <a:extLst xmlns:a="http://schemas.openxmlformats.org/drawingml/2006/main">
              <a:ext uri="{FF2B5EF4-FFF2-40B4-BE49-F238E27FC236}">
                <a16:creationId xmlns:a16="http://schemas.microsoft.com/office/drawing/2014/main" id="{D8CF8390-0942-4076-B678-B76CFB105741}"/>
              </a:ext>
            </a:extLst>
          </p:cNvPr>
          <p:cNvSpPr>
            <a:spLocks xmlns:a="http://schemas.openxmlformats.org/drawingml/2006/main" noGrp="1"/>
          </p:cNvSpPr>
          <p:nvPr/>
        </p:nvSpPr>
        <p:spPr>
          <a:xfrm xmlns:a="http://schemas.openxmlformats.org/drawingml/2006/main">
            <a:off x="4419600" y="52768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66666"/>
                </a:solidFill>
                <a:latin typeface="Times New Roman"/>
                <a:ea typeface="Times New Roman"/>
                <a:cs typeface="Times New Roman"/>
              </a:defRPr>
            </a:defPPr>
            <a:lvl1pPr algn="ctr">
              <a:defRPr sz="1050" b="0">
                <a:solidFill>
                  <a:srgbClr val="666666"/>
                </a:solidFill>
                <a:latin typeface="Times New Roman"/>
                <a:ea typeface="Times New Roman"/>
                <a:cs typeface="Times New Roman"/>
              </a:defRPr>
            </a:lvl1pPr>
            <a:lvl2pPr algn="ctr">
              <a:defRPr sz="1050" b="0">
                <a:solidFill>
                  <a:srgbClr val="666666"/>
                </a:solidFill>
                <a:latin typeface="Times New Roman"/>
                <a:ea typeface="Times New Roman"/>
                <a:cs typeface="Times New Roman"/>
              </a:defRPr>
            </a:lvl2pPr>
            <a:lvl3pPr algn="ctr">
              <a:defRPr sz="1050" b="0">
                <a:solidFill>
                  <a:srgbClr val="666666"/>
                </a:solidFill>
                <a:latin typeface="Times New Roman"/>
                <a:ea typeface="Times New Roman"/>
                <a:cs typeface="Times New Roman"/>
              </a:defRPr>
            </a:lvl3pPr>
            <a:lvl4pPr algn="ctr">
              <a:defRPr sz="1050" b="0">
                <a:solidFill>
                  <a:srgbClr val="666666"/>
                </a:solidFill>
                <a:latin typeface="Times New Roman"/>
                <a:ea typeface="Times New Roman"/>
                <a:cs typeface="Times New Roman"/>
              </a:defRPr>
            </a:lvl4pPr>
            <a:lvl5pPr algn="ctr">
              <a:defRPr sz="1050" b="0">
                <a:solidFill>
                  <a:srgbClr val="666666"/>
                </a:solidFill>
                <a:latin typeface="Times New Roman"/>
                <a:ea typeface="Times New Roman"/>
                <a:cs typeface="Times New Roman"/>
              </a:defRPr>
            </a:lvl5pPr>
            <a:lvl6pPr algn="ctr">
              <a:defRPr sz="1050" b="0">
                <a:solidFill>
                  <a:srgbClr val="666666"/>
                </a:solidFill>
                <a:latin typeface="Times New Roman"/>
                <a:ea typeface="Times New Roman"/>
                <a:cs typeface="Times New Roman"/>
              </a:defRPr>
            </a:lvl6pPr>
            <a:lvl7pPr algn="ctr">
              <a:defRPr sz="1050" b="0">
                <a:solidFill>
                  <a:srgbClr val="666666"/>
                </a:solidFill>
                <a:latin typeface="Times New Roman"/>
                <a:ea typeface="Times New Roman"/>
                <a:cs typeface="Times New Roman"/>
              </a:defRPr>
            </a:lvl7pPr>
            <a:lvl8pPr algn="ctr">
              <a:defRPr sz="1050" b="0">
                <a:solidFill>
                  <a:srgbClr val="666666"/>
                </a:solidFill>
                <a:latin typeface="Times New Roman"/>
                <a:ea typeface="Times New Roman"/>
                <a:cs typeface="Times New Roman"/>
              </a:defRPr>
            </a:lvl8pPr>
            <a:lvl9pPr algn="ctr">
              <a:defRPr sz="1050" b="0">
                <a:solidFill>
                  <a:srgbClr val="666666"/>
                </a:solidFill>
                <a:latin typeface="Times New Roman"/>
                <a:ea typeface="Times New Roman"/>
                <a:cs typeface="Times New Roman"/>
              </a:defRPr>
            </a:lvl9pPr>
          </a:lstStyle>
          <a:p xmlns:a="http://schemas.openxmlformats.org/drawingml/2006/main">
            <a:pPr algn="ctr">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Review the draft · apply externally</a:t>
            </a:r>
          </a:p>
        </p:txBody>
      </p:sp>
      <p:sp>
        <p:nvSpPr>
          <p:cNvPr id="28" name="">
            <a:extLst xmlns:a="http://schemas.openxmlformats.org/drawingml/2006/main">
              <a:ext uri="{FF2B5EF4-FFF2-40B4-BE49-F238E27FC236}">
                <a16:creationId xmlns:a16="http://schemas.microsoft.com/office/drawing/2014/main" id="{0F8BBA0A-A84B-4D3B-BDB8-B024708E83DC}"/>
              </a:ext>
            </a:extLst>
          </p:cNvPr>
          <p:cNvSpPr>
            <a:spLocks xmlns:a="http://schemas.openxmlformats.org/drawingml/2006/main" noGrp="1"/>
          </p:cNvSpPr>
          <p:nvPr/>
        </p:nvSpPr>
        <p:spPr>
          <a:xfrm xmlns:a="http://schemas.openxmlformats.org/drawingml/2006/main">
            <a:off x="8001000" y="4810125"/>
            <a:ext cx="3333750" cy="381000"/>
          </a:xfrm>
          <a:prstGeom xmlns:a="http://schemas.openxmlformats.org/drawingml/2006/main" prst="roundRect">
            <a:avLst>
              <a:gd name="adj" fmla="val 20000"/>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Needs evidence</a:t>
            </a:r>
          </a:p>
        </p:txBody>
      </p:sp>
      <p:sp>
        <p:nvSpPr>
          <p:cNvPr id="29" name="">
            <a:extLst xmlns:a="http://schemas.openxmlformats.org/drawingml/2006/main">
              <a:ext uri="{FF2B5EF4-FFF2-40B4-BE49-F238E27FC236}">
                <a16:creationId xmlns:a16="http://schemas.microsoft.com/office/drawing/2014/main" id="{FE40E6DC-75B0-4330-9EDF-1FB2CDF0AB38}"/>
              </a:ext>
            </a:extLst>
          </p:cNvPr>
          <p:cNvSpPr>
            <a:spLocks xmlns:a="http://schemas.openxmlformats.org/drawingml/2006/main" noGrp="1"/>
          </p:cNvSpPr>
          <p:nvPr/>
        </p:nvSpPr>
        <p:spPr>
          <a:xfrm xmlns:a="http://schemas.openxmlformats.org/drawingml/2006/main">
            <a:off x="8039100" y="52768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66666"/>
                </a:solidFill>
                <a:latin typeface="Times New Roman"/>
                <a:ea typeface="Times New Roman"/>
                <a:cs typeface="Times New Roman"/>
              </a:defRPr>
            </a:defPPr>
            <a:lvl1pPr algn="ctr">
              <a:defRPr sz="1050" b="0">
                <a:solidFill>
                  <a:srgbClr val="666666"/>
                </a:solidFill>
                <a:latin typeface="Times New Roman"/>
                <a:ea typeface="Times New Roman"/>
                <a:cs typeface="Times New Roman"/>
              </a:defRPr>
            </a:lvl1pPr>
            <a:lvl2pPr algn="ctr">
              <a:defRPr sz="1050" b="0">
                <a:solidFill>
                  <a:srgbClr val="666666"/>
                </a:solidFill>
                <a:latin typeface="Times New Roman"/>
                <a:ea typeface="Times New Roman"/>
                <a:cs typeface="Times New Roman"/>
              </a:defRPr>
            </a:lvl2pPr>
            <a:lvl3pPr algn="ctr">
              <a:defRPr sz="1050" b="0">
                <a:solidFill>
                  <a:srgbClr val="666666"/>
                </a:solidFill>
                <a:latin typeface="Times New Roman"/>
                <a:ea typeface="Times New Roman"/>
                <a:cs typeface="Times New Roman"/>
              </a:defRPr>
            </a:lvl3pPr>
            <a:lvl4pPr algn="ctr">
              <a:defRPr sz="1050" b="0">
                <a:solidFill>
                  <a:srgbClr val="666666"/>
                </a:solidFill>
                <a:latin typeface="Times New Roman"/>
                <a:ea typeface="Times New Roman"/>
                <a:cs typeface="Times New Roman"/>
              </a:defRPr>
            </a:lvl4pPr>
            <a:lvl5pPr algn="ctr">
              <a:defRPr sz="1050" b="0">
                <a:solidFill>
                  <a:srgbClr val="666666"/>
                </a:solidFill>
                <a:latin typeface="Times New Roman"/>
                <a:ea typeface="Times New Roman"/>
                <a:cs typeface="Times New Roman"/>
              </a:defRPr>
            </a:lvl5pPr>
            <a:lvl6pPr algn="ctr">
              <a:defRPr sz="1050" b="0">
                <a:solidFill>
                  <a:srgbClr val="666666"/>
                </a:solidFill>
                <a:latin typeface="Times New Roman"/>
                <a:ea typeface="Times New Roman"/>
                <a:cs typeface="Times New Roman"/>
              </a:defRPr>
            </a:lvl6pPr>
            <a:lvl7pPr algn="ctr">
              <a:defRPr sz="1050" b="0">
                <a:solidFill>
                  <a:srgbClr val="666666"/>
                </a:solidFill>
                <a:latin typeface="Times New Roman"/>
                <a:ea typeface="Times New Roman"/>
                <a:cs typeface="Times New Roman"/>
              </a:defRPr>
            </a:lvl7pPr>
            <a:lvl8pPr algn="ctr">
              <a:defRPr sz="1050" b="0">
                <a:solidFill>
                  <a:srgbClr val="666666"/>
                </a:solidFill>
                <a:latin typeface="Times New Roman"/>
                <a:ea typeface="Times New Roman"/>
                <a:cs typeface="Times New Roman"/>
              </a:defRPr>
            </a:lvl8pPr>
            <a:lvl9pPr algn="ctr">
              <a:defRPr sz="1050" b="0">
                <a:solidFill>
                  <a:srgbClr val="666666"/>
                </a:solidFill>
                <a:latin typeface="Times New Roman"/>
                <a:ea typeface="Times New Roman"/>
                <a:cs typeface="Times New Roman"/>
              </a:defRPr>
            </a:lvl9pPr>
          </a:lstStyle>
          <a:p xmlns:a="http://schemas.openxmlformats.org/drawingml/2006/main">
            <a:pPr algn="ctr">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Source breadth · parser quality · ranking</a:t>
            </a:r>
          </a:p>
        </p:txBody>
      </p:sp>
    </p:spTree>
    <p:extLst>
      <p:ext uri="{BB962C8B-B14F-4D97-AF65-F5344CB8AC3E}">
        <p14:creationId xmlns:p14="http://schemas.microsoft.com/office/powerpoint/2010/main" val="6118251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1BA3941F-4FA9-4697-AF79-562FA1FB5327}"/>
              </a:ext>
            </a:extLst>
          </p:cNvPr>
          <p:cNvCxnSpPr>
            <a:stCxn xmlns:a="http://schemas.openxmlformats.org/drawingml/2006/main" id="34" idx="3"/>
            <a:endCxn xmlns:a="http://schemas.openxmlformats.org/drawingml/2006/main" id="35" idx="1"/>
          </p:cNvCxnSpPr>
          <p:nvPr/>
        </p:nvCxnSpPr>
        <p:spPr>
          <a:xfrm xmlns:a="http://schemas.openxmlformats.org/drawingml/2006/main">
            <a:off x="7715250" y="3919538"/>
            <a:ext cx="428625"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36" name="">
            <a:extLst xmlns:a="http://schemas.openxmlformats.org/drawingml/2006/main">
              <a:ext uri="{FF2B5EF4-FFF2-40B4-BE49-F238E27FC236}">
                <a16:creationId xmlns:a16="http://schemas.microsoft.com/office/drawing/2014/main" id="{359B4CED-BC36-4092-87F7-67C008D91362}"/>
              </a:ext>
            </a:extLst>
          </p:cNvPr>
          <p:cNvCxnSpPr>
            <a:stCxn xmlns:a="http://schemas.openxmlformats.org/drawingml/2006/main" id="33" idx="3"/>
            <a:endCxn xmlns:a="http://schemas.openxmlformats.org/drawingml/2006/main" id="34" idx="1"/>
          </p:cNvCxnSpPr>
          <p:nvPr/>
        </p:nvCxnSpPr>
        <p:spPr>
          <a:xfrm xmlns:a="http://schemas.openxmlformats.org/drawingml/2006/main">
            <a:off x="5238750" y="3919538"/>
            <a:ext cx="428625"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31" name="">
            <a:extLst xmlns:a="http://schemas.openxmlformats.org/drawingml/2006/main">
              <a:ext uri="{FF2B5EF4-FFF2-40B4-BE49-F238E27FC236}">
                <a16:creationId xmlns:a16="http://schemas.microsoft.com/office/drawing/2014/main" id="{E26FFF4F-668B-47F4-86AF-44AA1E167729}"/>
              </a:ext>
            </a:extLst>
          </p:cNvPr>
          <p:cNvCxnSpPr>
            <a:stCxn xmlns:a="http://schemas.openxmlformats.org/drawingml/2006/main" id="26" idx="3"/>
            <a:endCxn xmlns:a="http://schemas.openxmlformats.org/drawingml/2006/main" id="27" idx="1"/>
          </p:cNvCxnSpPr>
          <p:nvPr/>
        </p:nvCxnSpPr>
        <p:spPr>
          <a:xfrm xmlns:a="http://schemas.openxmlformats.org/drawingml/2006/main">
            <a:off x="9248775" y="2390775"/>
            <a:ext cx="37147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0" name="">
            <a:extLst xmlns:a="http://schemas.openxmlformats.org/drawingml/2006/main">
              <a:ext uri="{FF2B5EF4-FFF2-40B4-BE49-F238E27FC236}">
                <a16:creationId xmlns:a16="http://schemas.microsoft.com/office/drawing/2014/main" id="{B433D3AC-46E7-4330-98A6-7B23720836A5}"/>
              </a:ext>
            </a:extLst>
          </p:cNvPr>
          <p:cNvCxnSpPr>
            <a:stCxn xmlns:a="http://schemas.openxmlformats.org/drawingml/2006/main" id="25" idx="3"/>
            <a:endCxn xmlns:a="http://schemas.openxmlformats.org/drawingml/2006/main" id="26" idx="1"/>
          </p:cNvCxnSpPr>
          <p:nvPr/>
        </p:nvCxnSpPr>
        <p:spPr>
          <a:xfrm xmlns:a="http://schemas.openxmlformats.org/drawingml/2006/main">
            <a:off x="7010400" y="2390775"/>
            <a:ext cx="37147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4D145C8E-C4F8-4F99-9C80-AC9143C55F74}"/>
              </a:ext>
            </a:extLst>
          </p:cNvPr>
          <p:cNvCxnSpPr>
            <a:stCxn xmlns:a="http://schemas.openxmlformats.org/drawingml/2006/main" id="24" idx="3"/>
            <a:endCxn xmlns:a="http://schemas.openxmlformats.org/drawingml/2006/main" id="25" idx="1"/>
          </p:cNvCxnSpPr>
          <p:nvPr/>
        </p:nvCxnSpPr>
        <p:spPr>
          <a:xfrm xmlns:a="http://schemas.openxmlformats.org/drawingml/2006/main">
            <a:off x="4772025" y="2390775"/>
            <a:ext cx="37147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8" name="">
            <a:extLst xmlns:a="http://schemas.openxmlformats.org/drawingml/2006/main">
              <a:ext uri="{FF2B5EF4-FFF2-40B4-BE49-F238E27FC236}">
                <a16:creationId xmlns:a16="http://schemas.microsoft.com/office/drawing/2014/main" id="{FBF8911C-3CCD-45F3-8529-6F9D4490E75C}"/>
              </a:ext>
            </a:extLst>
          </p:cNvPr>
          <p:cNvCxnSpPr>
            <a:stCxn xmlns:a="http://schemas.openxmlformats.org/drawingml/2006/main" id="23" idx="3"/>
            <a:endCxn xmlns:a="http://schemas.openxmlformats.org/drawingml/2006/main" id="24" idx="1"/>
          </p:cNvCxnSpPr>
          <p:nvPr/>
        </p:nvCxnSpPr>
        <p:spPr>
          <a:xfrm xmlns:a="http://schemas.openxmlformats.org/drawingml/2006/main">
            <a:off x="2533650" y="2390775"/>
            <a:ext cx="37147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sp>
        <p:nvSpPr>
          <p:cNvPr id="40" name="">
            <a:extLst xmlns:a="http://schemas.openxmlformats.org/drawingml/2006/main">
              <a:ext uri="{FF2B5EF4-FFF2-40B4-BE49-F238E27FC236}">
                <a16:creationId xmlns:a16="http://schemas.microsoft.com/office/drawing/2014/main" id="{58D26947-68C7-4FAF-964F-9A037A03869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E16E2A-55C4-4916-9951-CD4E2EC80EB3}"/>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E9BF8512-8155-47BD-8046-305F0ADCE169}"/>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E47162-0834-42D4-B488-AADF51E8D9F3}"/>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527B2A06-A195-4EF1-A9DD-6D4542E6A63D}"/>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499DFBD-4635-407D-97FF-6DB48C09F984}"/>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D91EE2FC-CCAC-44A6-90A0-026905808C0E}"/>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21C2E9-62D5-4B97-9394-BBD247D6EFA0}"/>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4DACDF60-E3CD-4FFC-A206-46443C22AC02}"/>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F2A56A-59FC-4ECF-BEB8-1496046B8524}"/>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97590DA3-DD4F-47D5-B5C2-DFC6FAA18B9C}"/>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2D6F8F-5A93-4317-8C5A-18AD6196438D}"/>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46CAC582-4D75-46AE-8C48-3764431DFA46}"/>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8FB978-F8A7-4FBB-B1B8-5CDD287B41FA}"/>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157F0E8F-602B-4C8A-9BCE-856C42E1C2A0}"/>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One guided journey: find, understand, prepare and follow up</a:t>
            </a:r>
          </a:p>
        </p:txBody>
      </p:sp>
      <p:sp>
        <p:nvSpPr>
          <p:cNvPr id="16" name="">
            <a:extLst xmlns:a="http://schemas.openxmlformats.org/drawingml/2006/main">
              <a:ext uri="{FF2B5EF4-FFF2-40B4-BE49-F238E27FC236}">
                <a16:creationId xmlns:a16="http://schemas.microsoft.com/office/drawing/2014/main" id="{BA9C5418-F405-48EA-8C7D-DB42E14D6DAF}"/>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03 · THE HIREGEN IDEA</a:t>
            </a:r>
          </a:p>
        </p:txBody>
      </p:sp>
      <p:sp>
        <p:nvSpPr>
          <p:cNvPr id="17" name="">
            <a:extLst xmlns:a="http://schemas.openxmlformats.org/drawingml/2006/main">
              <a:ext uri="{FF2B5EF4-FFF2-40B4-BE49-F238E27FC236}">
                <a16:creationId xmlns:a16="http://schemas.microsoft.com/office/drawing/2014/main" id="{E80A5EFB-FB0F-448C-B95B-559EBE43DBD3}"/>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E87B8DE-2440-443E-BDBB-53B8192A5BBD}"/>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128FC0E-8895-46DD-85F1-5F45DA4313C8}"/>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EA84F80F-A72D-43CB-A046-09D8202E6D27}"/>
              </a:ext>
            </a:extLst>
          </p:cNvPr>
          <p:cNvPicPr>
            <a:picLocks xmlns:a="http://schemas.openxmlformats.org/drawingml/2006/main" noChangeAspect="1"/>
          </p:cNvPicPr>
          <p:nvPr/>
        </p:nvPicPr>
        <p:blipFill>
          <a:blip xmlns:r="http://schemas.openxmlformats.org/officeDocument/2006/relationships" xmlns:a="http://schemas.openxmlformats.org/drawingml/2006/main" r:embed="Ra9b3470e6c7c4507"/>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0C9CE3E-BCE0-461A-A03E-4AFE7B9BDDE2}"/>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CA3AA46F-A4CC-4743-8F39-ED631351388B}"/>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04 / 15</a:t>
            </a:r>
          </a:p>
        </p:txBody>
      </p:sp>
      <p:sp>
        <p:nvSpPr>
          <p:cNvPr id="23" name="">
            <a:extLst xmlns:a="http://schemas.openxmlformats.org/drawingml/2006/main">
              <a:ext uri="{FF2B5EF4-FFF2-40B4-BE49-F238E27FC236}">
                <a16:creationId xmlns:a16="http://schemas.microsoft.com/office/drawing/2014/main" id="{909FCF5D-22C4-4996-A5EA-D3B3C55B4885}"/>
              </a:ext>
            </a:extLst>
          </p:cNvPr>
          <p:cNvSpPr>
            <a:spLocks xmlns:a="http://schemas.openxmlformats.org/drawingml/2006/main" noGrp="1"/>
          </p:cNvSpPr>
          <p:nvPr/>
        </p:nvSpPr>
        <p:spPr>
          <a:xfrm xmlns:a="http://schemas.openxmlformats.org/drawingml/2006/main">
            <a:off x="666750" y="1685925"/>
            <a:ext cx="1866900" cy="1409700"/>
          </a:xfrm>
          <a:prstGeom xmlns:a="http://schemas.openxmlformats.org/drawingml/2006/main" prst="roundRect">
            <a:avLst>
              <a:gd name="adj" fmla="val 5405"/>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01</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Confirm</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Profile facts</a:t>
            </a:r>
          </a:p>
        </p:txBody>
      </p:sp>
      <p:sp>
        <p:nvSpPr>
          <p:cNvPr id="24" name="">
            <a:extLst xmlns:a="http://schemas.openxmlformats.org/drawingml/2006/main">
              <a:ext uri="{FF2B5EF4-FFF2-40B4-BE49-F238E27FC236}">
                <a16:creationId xmlns:a16="http://schemas.microsoft.com/office/drawing/2014/main" id="{19B3C45B-DD1E-4C47-8403-24B6F7240943}"/>
              </a:ext>
            </a:extLst>
          </p:cNvPr>
          <p:cNvSpPr>
            <a:spLocks xmlns:a="http://schemas.openxmlformats.org/drawingml/2006/main" noGrp="1"/>
          </p:cNvSpPr>
          <p:nvPr/>
        </p:nvSpPr>
        <p:spPr>
          <a:xfrm xmlns:a="http://schemas.openxmlformats.org/drawingml/2006/main">
            <a:off x="2905125" y="1685925"/>
            <a:ext cx="1866900" cy="1409700"/>
          </a:xfrm>
          <a:prstGeom xmlns:a="http://schemas.openxmlformats.org/drawingml/2006/main" prst="roundRect">
            <a:avLst>
              <a:gd name="adj" fmla="val 5405"/>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02</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Discover</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Trusted listings</a:t>
            </a:r>
          </a:p>
        </p:txBody>
      </p:sp>
      <p:sp>
        <p:nvSpPr>
          <p:cNvPr id="25" name="">
            <a:extLst xmlns:a="http://schemas.openxmlformats.org/drawingml/2006/main">
              <a:ext uri="{FF2B5EF4-FFF2-40B4-BE49-F238E27FC236}">
                <a16:creationId xmlns:a16="http://schemas.microsoft.com/office/drawing/2014/main" id="{90A52CFD-090E-4C90-905C-55DDF1F5DC3D}"/>
              </a:ext>
            </a:extLst>
          </p:cNvPr>
          <p:cNvSpPr>
            <a:spLocks xmlns:a="http://schemas.openxmlformats.org/drawingml/2006/main" noGrp="1"/>
          </p:cNvSpPr>
          <p:nvPr/>
        </p:nvSpPr>
        <p:spPr>
          <a:xfrm xmlns:a="http://schemas.openxmlformats.org/drawingml/2006/main">
            <a:off x="5143500" y="1685925"/>
            <a:ext cx="1866900" cy="1409700"/>
          </a:xfrm>
          <a:prstGeom xmlns:a="http://schemas.openxmlformats.org/drawingml/2006/main" prst="roundRect">
            <a:avLst>
              <a:gd name="adj" fmla="val 5405"/>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03</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Understand</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Fit + skill gaps</a:t>
            </a:r>
          </a:p>
        </p:txBody>
      </p:sp>
      <p:sp>
        <p:nvSpPr>
          <p:cNvPr id="26" name="">
            <a:extLst xmlns:a="http://schemas.openxmlformats.org/drawingml/2006/main">
              <a:ext uri="{FF2B5EF4-FFF2-40B4-BE49-F238E27FC236}">
                <a16:creationId xmlns:a16="http://schemas.microsoft.com/office/drawing/2014/main" id="{3C013861-8297-4493-9BFC-A922FA523B74}"/>
              </a:ext>
            </a:extLst>
          </p:cNvPr>
          <p:cNvSpPr>
            <a:spLocks xmlns:a="http://schemas.openxmlformats.org/drawingml/2006/main" noGrp="1"/>
          </p:cNvSpPr>
          <p:nvPr/>
        </p:nvSpPr>
        <p:spPr>
          <a:xfrm xmlns:a="http://schemas.openxmlformats.org/drawingml/2006/main">
            <a:off x="7381875" y="1685925"/>
            <a:ext cx="1866900" cy="1409700"/>
          </a:xfrm>
          <a:prstGeom xmlns:a="http://schemas.openxmlformats.org/drawingml/2006/main" prst="roundRect">
            <a:avLst>
              <a:gd name="adj" fmla="val 5405"/>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04</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Prepare</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Reviewable draft</a:t>
            </a:r>
          </a:p>
        </p:txBody>
      </p:sp>
      <p:sp>
        <p:nvSpPr>
          <p:cNvPr id="27" name="">
            <a:extLst xmlns:a="http://schemas.openxmlformats.org/drawingml/2006/main">
              <a:ext uri="{FF2B5EF4-FFF2-40B4-BE49-F238E27FC236}">
                <a16:creationId xmlns:a16="http://schemas.microsoft.com/office/drawing/2014/main" id="{79974682-E860-4F37-9600-AF4CC91FD96C}"/>
              </a:ext>
            </a:extLst>
          </p:cNvPr>
          <p:cNvSpPr>
            <a:spLocks xmlns:a="http://schemas.openxmlformats.org/drawingml/2006/main" noGrp="1"/>
          </p:cNvSpPr>
          <p:nvPr/>
        </p:nvSpPr>
        <p:spPr>
          <a:xfrm xmlns:a="http://schemas.openxmlformats.org/drawingml/2006/main">
            <a:off x="9620250" y="1685925"/>
            <a:ext cx="1866900" cy="1409700"/>
          </a:xfrm>
          <a:prstGeom xmlns:a="http://schemas.openxmlformats.org/drawingml/2006/main" prst="roundRect">
            <a:avLst>
              <a:gd name="adj" fmla="val 5405"/>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05</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Follow up</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Track your reply</a:t>
            </a:r>
          </a:p>
        </p:txBody>
      </p:sp>
      <p:sp>
        <p:nvSpPr>
          <p:cNvPr id="32" name="">
            <a:extLst xmlns:a="http://schemas.openxmlformats.org/drawingml/2006/main">
              <a:ext uri="{FF2B5EF4-FFF2-40B4-BE49-F238E27FC236}">
                <a16:creationId xmlns:a16="http://schemas.microsoft.com/office/drawing/2014/main" id="{366894B6-0BE8-4337-8E5C-F8B92CB6815F}"/>
              </a:ext>
            </a:extLst>
          </p:cNvPr>
          <p:cNvSpPr>
            <a:spLocks xmlns:a="http://schemas.openxmlformats.org/drawingml/2006/main" noGrp="1"/>
          </p:cNvSpPr>
          <p:nvPr/>
        </p:nvSpPr>
        <p:spPr>
          <a:xfrm xmlns:a="http://schemas.openxmlformats.org/drawingml/2006/main">
            <a:off x="742950" y="3714750"/>
            <a:ext cx="1952625" cy="400050"/>
          </a:xfrm>
          <a:prstGeom xmlns:a="http://schemas.openxmlformats.org/drawingml/2006/main" prst="roundRect">
            <a:avLst>
              <a:gd name="adj" fmla="val 19048"/>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ADMIN TRUST LANE</a:t>
            </a:r>
          </a:p>
        </p:txBody>
      </p:sp>
      <p:sp>
        <p:nvSpPr>
          <p:cNvPr id="33" name="">
            <a:extLst xmlns:a="http://schemas.openxmlformats.org/drawingml/2006/main">
              <a:ext uri="{FF2B5EF4-FFF2-40B4-BE49-F238E27FC236}">
                <a16:creationId xmlns:a16="http://schemas.microsoft.com/office/drawing/2014/main" id="{5DB2070D-4C9D-475F-BA12-93247493E850}"/>
              </a:ext>
            </a:extLst>
          </p:cNvPr>
          <p:cNvSpPr>
            <a:spLocks xmlns:a="http://schemas.openxmlformats.org/drawingml/2006/main" noGrp="1"/>
          </p:cNvSpPr>
          <p:nvPr/>
        </p:nvSpPr>
        <p:spPr>
          <a:xfrm xmlns:a="http://schemas.openxmlformats.org/drawingml/2006/main">
            <a:off x="3190875" y="3609975"/>
            <a:ext cx="2047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Check source</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Evidence</a:t>
            </a:r>
          </a:p>
        </p:txBody>
      </p:sp>
      <p:sp>
        <p:nvSpPr>
          <p:cNvPr id="34" name="">
            <a:extLst xmlns:a="http://schemas.openxmlformats.org/drawingml/2006/main">
              <a:ext uri="{FF2B5EF4-FFF2-40B4-BE49-F238E27FC236}">
                <a16:creationId xmlns:a16="http://schemas.microsoft.com/office/drawing/2014/main" id="{5D348F32-D2B5-450B-89EA-83266AF4DDBC}"/>
              </a:ext>
            </a:extLst>
          </p:cNvPr>
          <p:cNvSpPr>
            <a:spLocks xmlns:a="http://schemas.openxmlformats.org/drawingml/2006/main" noGrp="1"/>
          </p:cNvSpPr>
          <p:nvPr/>
        </p:nvSpPr>
        <p:spPr>
          <a:xfrm xmlns:a="http://schemas.openxmlformats.org/drawingml/2006/main">
            <a:off x="5667375" y="3609975"/>
            <a:ext cx="2047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Review quality</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Publish gate</a:t>
            </a:r>
          </a:p>
        </p:txBody>
      </p:sp>
      <p:sp>
        <p:nvSpPr>
          <p:cNvPr id="35" name="">
            <a:extLst xmlns:a="http://schemas.openxmlformats.org/drawingml/2006/main">
              <a:ext uri="{FF2B5EF4-FFF2-40B4-BE49-F238E27FC236}">
                <a16:creationId xmlns:a16="http://schemas.microsoft.com/office/drawing/2014/main" id="{E9184B0F-1DA7-479F-9C6E-48C9635E710A}"/>
              </a:ext>
            </a:extLst>
          </p:cNvPr>
          <p:cNvSpPr>
            <a:spLocks xmlns:a="http://schemas.openxmlformats.org/drawingml/2006/main" noGrp="1"/>
          </p:cNvSpPr>
          <p:nvPr/>
        </p:nvSpPr>
        <p:spPr>
          <a:xfrm xmlns:a="http://schemas.openxmlformats.org/drawingml/2006/main">
            <a:off x="8143875" y="3609975"/>
            <a:ext cx="2047875"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Keep record</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Audit trail</a:t>
            </a:r>
          </a:p>
        </p:txBody>
      </p:sp>
      <p:sp>
        <p:nvSpPr>
          <p:cNvPr id="38" name="">
            <a:extLst xmlns:a="http://schemas.openxmlformats.org/drawingml/2006/main">
              <a:ext uri="{FF2B5EF4-FFF2-40B4-BE49-F238E27FC236}">
                <a16:creationId xmlns:a16="http://schemas.microsoft.com/office/drawing/2014/main" id="{1896C475-6EFB-44DB-8275-1F10221889B4}"/>
              </a:ext>
            </a:extLst>
          </p:cNvPr>
          <p:cNvSpPr>
            <a:spLocks xmlns:a="http://schemas.openxmlformats.org/drawingml/2006/main" noGrp="1"/>
          </p:cNvSpPr>
          <p:nvPr/>
        </p:nvSpPr>
        <p:spPr>
          <a:xfrm xmlns:a="http://schemas.openxmlformats.org/drawingml/2006/main">
            <a:off x="857250" y="4762500"/>
            <a:ext cx="10439400" cy="523875"/>
          </a:xfrm>
          <a:prstGeom xmlns:a="http://schemas.openxmlformats.org/drawingml/2006/main" prst="roundRect">
            <a:avLst>
              <a:gd name="adj" fmla="val 14545"/>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425" b="1">
                <a:solidFill>
                  <a:srgbClr val="000000"/>
                </a:solidFill>
                <a:latin typeface="Times New Roman"/>
                <a:ea typeface="Times New Roman"/>
                <a:cs typeface="Times New Roman"/>
              </a:defRPr>
            </a:defPPr>
            <a:lvl1pPr algn="ctr">
              <a:defRPr sz="1425" b="1">
                <a:solidFill>
                  <a:srgbClr val="000000"/>
                </a:solidFill>
                <a:latin typeface="Times New Roman"/>
                <a:ea typeface="Times New Roman"/>
                <a:cs typeface="Times New Roman"/>
              </a:defRPr>
            </a:lvl1pPr>
            <a:lvl2pPr algn="ctr">
              <a:defRPr sz="1425" b="1">
                <a:solidFill>
                  <a:srgbClr val="000000"/>
                </a:solidFill>
                <a:latin typeface="Times New Roman"/>
                <a:ea typeface="Times New Roman"/>
                <a:cs typeface="Times New Roman"/>
              </a:defRPr>
            </a:lvl2pPr>
            <a:lvl3pPr algn="ctr">
              <a:defRPr sz="1425" b="1">
                <a:solidFill>
                  <a:srgbClr val="000000"/>
                </a:solidFill>
                <a:latin typeface="Times New Roman"/>
                <a:ea typeface="Times New Roman"/>
                <a:cs typeface="Times New Roman"/>
              </a:defRPr>
            </a:lvl3pPr>
            <a:lvl4pPr algn="ctr">
              <a:defRPr sz="1425" b="1">
                <a:solidFill>
                  <a:srgbClr val="000000"/>
                </a:solidFill>
                <a:latin typeface="Times New Roman"/>
                <a:ea typeface="Times New Roman"/>
                <a:cs typeface="Times New Roman"/>
              </a:defRPr>
            </a:lvl4pPr>
            <a:lvl5pPr algn="ctr">
              <a:defRPr sz="1425" b="1">
                <a:solidFill>
                  <a:srgbClr val="000000"/>
                </a:solidFill>
                <a:latin typeface="Times New Roman"/>
                <a:ea typeface="Times New Roman"/>
                <a:cs typeface="Times New Roman"/>
              </a:defRPr>
            </a:lvl5pPr>
            <a:lvl6pPr algn="ctr">
              <a:defRPr sz="1425" b="1">
                <a:solidFill>
                  <a:srgbClr val="000000"/>
                </a:solidFill>
                <a:latin typeface="Times New Roman"/>
                <a:ea typeface="Times New Roman"/>
                <a:cs typeface="Times New Roman"/>
              </a:defRPr>
            </a:lvl6pPr>
            <a:lvl7pPr algn="ctr">
              <a:defRPr sz="1425" b="1">
                <a:solidFill>
                  <a:srgbClr val="000000"/>
                </a:solidFill>
                <a:latin typeface="Times New Roman"/>
                <a:ea typeface="Times New Roman"/>
                <a:cs typeface="Times New Roman"/>
              </a:defRPr>
            </a:lvl7pPr>
            <a:lvl8pPr algn="ctr">
              <a:defRPr sz="1425" b="1">
                <a:solidFill>
                  <a:srgbClr val="000000"/>
                </a:solidFill>
                <a:latin typeface="Times New Roman"/>
                <a:ea typeface="Times New Roman"/>
                <a:cs typeface="Times New Roman"/>
              </a:defRPr>
            </a:lvl8pPr>
            <a:lvl9pPr algn="ctr">
              <a:defRPr sz="1425" b="1">
                <a:solidFill>
                  <a:srgbClr val="000000"/>
                </a:solidFill>
                <a:latin typeface="Times New Roman"/>
                <a:ea typeface="Times New Roman"/>
                <a:cs typeface="Times New Roman"/>
              </a:defRPr>
            </a:lvl9pPr>
          </a:lstStyle>
          <a:p xmlns:a="http://schemas.openxmlformats.org/drawingml/2006/main">
            <a:pPr algn="ctr">
              <a:defRPr sz="1425" b="1">
                <a:solidFill>
                  <a:srgbClr val="000000"/>
                </a:solidFill>
                <a:latin typeface="Times New Roman"/>
                <a:ea typeface="Times New Roman"/>
                <a:cs typeface="Times New Roman"/>
              </a:defRPr>
            </a:pPr>
            <a:r>
              <a:rPr sz="1425" b="1">
                <a:solidFill>
                  <a:srgbClr val="000000"/>
                </a:solidFill>
                <a:latin typeface="Times New Roman"/>
                <a:ea typeface="Times New Roman"/>
                <a:cs typeface="Times New Roman"/>
              </a:rPr>
              <a:t>The candidate chooses whether to apply. Submission happens on the employer’s site.</a:t>
            </a:r>
          </a:p>
        </p:txBody>
      </p:sp>
      <p:sp>
        <p:nvSpPr>
          <p:cNvPr id="39" name="">
            <a:extLst xmlns:a="http://schemas.openxmlformats.org/drawingml/2006/main">
              <a:ext uri="{FF2B5EF4-FFF2-40B4-BE49-F238E27FC236}">
                <a16:creationId xmlns:a16="http://schemas.microsoft.com/office/drawing/2014/main" id="{13C620A7-23C0-4580-AEAB-187D02A7E0E0}"/>
              </a:ext>
            </a:extLst>
          </p:cNvPr>
          <p:cNvSpPr>
            <a:spLocks xmlns:a="http://schemas.openxmlformats.org/drawingml/2006/main" noGrp="1"/>
          </p:cNvSpPr>
          <p:nvPr/>
        </p:nvSpPr>
        <p:spPr>
          <a:xfrm xmlns:a="http://schemas.openxmlformats.org/drawingml/2006/main">
            <a:off x="952500" y="5457825"/>
            <a:ext cx="10239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666666"/>
                </a:solidFill>
                <a:latin typeface="Times New Roman"/>
                <a:ea typeface="Times New Roman"/>
                <a:cs typeface="Times New Roman"/>
              </a:defRPr>
            </a:defPPr>
            <a:lvl1pPr algn="ctr">
              <a:defRPr sz="1200" b="0">
                <a:solidFill>
                  <a:srgbClr val="666666"/>
                </a:solidFill>
                <a:latin typeface="Times New Roman"/>
                <a:ea typeface="Times New Roman"/>
                <a:cs typeface="Times New Roman"/>
              </a:defRPr>
            </a:lvl1pPr>
            <a:lvl2pPr algn="ctr">
              <a:defRPr sz="1200" b="0">
                <a:solidFill>
                  <a:srgbClr val="666666"/>
                </a:solidFill>
                <a:latin typeface="Times New Roman"/>
                <a:ea typeface="Times New Roman"/>
                <a:cs typeface="Times New Roman"/>
              </a:defRPr>
            </a:lvl2pPr>
            <a:lvl3pPr algn="ctr">
              <a:defRPr sz="1200" b="0">
                <a:solidFill>
                  <a:srgbClr val="666666"/>
                </a:solidFill>
                <a:latin typeface="Times New Roman"/>
                <a:ea typeface="Times New Roman"/>
                <a:cs typeface="Times New Roman"/>
              </a:defRPr>
            </a:lvl3pPr>
            <a:lvl4pPr algn="ctr">
              <a:defRPr sz="1200" b="0">
                <a:solidFill>
                  <a:srgbClr val="666666"/>
                </a:solidFill>
                <a:latin typeface="Times New Roman"/>
                <a:ea typeface="Times New Roman"/>
                <a:cs typeface="Times New Roman"/>
              </a:defRPr>
            </a:lvl4pPr>
            <a:lvl5pPr algn="ctr">
              <a:defRPr sz="1200" b="0">
                <a:solidFill>
                  <a:srgbClr val="666666"/>
                </a:solidFill>
                <a:latin typeface="Times New Roman"/>
                <a:ea typeface="Times New Roman"/>
                <a:cs typeface="Times New Roman"/>
              </a:defRPr>
            </a:lvl5pPr>
            <a:lvl6pPr algn="ctr">
              <a:defRPr sz="1200" b="0">
                <a:solidFill>
                  <a:srgbClr val="666666"/>
                </a:solidFill>
                <a:latin typeface="Times New Roman"/>
                <a:ea typeface="Times New Roman"/>
                <a:cs typeface="Times New Roman"/>
              </a:defRPr>
            </a:lvl6pPr>
            <a:lvl7pPr algn="ctr">
              <a:defRPr sz="1200" b="0">
                <a:solidFill>
                  <a:srgbClr val="666666"/>
                </a:solidFill>
                <a:latin typeface="Times New Roman"/>
                <a:ea typeface="Times New Roman"/>
                <a:cs typeface="Times New Roman"/>
              </a:defRPr>
            </a:lvl7pPr>
            <a:lvl8pPr algn="ctr">
              <a:defRPr sz="1200" b="0">
                <a:solidFill>
                  <a:srgbClr val="666666"/>
                </a:solidFill>
                <a:latin typeface="Times New Roman"/>
                <a:ea typeface="Times New Roman"/>
                <a:cs typeface="Times New Roman"/>
              </a:defRPr>
            </a:lvl8pPr>
            <a:lvl9pPr algn="ctr">
              <a:defRPr sz="1200" b="0">
                <a:solidFill>
                  <a:srgbClr val="666666"/>
                </a:solidFill>
                <a:latin typeface="Times New Roman"/>
                <a:ea typeface="Times New Roman"/>
                <a:cs typeface="Times New Roman"/>
              </a:defRPr>
            </a:lvl9pPr>
          </a:lstStyle>
          <a:p xmlns:a="http://schemas.openxmlformats.org/drawingml/2006/main">
            <a:pPr algn="ctr">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Outcome-based model evaluation comes later; it is not reported as a completed result.</a:t>
            </a:r>
          </a:p>
        </p:txBody>
      </p:sp>
    </p:spTree>
    <p:extLst>
      <p:ext uri="{BB962C8B-B14F-4D97-AF65-F5344CB8AC3E}">
        <p14:creationId xmlns:p14="http://schemas.microsoft.com/office/powerpoint/2010/main" val="14555165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1" name="">
            <a:extLst xmlns:a="http://schemas.openxmlformats.org/drawingml/2006/main">
              <a:ext uri="{FF2B5EF4-FFF2-40B4-BE49-F238E27FC236}">
                <a16:creationId xmlns:a16="http://schemas.microsoft.com/office/drawing/2014/main" id="{112F5D38-0B26-4FD1-83A8-455826F2A969}"/>
              </a:ext>
            </a:extLst>
          </p:cNvPr>
          <p:cNvCxnSpPr>
            <a:stCxn xmlns:a="http://schemas.openxmlformats.org/drawingml/2006/main" id="38" idx="3"/>
            <a:endCxn xmlns:a="http://schemas.openxmlformats.org/drawingml/2006/main" id="27" idx="2"/>
          </p:cNvCxnSpPr>
          <p:nvPr/>
        </p:nvCxnSpPr>
        <p:spPr>
          <a:xfrm xmlns:a="http://schemas.openxmlformats.org/drawingml/2006/main" flipV="1">
            <a:off x="7600950" y="2571750"/>
            <a:ext cx="2405063" cy="1800225"/>
          </a:xfrm>
          <a:prstGeom xmlns:a="http://schemas.openxmlformats.org/drawingml/2006/main" prst="bentConnector2">
            <a:avLst/>
          </a:prstGeom>
          <a:ln xmlns:a="http://schemas.openxmlformats.org/drawingml/2006/main" w="19050">
            <a:solidFill>
              <a:srgbClr val="354D76"/>
            </a:solidFill>
            <a:prstDash val="solid"/>
            <a:tailEnd type="arrow" w="sm" len="sm"/>
          </a:ln>
        </p:spPr>
      </p:cxnSp>
      <p:cxnSp>
        <p:nvCxnSpPr>
          <p:cNvPr id="40" name="">
            <a:extLst xmlns:a="http://schemas.openxmlformats.org/drawingml/2006/main">
              <a:ext uri="{FF2B5EF4-FFF2-40B4-BE49-F238E27FC236}">
                <a16:creationId xmlns:a16="http://schemas.microsoft.com/office/drawing/2014/main" id="{EBA825EA-AAAF-48C6-8ADD-2D3B2509C8B2}"/>
              </a:ext>
            </a:extLst>
          </p:cNvPr>
          <p:cNvCxnSpPr>
            <a:stCxn xmlns:a="http://schemas.openxmlformats.org/drawingml/2006/main" id="37" idx="3"/>
            <a:endCxn xmlns:a="http://schemas.openxmlformats.org/drawingml/2006/main" id="38" idx="1"/>
          </p:cNvCxnSpPr>
          <p:nvPr/>
        </p:nvCxnSpPr>
        <p:spPr>
          <a:xfrm xmlns:a="http://schemas.openxmlformats.org/drawingml/2006/main">
            <a:off x="5162550" y="4371975"/>
            <a:ext cx="7715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9" name="">
            <a:extLst xmlns:a="http://schemas.openxmlformats.org/drawingml/2006/main">
              <a:ext uri="{FF2B5EF4-FFF2-40B4-BE49-F238E27FC236}">
                <a16:creationId xmlns:a16="http://schemas.microsoft.com/office/drawing/2014/main" id="{9151131C-27ED-420D-A623-1963D84E8D95}"/>
              </a:ext>
            </a:extLst>
          </p:cNvPr>
          <p:cNvCxnSpPr>
            <a:stCxn xmlns:a="http://schemas.openxmlformats.org/drawingml/2006/main" id="36" idx="3"/>
            <a:endCxn xmlns:a="http://schemas.openxmlformats.org/drawingml/2006/main" id="37" idx="1"/>
          </p:cNvCxnSpPr>
          <p:nvPr/>
        </p:nvCxnSpPr>
        <p:spPr>
          <a:xfrm xmlns:a="http://schemas.openxmlformats.org/drawingml/2006/main">
            <a:off x="2343150" y="4371975"/>
            <a:ext cx="7429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5" name="">
            <a:extLst xmlns:a="http://schemas.openxmlformats.org/drawingml/2006/main">
              <a:ext uri="{FF2B5EF4-FFF2-40B4-BE49-F238E27FC236}">
                <a16:creationId xmlns:a16="http://schemas.microsoft.com/office/drawing/2014/main" id="{DE47E7EB-68A2-47AB-9031-00B8FC340661}"/>
              </a:ext>
            </a:extLst>
          </p:cNvPr>
          <p:cNvCxnSpPr>
            <a:stCxn xmlns:a="http://schemas.openxmlformats.org/drawingml/2006/main" id="26" idx="2"/>
            <a:endCxn xmlns:a="http://schemas.openxmlformats.org/drawingml/2006/main" id="34" idx="0"/>
          </p:cNvCxnSpPr>
          <p:nvPr/>
        </p:nvCxnSpPr>
        <p:spPr>
          <a:xfrm xmlns:a="http://schemas.openxmlformats.org/drawingml/2006/main">
            <a:off x="6577013" y="2571750"/>
            <a:ext cx="0" cy="352425"/>
          </a:xfrm>
          <a:prstGeom xmlns:a="http://schemas.openxmlformats.org/drawingml/2006/main" prst="straightConnector1">
            <a:avLst/>
          </a:prstGeom>
          <a:ln xmlns:a="http://schemas.openxmlformats.org/drawingml/2006/main" w="15240">
            <a:solidFill>
              <a:srgbClr val="C77A37"/>
            </a:solidFill>
            <a:prstDash val="solid"/>
            <a:tailEnd type="arrow" w="sm" len="sm"/>
          </a:ln>
        </p:spPr>
      </p:cxnSp>
      <p:cxnSp>
        <p:nvCxnSpPr>
          <p:cNvPr id="30" name="">
            <a:extLst xmlns:a="http://schemas.openxmlformats.org/drawingml/2006/main">
              <a:ext uri="{FF2B5EF4-FFF2-40B4-BE49-F238E27FC236}">
                <a16:creationId xmlns:a16="http://schemas.microsoft.com/office/drawing/2014/main" id="{694B4984-C896-4440-8B61-8521EA4667B5}"/>
              </a:ext>
            </a:extLst>
          </p:cNvPr>
          <p:cNvCxnSpPr>
            <a:stCxn xmlns:a="http://schemas.openxmlformats.org/drawingml/2006/main" id="26" idx="3"/>
            <a:endCxn xmlns:a="http://schemas.openxmlformats.org/drawingml/2006/main" id="27" idx="1"/>
          </p:cNvCxnSpPr>
          <p:nvPr/>
        </p:nvCxnSpPr>
        <p:spPr>
          <a:xfrm xmlns:a="http://schemas.openxmlformats.org/drawingml/2006/main">
            <a:off x="7600950" y="2181225"/>
            <a:ext cx="10477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841AC8C3-9057-435E-BCE7-22D4E0A957BB}"/>
              </a:ext>
            </a:extLst>
          </p:cNvPr>
          <p:cNvCxnSpPr>
            <a:stCxn xmlns:a="http://schemas.openxmlformats.org/drawingml/2006/main" id="25" idx="3"/>
            <a:endCxn xmlns:a="http://schemas.openxmlformats.org/drawingml/2006/main" id="26" idx="1"/>
          </p:cNvCxnSpPr>
          <p:nvPr/>
        </p:nvCxnSpPr>
        <p:spPr>
          <a:xfrm xmlns:a="http://schemas.openxmlformats.org/drawingml/2006/main">
            <a:off x="4876800" y="2181225"/>
            <a:ext cx="67627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8" name="">
            <a:extLst xmlns:a="http://schemas.openxmlformats.org/drawingml/2006/main">
              <a:ext uri="{FF2B5EF4-FFF2-40B4-BE49-F238E27FC236}">
                <a16:creationId xmlns:a16="http://schemas.microsoft.com/office/drawing/2014/main" id="{9F640DCC-DDF1-427B-BB77-AA9B55FD2A5E}"/>
              </a:ext>
            </a:extLst>
          </p:cNvPr>
          <p:cNvCxnSpPr>
            <a:stCxn xmlns:a="http://schemas.openxmlformats.org/drawingml/2006/main" id="24" idx="3"/>
            <a:endCxn xmlns:a="http://schemas.openxmlformats.org/drawingml/2006/main" id="25" idx="1"/>
          </p:cNvCxnSpPr>
          <p:nvPr/>
        </p:nvCxnSpPr>
        <p:spPr>
          <a:xfrm xmlns:a="http://schemas.openxmlformats.org/drawingml/2006/main">
            <a:off x="2343150" y="2181225"/>
            <a:ext cx="7429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sp>
        <p:nvSpPr>
          <p:cNvPr id="47" name="">
            <a:extLst xmlns:a="http://schemas.openxmlformats.org/drawingml/2006/main">
              <a:ext uri="{FF2B5EF4-FFF2-40B4-BE49-F238E27FC236}">
                <a16:creationId xmlns:a16="http://schemas.microsoft.com/office/drawing/2014/main" id="{01D6039C-6DB1-4E01-8101-D3E01A78F05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B5244A-DDEF-42D9-ABE3-FFCF98FD5B65}"/>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17F8D76A-D640-4159-BDFE-DE64C2B09DC1}"/>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1A070C-F639-4C73-A976-721003EF66C2}"/>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968D98D2-E8B6-4ECA-89A8-5AC3FDFB1D24}"/>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CFC5EAD-45A1-4D04-A2D6-2DCDBCFF1D75}"/>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1F345F97-F7F5-48F2-8B5B-390B72F71C43}"/>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B65AC6-FADE-4048-8B9E-41238171D60B}"/>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73EDA6CA-F585-4F52-8CC0-7D4FB8551661}"/>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0C0888-D1B1-4CB9-93F6-293D96BD28FF}"/>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1DDEFA3A-F784-4156-9F67-9BF07DE8351F}"/>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C5D966-DAE3-4EA9-B9A1-712943A506F9}"/>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DE02D52D-A808-45BA-8C63-CF7FAC5D8DB6}"/>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E303F3-03B2-42FC-9E6C-737FA4ECF716}"/>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603FFDB1-15B7-450A-AAE2-5816B8F6B36E}"/>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000000"/>
                </a:solidFill>
                <a:latin typeface="Times New Roman"/>
                <a:ea typeface="Times New Roman"/>
                <a:cs typeface="Times New Roman"/>
              </a:defRPr>
            </a:defPPr>
            <a:lvl1pPr algn="l">
              <a:defRPr sz="2550" b="1">
                <a:solidFill>
                  <a:srgbClr val="000000"/>
                </a:solidFill>
                <a:latin typeface="Times New Roman"/>
                <a:ea typeface="Times New Roman"/>
                <a:cs typeface="Times New Roman"/>
              </a:defRPr>
            </a:lvl1pPr>
            <a:lvl2pPr algn="l">
              <a:defRPr sz="2550" b="1">
                <a:solidFill>
                  <a:srgbClr val="000000"/>
                </a:solidFill>
                <a:latin typeface="Times New Roman"/>
                <a:ea typeface="Times New Roman"/>
                <a:cs typeface="Times New Roman"/>
              </a:defRPr>
            </a:lvl2pPr>
            <a:lvl3pPr algn="l">
              <a:defRPr sz="2550" b="1">
                <a:solidFill>
                  <a:srgbClr val="000000"/>
                </a:solidFill>
                <a:latin typeface="Times New Roman"/>
                <a:ea typeface="Times New Roman"/>
                <a:cs typeface="Times New Roman"/>
              </a:defRPr>
            </a:lvl3pPr>
            <a:lvl4pPr algn="l">
              <a:defRPr sz="2550" b="1">
                <a:solidFill>
                  <a:srgbClr val="000000"/>
                </a:solidFill>
                <a:latin typeface="Times New Roman"/>
                <a:ea typeface="Times New Roman"/>
                <a:cs typeface="Times New Roman"/>
              </a:defRPr>
            </a:lvl4pPr>
            <a:lvl5pPr algn="l">
              <a:defRPr sz="2550" b="1">
                <a:solidFill>
                  <a:srgbClr val="000000"/>
                </a:solidFill>
                <a:latin typeface="Times New Roman"/>
                <a:ea typeface="Times New Roman"/>
                <a:cs typeface="Times New Roman"/>
              </a:defRPr>
            </a:lvl5pPr>
            <a:lvl6pPr algn="l">
              <a:defRPr sz="2550" b="1">
                <a:solidFill>
                  <a:srgbClr val="000000"/>
                </a:solidFill>
                <a:latin typeface="Times New Roman"/>
                <a:ea typeface="Times New Roman"/>
                <a:cs typeface="Times New Roman"/>
              </a:defRPr>
            </a:lvl6pPr>
            <a:lvl7pPr algn="l">
              <a:defRPr sz="2550" b="1">
                <a:solidFill>
                  <a:srgbClr val="000000"/>
                </a:solidFill>
                <a:latin typeface="Times New Roman"/>
                <a:ea typeface="Times New Roman"/>
                <a:cs typeface="Times New Roman"/>
              </a:defRPr>
            </a:lvl7pPr>
            <a:lvl8pPr algn="l">
              <a:defRPr sz="2550" b="1">
                <a:solidFill>
                  <a:srgbClr val="000000"/>
                </a:solidFill>
                <a:latin typeface="Times New Roman"/>
                <a:ea typeface="Times New Roman"/>
                <a:cs typeface="Times New Roman"/>
              </a:defRPr>
            </a:lvl8pPr>
            <a:lvl9pPr algn="l">
              <a:defRPr sz="2550" b="1">
                <a:solidFill>
                  <a:srgbClr val="000000"/>
                </a:solidFill>
                <a:latin typeface="Times New Roman"/>
                <a:ea typeface="Times New Roman"/>
                <a:cs typeface="Times New Roman"/>
              </a:defRPr>
            </a:lvl9pPr>
          </a:lstStyle>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How the platform is put together</a:t>
            </a:r>
          </a:p>
        </p:txBody>
      </p:sp>
      <p:sp>
        <p:nvSpPr>
          <p:cNvPr id="16" name="">
            <a:extLst xmlns:a="http://schemas.openxmlformats.org/drawingml/2006/main">
              <a:ext uri="{FF2B5EF4-FFF2-40B4-BE49-F238E27FC236}">
                <a16:creationId xmlns:a16="http://schemas.microsoft.com/office/drawing/2014/main" id="{10ADE6F9-D397-4BC4-86F0-C58008A1A0F3}"/>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04 · SYSTEM DESIGN</a:t>
            </a:r>
          </a:p>
        </p:txBody>
      </p:sp>
      <p:sp>
        <p:nvSpPr>
          <p:cNvPr id="17" name="">
            <a:extLst xmlns:a="http://schemas.openxmlformats.org/drawingml/2006/main">
              <a:ext uri="{FF2B5EF4-FFF2-40B4-BE49-F238E27FC236}">
                <a16:creationId xmlns:a16="http://schemas.microsoft.com/office/drawing/2014/main" id="{3180A8B0-DDAA-4F88-B24D-97B9A89BC6E2}"/>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22F775-1A08-4672-96CF-7BC49BBB525F}"/>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D1C74A5-16CC-4053-B851-FBB0409FF8D5}"/>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916C39F8-BAFC-4C7D-BB7B-176B2BD79DCA}"/>
              </a:ext>
            </a:extLst>
          </p:cNvPr>
          <p:cNvPicPr>
            <a:picLocks xmlns:a="http://schemas.openxmlformats.org/drawingml/2006/main" noChangeAspect="1"/>
          </p:cNvPicPr>
          <p:nvPr/>
        </p:nvPicPr>
        <p:blipFill>
          <a:blip xmlns:r="http://schemas.openxmlformats.org/officeDocument/2006/relationships" xmlns:a="http://schemas.openxmlformats.org/drawingml/2006/main" r:embed="R4c18317cef1e47af"/>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2FC04EC-2CCB-492D-B77C-DA9FE94A0795}"/>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444F46F9-0CE2-40DA-9030-FE457A2C4576}"/>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05 / 15</a:t>
            </a:r>
          </a:p>
        </p:txBody>
      </p:sp>
      <p:sp>
        <p:nvSpPr>
          <p:cNvPr id="23" name="">
            <a:extLst xmlns:a="http://schemas.openxmlformats.org/drawingml/2006/main">
              <a:ext uri="{FF2B5EF4-FFF2-40B4-BE49-F238E27FC236}">
                <a16:creationId xmlns:a16="http://schemas.microsoft.com/office/drawing/2014/main" id="{348FD333-D7A2-44DC-84A8-DE9F5F60771D}"/>
              </a:ext>
            </a:extLst>
          </p:cNvPr>
          <p:cNvSpPr>
            <a:spLocks xmlns:a="http://schemas.openxmlformats.org/drawingml/2006/main" noGrp="1"/>
          </p:cNvSpPr>
          <p:nvPr/>
        </p:nvSpPr>
        <p:spPr>
          <a:xfrm xmlns:a="http://schemas.openxmlformats.org/drawingml/2006/main">
            <a:off x="742950" y="11620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Times New Roman"/>
                <a:ea typeface="Times New Roman"/>
                <a:cs typeface="Times New Roman"/>
              </a:defRPr>
            </a:defPPr>
            <a:lvl1pPr algn="l">
              <a:defRPr sz="1350" b="0">
                <a:solidFill>
                  <a:srgbClr val="666666"/>
                </a:solidFill>
                <a:latin typeface="Times New Roman"/>
                <a:ea typeface="Times New Roman"/>
                <a:cs typeface="Times New Roman"/>
              </a:defRPr>
            </a:lvl1pPr>
            <a:lvl2pPr algn="l">
              <a:defRPr sz="1350" b="0">
                <a:solidFill>
                  <a:srgbClr val="666666"/>
                </a:solidFill>
                <a:latin typeface="Times New Roman"/>
                <a:ea typeface="Times New Roman"/>
                <a:cs typeface="Times New Roman"/>
              </a:defRPr>
            </a:lvl2pPr>
            <a:lvl3pPr algn="l">
              <a:defRPr sz="1350" b="0">
                <a:solidFill>
                  <a:srgbClr val="666666"/>
                </a:solidFill>
                <a:latin typeface="Times New Roman"/>
                <a:ea typeface="Times New Roman"/>
                <a:cs typeface="Times New Roman"/>
              </a:defRPr>
            </a:lvl3pPr>
            <a:lvl4pPr algn="l">
              <a:defRPr sz="1350" b="0">
                <a:solidFill>
                  <a:srgbClr val="666666"/>
                </a:solidFill>
                <a:latin typeface="Times New Roman"/>
                <a:ea typeface="Times New Roman"/>
                <a:cs typeface="Times New Roman"/>
              </a:defRPr>
            </a:lvl4pPr>
            <a:lvl5pPr algn="l">
              <a:defRPr sz="1350" b="0">
                <a:solidFill>
                  <a:srgbClr val="666666"/>
                </a:solidFill>
                <a:latin typeface="Times New Roman"/>
                <a:ea typeface="Times New Roman"/>
                <a:cs typeface="Times New Roman"/>
              </a:defRPr>
            </a:lvl5pPr>
            <a:lvl6pPr algn="l">
              <a:defRPr sz="1350" b="0">
                <a:solidFill>
                  <a:srgbClr val="666666"/>
                </a:solidFill>
                <a:latin typeface="Times New Roman"/>
                <a:ea typeface="Times New Roman"/>
                <a:cs typeface="Times New Roman"/>
              </a:defRPr>
            </a:lvl6pPr>
            <a:lvl7pPr algn="l">
              <a:defRPr sz="1350" b="0">
                <a:solidFill>
                  <a:srgbClr val="666666"/>
                </a:solidFill>
                <a:latin typeface="Times New Roman"/>
                <a:ea typeface="Times New Roman"/>
                <a:cs typeface="Times New Roman"/>
              </a:defRPr>
            </a:lvl7pPr>
            <a:lvl8pPr algn="l">
              <a:defRPr sz="1350" b="0">
                <a:solidFill>
                  <a:srgbClr val="666666"/>
                </a:solidFill>
                <a:latin typeface="Times New Roman"/>
                <a:ea typeface="Times New Roman"/>
                <a:cs typeface="Times New Roman"/>
              </a:defRPr>
            </a:lvl8pPr>
            <a:lvl9pPr algn="l">
              <a:defRPr sz="1350" b="0">
                <a:solidFill>
                  <a:srgbClr val="666666"/>
                </a:solidFill>
                <a:latin typeface="Times New Roman"/>
                <a:ea typeface="Times New Roman"/>
                <a:cs typeface="Times New Roman"/>
              </a:defRPr>
            </a:lvl9pPr>
          </a:lstStyle>
          <a:p xmlns:a="http://schemas.openxmlformats.org/drawingml/2006/main">
            <a:pPr algn="l">
              <a:defRPr sz="1350" b="0">
                <a:solidFill>
                  <a:srgbClr val="666666"/>
                </a:solidFill>
                <a:latin typeface="Times New Roman"/>
                <a:ea typeface="Times New Roman"/>
                <a:cs typeface="Times New Roman"/>
              </a:defRPr>
            </a:pPr>
            <a:r>
              <a:rPr sz="1350" b="0">
                <a:solidFill>
                  <a:srgbClr val="666666"/>
                </a:solidFill>
                <a:latin typeface="Times New Roman"/>
                <a:ea typeface="Times New Roman"/>
                <a:cs typeface="Times New Roman"/>
              </a:rPr>
              <a:t>One connected system, with clear boundaries between people, services and data.</a:t>
            </a:r>
          </a:p>
        </p:txBody>
      </p:sp>
      <p:sp>
        <p:nvSpPr>
          <p:cNvPr id="24" name="">
            <a:extLst xmlns:a="http://schemas.openxmlformats.org/drawingml/2006/main">
              <a:ext uri="{FF2B5EF4-FFF2-40B4-BE49-F238E27FC236}">
                <a16:creationId xmlns:a16="http://schemas.microsoft.com/office/drawing/2014/main" id="{3F397C98-A3C0-434A-BDD3-F6712EF6844B}"/>
              </a:ext>
            </a:extLst>
          </p:cNvPr>
          <p:cNvSpPr>
            <a:spLocks xmlns:a="http://schemas.openxmlformats.org/drawingml/2006/main" noGrp="1"/>
          </p:cNvSpPr>
          <p:nvPr/>
        </p:nvSpPr>
        <p:spPr>
          <a:xfrm xmlns:a="http://schemas.openxmlformats.org/drawingml/2006/main">
            <a:off x="666750" y="1790700"/>
            <a:ext cx="1676400" cy="781050"/>
          </a:xfrm>
          <a:prstGeom xmlns:a="http://schemas.openxmlformats.org/drawingml/2006/main" prst="roundRect">
            <a:avLst>
              <a:gd name="adj" fmla="val 9756"/>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Candidate + Admin</a:t>
            </a:r>
          </a:p>
        </p:txBody>
      </p:sp>
      <p:sp>
        <p:nvSpPr>
          <p:cNvPr id="25" name="">
            <a:extLst xmlns:a="http://schemas.openxmlformats.org/drawingml/2006/main">
              <a:ext uri="{FF2B5EF4-FFF2-40B4-BE49-F238E27FC236}">
                <a16:creationId xmlns:a16="http://schemas.microsoft.com/office/drawing/2014/main" id="{26B7B760-7277-400E-AE87-4225B76D9565}"/>
              </a:ext>
            </a:extLst>
          </p:cNvPr>
          <p:cNvSpPr>
            <a:spLocks xmlns:a="http://schemas.openxmlformats.org/drawingml/2006/main" noGrp="1"/>
          </p:cNvSpPr>
          <p:nvPr/>
        </p:nvSpPr>
        <p:spPr>
          <a:xfrm xmlns:a="http://schemas.openxmlformats.org/drawingml/2006/main">
            <a:off x="3086100" y="1790700"/>
            <a:ext cx="1790700" cy="781050"/>
          </a:xfrm>
          <a:prstGeom xmlns:a="http://schemas.openxmlformats.org/drawingml/2006/main" prst="roundRect">
            <a:avLst>
              <a:gd name="adj" fmla="val 9756"/>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Web workspace</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React · Vite</a:t>
            </a:r>
          </a:p>
        </p:txBody>
      </p:sp>
      <p:sp>
        <p:nvSpPr>
          <p:cNvPr id="26" name="">
            <a:extLst xmlns:a="http://schemas.openxmlformats.org/drawingml/2006/main">
              <a:ext uri="{FF2B5EF4-FFF2-40B4-BE49-F238E27FC236}">
                <a16:creationId xmlns:a16="http://schemas.microsoft.com/office/drawing/2014/main" id="{1DCADD5F-3D0E-49EB-B986-AC3D3BD9B31F}"/>
              </a:ext>
            </a:extLst>
          </p:cNvPr>
          <p:cNvSpPr>
            <a:spLocks xmlns:a="http://schemas.openxmlformats.org/drawingml/2006/main" noGrp="1"/>
          </p:cNvSpPr>
          <p:nvPr/>
        </p:nvSpPr>
        <p:spPr>
          <a:xfrm xmlns:a="http://schemas.openxmlformats.org/drawingml/2006/main">
            <a:off x="5553075" y="1790700"/>
            <a:ext cx="2047875" cy="781050"/>
          </a:xfrm>
          <a:prstGeom xmlns:a="http://schemas.openxmlformats.org/drawingml/2006/main" prst="roundRect">
            <a:avLst>
              <a:gd name="adj" fmla="val 9756"/>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Fastify API</a:t>
            </a:r>
          </a:p>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Auth + routes + matching</a:t>
            </a:r>
          </a:p>
        </p:txBody>
      </p:sp>
      <p:sp>
        <p:nvSpPr>
          <p:cNvPr id="27" name="">
            <a:extLst xmlns:a="http://schemas.openxmlformats.org/drawingml/2006/main">
              <a:ext uri="{FF2B5EF4-FFF2-40B4-BE49-F238E27FC236}">
                <a16:creationId xmlns:a16="http://schemas.microsoft.com/office/drawing/2014/main" id="{62E6DE0D-32D4-46FB-8EAB-BD156500C696}"/>
              </a:ext>
            </a:extLst>
          </p:cNvPr>
          <p:cNvSpPr>
            <a:spLocks xmlns:a="http://schemas.openxmlformats.org/drawingml/2006/main" noGrp="1"/>
          </p:cNvSpPr>
          <p:nvPr/>
        </p:nvSpPr>
        <p:spPr>
          <a:xfrm xmlns:a="http://schemas.openxmlformats.org/drawingml/2006/main">
            <a:off x="8648700" y="1790700"/>
            <a:ext cx="2714625" cy="781050"/>
          </a:xfrm>
          <a:prstGeom xmlns:a="http://schemas.openxmlformats.org/drawingml/2006/main" prst="roundRect">
            <a:avLst>
              <a:gd name="adj" fmla="val 9756"/>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PostgreSQL</a:t>
            </a:r>
          </a:p>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profiles · jobs · recs · applications</a:t>
            </a:r>
          </a:p>
        </p:txBody>
      </p:sp>
      <p:sp>
        <p:nvSpPr>
          <p:cNvPr id="31" name="">
            <a:extLst xmlns:a="http://schemas.openxmlformats.org/drawingml/2006/main">
              <a:ext uri="{FF2B5EF4-FFF2-40B4-BE49-F238E27FC236}">
                <a16:creationId xmlns:a16="http://schemas.microsoft.com/office/drawing/2014/main" id="{E9611ED1-757D-416B-A58F-A9B78DCA4E7B}"/>
              </a:ext>
            </a:extLst>
          </p:cNvPr>
          <p:cNvSpPr>
            <a:spLocks xmlns:a="http://schemas.openxmlformats.org/drawingml/2006/main" noGrp="1"/>
          </p:cNvSpPr>
          <p:nvPr/>
        </p:nvSpPr>
        <p:spPr>
          <a:xfrm xmlns:a="http://schemas.openxmlformats.org/drawingml/2006/main">
            <a:off x="2409825" y="2038350"/>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666666"/>
                </a:solidFill>
                <a:latin typeface="Times New Roman"/>
                <a:ea typeface="Times New Roman"/>
                <a:cs typeface="Times New Roman"/>
              </a:defRPr>
            </a:defPPr>
            <a:lvl1pPr algn="ctr">
              <a:defRPr sz="975" b="0">
                <a:solidFill>
                  <a:srgbClr val="666666"/>
                </a:solidFill>
                <a:latin typeface="Times New Roman"/>
                <a:ea typeface="Times New Roman"/>
                <a:cs typeface="Times New Roman"/>
              </a:defRPr>
            </a:lvl1pPr>
            <a:lvl2pPr algn="ctr">
              <a:defRPr sz="975" b="0">
                <a:solidFill>
                  <a:srgbClr val="666666"/>
                </a:solidFill>
                <a:latin typeface="Times New Roman"/>
                <a:ea typeface="Times New Roman"/>
                <a:cs typeface="Times New Roman"/>
              </a:defRPr>
            </a:lvl2pPr>
            <a:lvl3pPr algn="ctr">
              <a:defRPr sz="975" b="0">
                <a:solidFill>
                  <a:srgbClr val="666666"/>
                </a:solidFill>
                <a:latin typeface="Times New Roman"/>
                <a:ea typeface="Times New Roman"/>
                <a:cs typeface="Times New Roman"/>
              </a:defRPr>
            </a:lvl3pPr>
            <a:lvl4pPr algn="ctr">
              <a:defRPr sz="975" b="0">
                <a:solidFill>
                  <a:srgbClr val="666666"/>
                </a:solidFill>
                <a:latin typeface="Times New Roman"/>
                <a:ea typeface="Times New Roman"/>
                <a:cs typeface="Times New Roman"/>
              </a:defRPr>
            </a:lvl4pPr>
            <a:lvl5pPr algn="ctr">
              <a:defRPr sz="975" b="0">
                <a:solidFill>
                  <a:srgbClr val="666666"/>
                </a:solidFill>
                <a:latin typeface="Times New Roman"/>
                <a:ea typeface="Times New Roman"/>
                <a:cs typeface="Times New Roman"/>
              </a:defRPr>
            </a:lvl5pPr>
            <a:lvl6pPr algn="ctr">
              <a:defRPr sz="975" b="0">
                <a:solidFill>
                  <a:srgbClr val="666666"/>
                </a:solidFill>
                <a:latin typeface="Times New Roman"/>
                <a:ea typeface="Times New Roman"/>
                <a:cs typeface="Times New Roman"/>
              </a:defRPr>
            </a:lvl6pPr>
            <a:lvl7pPr algn="ctr">
              <a:defRPr sz="975" b="0">
                <a:solidFill>
                  <a:srgbClr val="666666"/>
                </a:solidFill>
                <a:latin typeface="Times New Roman"/>
                <a:ea typeface="Times New Roman"/>
                <a:cs typeface="Times New Roman"/>
              </a:defRPr>
            </a:lvl7pPr>
            <a:lvl8pPr algn="ctr">
              <a:defRPr sz="975" b="0">
                <a:solidFill>
                  <a:srgbClr val="666666"/>
                </a:solidFill>
                <a:latin typeface="Times New Roman"/>
                <a:ea typeface="Times New Roman"/>
                <a:cs typeface="Times New Roman"/>
              </a:defRPr>
            </a:lvl8pPr>
            <a:lvl9pPr algn="ctr">
              <a:defRPr sz="975" b="0">
                <a:solidFill>
                  <a:srgbClr val="666666"/>
                </a:solidFill>
                <a:latin typeface="Times New Roman"/>
                <a:ea typeface="Times New Roman"/>
                <a:cs typeface="Times New Roman"/>
              </a:defRPr>
            </a:lvl9pPr>
          </a:lstStyle>
          <a:p xmlns:a="http://schemas.openxmlformats.org/drawingml/2006/main">
            <a:pPr algn="ctr">
              <a:defRPr sz="975" b="0">
                <a:solidFill>
                  <a:srgbClr val="666666"/>
                </a:solidFill>
                <a:latin typeface="Times New Roman"/>
                <a:ea typeface="Times New Roman"/>
                <a:cs typeface="Times New Roman"/>
              </a:defRPr>
            </a:pPr>
            <a:r>
              <a:rPr sz="975" b="0">
                <a:solidFill>
                  <a:srgbClr val="666666"/>
                </a:solidFill>
                <a:latin typeface="Times New Roman"/>
                <a:ea typeface="Times New Roman"/>
                <a:cs typeface="Times New Roman"/>
              </a:rPr>
              <a:t>requests</a:t>
            </a:r>
          </a:p>
        </p:txBody>
      </p:sp>
      <p:sp>
        <p:nvSpPr>
          <p:cNvPr id="32" name="">
            <a:extLst xmlns:a="http://schemas.openxmlformats.org/drawingml/2006/main">
              <a:ext uri="{FF2B5EF4-FFF2-40B4-BE49-F238E27FC236}">
                <a16:creationId xmlns:a16="http://schemas.microsoft.com/office/drawing/2014/main" id="{4FA971E4-A0C1-463E-B5B9-A1DC693A19F1}"/>
              </a:ext>
            </a:extLst>
          </p:cNvPr>
          <p:cNvSpPr>
            <a:spLocks xmlns:a="http://schemas.openxmlformats.org/drawingml/2006/main" noGrp="1"/>
          </p:cNvSpPr>
          <p:nvPr/>
        </p:nvSpPr>
        <p:spPr>
          <a:xfrm xmlns:a="http://schemas.openxmlformats.org/drawingml/2006/main">
            <a:off x="4876800" y="20383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validated actions</a:t>
            </a:r>
          </a:p>
        </p:txBody>
      </p:sp>
      <p:sp>
        <p:nvSpPr>
          <p:cNvPr id="33" name="">
            <a:extLst xmlns:a="http://schemas.openxmlformats.org/drawingml/2006/main">
              <a:ext uri="{FF2B5EF4-FFF2-40B4-BE49-F238E27FC236}">
                <a16:creationId xmlns:a16="http://schemas.microsoft.com/office/drawing/2014/main" id="{1ADD8BDB-AB16-4138-92B6-0B506E83E87A}"/>
              </a:ext>
            </a:extLst>
          </p:cNvPr>
          <p:cNvSpPr>
            <a:spLocks xmlns:a="http://schemas.openxmlformats.org/drawingml/2006/main" noGrp="1"/>
          </p:cNvSpPr>
          <p:nvPr/>
        </p:nvSpPr>
        <p:spPr>
          <a:xfrm xmlns:a="http://schemas.openxmlformats.org/drawingml/2006/main">
            <a:off x="7620000" y="2038350"/>
            <a:ext cx="971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records + events</a:t>
            </a:r>
          </a:p>
        </p:txBody>
      </p:sp>
      <p:sp>
        <p:nvSpPr>
          <p:cNvPr id="34" name="">
            <a:extLst xmlns:a="http://schemas.openxmlformats.org/drawingml/2006/main">
              <a:ext uri="{FF2B5EF4-FFF2-40B4-BE49-F238E27FC236}">
                <a16:creationId xmlns:a16="http://schemas.microsoft.com/office/drawing/2014/main" id="{FF9296EB-26D0-41E4-9B06-D9A9F17B42C6}"/>
              </a:ext>
            </a:extLst>
          </p:cNvPr>
          <p:cNvSpPr>
            <a:spLocks xmlns:a="http://schemas.openxmlformats.org/drawingml/2006/main" noGrp="1"/>
          </p:cNvSpPr>
          <p:nvPr/>
        </p:nvSpPr>
        <p:spPr>
          <a:xfrm xmlns:a="http://schemas.openxmlformats.org/drawingml/2006/main">
            <a:off x="5553075" y="2924175"/>
            <a:ext cx="2047875" cy="552450"/>
          </a:xfrm>
          <a:prstGeom xmlns:a="http://schemas.openxmlformats.org/drawingml/2006/main" prst="roundRect">
            <a:avLst>
              <a:gd name="adj" fmla="val 13793"/>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Optional Gemini · draft writing only</a:t>
            </a:r>
          </a:p>
        </p:txBody>
      </p:sp>
      <p:sp>
        <p:nvSpPr>
          <p:cNvPr id="36" name="">
            <a:extLst xmlns:a="http://schemas.openxmlformats.org/drawingml/2006/main">
              <a:ext uri="{FF2B5EF4-FFF2-40B4-BE49-F238E27FC236}">
                <a16:creationId xmlns:a16="http://schemas.microsoft.com/office/drawing/2014/main" id="{F66882DB-BF15-449C-88DC-8FFB6309D590}"/>
              </a:ext>
            </a:extLst>
          </p:cNvPr>
          <p:cNvSpPr>
            <a:spLocks xmlns:a="http://schemas.openxmlformats.org/drawingml/2006/main" noGrp="1"/>
          </p:cNvSpPr>
          <p:nvPr/>
        </p:nvSpPr>
        <p:spPr>
          <a:xfrm xmlns:a="http://schemas.openxmlformats.org/drawingml/2006/main">
            <a:off x="666750" y="4000500"/>
            <a:ext cx="1676400" cy="742950"/>
          </a:xfrm>
          <a:prstGeom xmlns:a="http://schemas.openxmlformats.org/drawingml/2006/main" prst="roundRect">
            <a:avLst>
              <a:gd name="adj" fmla="val 10256"/>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Permitted feeds</a:t>
            </a:r>
          </a:p>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 resume upload</a:t>
            </a:r>
          </a:p>
        </p:txBody>
      </p:sp>
      <p:sp>
        <p:nvSpPr>
          <p:cNvPr id="37" name="">
            <a:extLst xmlns:a="http://schemas.openxmlformats.org/drawingml/2006/main">
              <a:ext uri="{FF2B5EF4-FFF2-40B4-BE49-F238E27FC236}">
                <a16:creationId xmlns:a16="http://schemas.microsoft.com/office/drawing/2014/main" id="{A26B4E41-E55A-41B0-B376-0A0D431AD1E9}"/>
              </a:ext>
            </a:extLst>
          </p:cNvPr>
          <p:cNvSpPr>
            <a:spLocks xmlns:a="http://schemas.openxmlformats.org/drawingml/2006/main" noGrp="1"/>
          </p:cNvSpPr>
          <p:nvPr/>
        </p:nvSpPr>
        <p:spPr>
          <a:xfrm xmlns:a="http://schemas.openxmlformats.org/drawingml/2006/main">
            <a:off x="3086100" y="4000500"/>
            <a:ext cx="2076450" cy="742950"/>
          </a:xfrm>
          <a:prstGeom xmlns:a="http://schemas.openxmlformats.org/drawingml/2006/main" prst="roundRect">
            <a:avLst>
              <a:gd name="adj" fmla="val 10256"/>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Python workers</a:t>
            </a:r>
          </a:p>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collect · normalize · extract text</a:t>
            </a:r>
          </a:p>
        </p:txBody>
      </p:sp>
      <p:sp>
        <p:nvSpPr>
          <p:cNvPr id="38" name="">
            <a:extLst xmlns:a="http://schemas.openxmlformats.org/drawingml/2006/main">
              <a:ext uri="{FF2B5EF4-FFF2-40B4-BE49-F238E27FC236}">
                <a16:creationId xmlns:a16="http://schemas.microsoft.com/office/drawing/2014/main" id="{1C5F632B-4FE3-42ED-AD77-A7971211875D}"/>
              </a:ext>
            </a:extLst>
          </p:cNvPr>
          <p:cNvSpPr>
            <a:spLocks xmlns:a="http://schemas.openxmlformats.org/drawingml/2006/main" noGrp="1"/>
          </p:cNvSpPr>
          <p:nvPr/>
        </p:nvSpPr>
        <p:spPr>
          <a:xfrm xmlns:a="http://schemas.openxmlformats.org/drawingml/2006/main">
            <a:off x="5934075" y="4000500"/>
            <a:ext cx="1666875" cy="742950"/>
          </a:xfrm>
          <a:prstGeom xmlns:a="http://schemas.openxmlformats.org/drawingml/2006/main" prst="roundRect">
            <a:avLst>
              <a:gd name="adj" fmla="val 10256"/>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Redis queue</a:t>
            </a:r>
          </a:p>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background tasks</a:t>
            </a:r>
          </a:p>
        </p:txBody>
      </p:sp>
      <p:sp>
        <p:nvSpPr>
          <p:cNvPr id="42" name="">
            <a:extLst xmlns:a="http://schemas.openxmlformats.org/drawingml/2006/main">
              <a:ext uri="{FF2B5EF4-FFF2-40B4-BE49-F238E27FC236}">
                <a16:creationId xmlns:a16="http://schemas.microsoft.com/office/drawing/2014/main" id="{60761D6B-AB0C-45FB-B07C-BC30874F4137}"/>
              </a:ext>
            </a:extLst>
          </p:cNvPr>
          <p:cNvSpPr>
            <a:spLocks xmlns:a="http://schemas.openxmlformats.org/drawingml/2006/main" noGrp="1"/>
          </p:cNvSpPr>
          <p:nvPr/>
        </p:nvSpPr>
        <p:spPr>
          <a:xfrm xmlns:a="http://schemas.openxmlformats.org/drawingml/2006/main">
            <a:off x="2381250" y="4248150"/>
            <a:ext cx="704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source records</a:t>
            </a:r>
          </a:p>
        </p:txBody>
      </p:sp>
      <p:sp>
        <p:nvSpPr>
          <p:cNvPr id="43" name="">
            <a:extLst xmlns:a="http://schemas.openxmlformats.org/drawingml/2006/main">
              <a:ext uri="{FF2B5EF4-FFF2-40B4-BE49-F238E27FC236}">
                <a16:creationId xmlns:a16="http://schemas.microsoft.com/office/drawing/2014/main" id="{611AD494-B2FD-4EA3-9BDF-0DA1A12217AC}"/>
              </a:ext>
            </a:extLst>
          </p:cNvPr>
          <p:cNvSpPr>
            <a:spLocks xmlns:a="http://schemas.openxmlformats.org/drawingml/2006/main" noGrp="1"/>
          </p:cNvSpPr>
          <p:nvPr/>
        </p:nvSpPr>
        <p:spPr>
          <a:xfrm xmlns:a="http://schemas.openxmlformats.org/drawingml/2006/main">
            <a:off x="5162550" y="42481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queued work</a:t>
            </a:r>
          </a:p>
        </p:txBody>
      </p:sp>
      <p:sp>
        <p:nvSpPr>
          <p:cNvPr id="44" name="">
            <a:extLst xmlns:a="http://schemas.openxmlformats.org/drawingml/2006/main">
              <a:ext uri="{FF2B5EF4-FFF2-40B4-BE49-F238E27FC236}">
                <a16:creationId xmlns:a16="http://schemas.microsoft.com/office/drawing/2014/main" id="{34B4A209-86F6-457F-BB62-D59A99E605B3}"/>
              </a:ext>
            </a:extLst>
          </p:cNvPr>
          <p:cNvSpPr>
            <a:spLocks xmlns:a="http://schemas.openxmlformats.org/drawingml/2006/main" noGrp="1"/>
          </p:cNvSpPr>
          <p:nvPr/>
        </p:nvSpPr>
        <p:spPr>
          <a:xfrm xmlns:a="http://schemas.openxmlformats.org/drawingml/2006/main">
            <a:off x="7762875" y="4210050"/>
            <a:ext cx="828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normalized listings</a:t>
            </a:r>
          </a:p>
        </p:txBody>
      </p:sp>
      <p:sp>
        <p:nvSpPr>
          <p:cNvPr id="45" name="">
            <a:extLst xmlns:a="http://schemas.openxmlformats.org/drawingml/2006/main">
              <a:ext uri="{FF2B5EF4-FFF2-40B4-BE49-F238E27FC236}">
                <a16:creationId xmlns:a16="http://schemas.microsoft.com/office/drawing/2014/main" id="{6E304CD7-A6AC-4AAA-AF25-EDC236FE51CB}"/>
              </a:ext>
            </a:extLst>
          </p:cNvPr>
          <p:cNvSpPr>
            <a:spLocks xmlns:a="http://schemas.openxmlformats.org/drawingml/2006/main" noGrp="1"/>
          </p:cNvSpPr>
          <p:nvPr/>
        </p:nvSpPr>
        <p:spPr>
          <a:xfrm xmlns:a="http://schemas.openxmlformats.org/drawingml/2006/main">
            <a:off x="666750" y="5143500"/>
            <a:ext cx="6934200" cy="581025"/>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l">
              <a:defRPr sz="1200" b="1">
                <a:solidFill>
                  <a:srgbClr val="000000"/>
                </a:solidFill>
                <a:latin typeface="Times New Roman"/>
                <a:ea typeface="Times New Roman"/>
                <a:cs typeface="Times New Roman"/>
              </a:defRPr>
            </a:defPPr>
            <a:lvl1pPr algn="l">
              <a:defRPr sz="1200" b="1">
                <a:solidFill>
                  <a:srgbClr val="000000"/>
                </a:solidFill>
                <a:latin typeface="Times New Roman"/>
                <a:ea typeface="Times New Roman"/>
                <a:cs typeface="Times New Roman"/>
              </a:defRPr>
            </a:lvl1pPr>
            <a:lvl2pPr algn="l">
              <a:defRPr sz="1200" b="1">
                <a:solidFill>
                  <a:srgbClr val="000000"/>
                </a:solidFill>
                <a:latin typeface="Times New Roman"/>
                <a:ea typeface="Times New Roman"/>
                <a:cs typeface="Times New Roman"/>
              </a:defRPr>
            </a:lvl2pPr>
            <a:lvl3pPr algn="l">
              <a:defRPr sz="1200" b="1">
                <a:solidFill>
                  <a:srgbClr val="000000"/>
                </a:solidFill>
                <a:latin typeface="Times New Roman"/>
                <a:ea typeface="Times New Roman"/>
                <a:cs typeface="Times New Roman"/>
              </a:defRPr>
            </a:lvl3pPr>
            <a:lvl4pPr algn="l">
              <a:defRPr sz="1200" b="1">
                <a:solidFill>
                  <a:srgbClr val="000000"/>
                </a:solidFill>
                <a:latin typeface="Times New Roman"/>
                <a:ea typeface="Times New Roman"/>
                <a:cs typeface="Times New Roman"/>
              </a:defRPr>
            </a:lvl4pPr>
            <a:lvl5pPr algn="l">
              <a:defRPr sz="1200" b="1">
                <a:solidFill>
                  <a:srgbClr val="000000"/>
                </a:solidFill>
                <a:latin typeface="Times New Roman"/>
                <a:ea typeface="Times New Roman"/>
                <a:cs typeface="Times New Roman"/>
              </a:defRPr>
            </a:lvl5pPr>
            <a:lvl6pPr algn="l">
              <a:defRPr sz="1200" b="1">
                <a:solidFill>
                  <a:srgbClr val="000000"/>
                </a:solidFill>
                <a:latin typeface="Times New Roman"/>
                <a:ea typeface="Times New Roman"/>
                <a:cs typeface="Times New Roman"/>
              </a:defRPr>
            </a:lvl6pPr>
            <a:lvl7pPr algn="l">
              <a:defRPr sz="1200" b="1">
                <a:solidFill>
                  <a:srgbClr val="000000"/>
                </a:solidFill>
                <a:latin typeface="Times New Roman"/>
                <a:ea typeface="Times New Roman"/>
                <a:cs typeface="Times New Roman"/>
              </a:defRPr>
            </a:lvl7pPr>
            <a:lvl8pPr algn="l">
              <a:defRPr sz="1200" b="1">
                <a:solidFill>
                  <a:srgbClr val="000000"/>
                </a:solidFill>
                <a:latin typeface="Times New Roman"/>
                <a:ea typeface="Times New Roman"/>
                <a:cs typeface="Times New Roman"/>
              </a:defRPr>
            </a:lvl8pPr>
            <a:lvl9pPr algn="l">
              <a:defRPr sz="1200" b="1">
                <a:solidFill>
                  <a:srgbClr val="000000"/>
                </a:solidFill>
                <a:latin typeface="Times New Roman"/>
                <a:ea typeface="Times New Roman"/>
                <a:cs typeface="Times New Roman"/>
              </a:defRPr>
            </a:lvl9pPr>
          </a:lstStyle>
          <a:p xmlns:a="http://schemas.openxmlformats.org/drawingml/2006/main">
            <a:pPr algn="l">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Source access is policy-limited; extra connectors need review and explicit enablement.</a:t>
            </a:r>
          </a:p>
        </p:txBody>
      </p:sp>
      <p:sp>
        <p:nvSpPr>
          <p:cNvPr id="46" name="">
            <a:extLst xmlns:a="http://schemas.openxmlformats.org/drawingml/2006/main">
              <a:ext uri="{FF2B5EF4-FFF2-40B4-BE49-F238E27FC236}">
                <a16:creationId xmlns:a16="http://schemas.microsoft.com/office/drawing/2014/main" id="{AC5BAC97-0B07-4138-8BC2-AFE4D18C5097}"/>
              </a:ext>
            </a:extLst>
          </p:cNvPr>
          <p:cNvSpPr>
            <a:spLocks xmlns:a="http://schemas.openxmlformats.org/drawingml/2006/main" noGrp="1"/>
          </p:cNvSpPr>
          <p:nvPr/>
        </p:nvSpPr>
        <p:spPr>
          <a:xfrm xmlns:a="http://schemas.openxmlformats.org/drawingml/2006/main">
            <a:off x="8648700" y="3962400"/>
            <a:ext cx="2714625" cy="904875"/>
          </a:xfrm>
          <a:prstGeom xmlns:a="http://schemas.openxmlformats.org/drawingml/2006/main" prst="roundRect">
            <a:avLst>
              <a:gd name="adj" fmla="val 842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The weighted scorer and dense ranker run in the API. Gemini does not produce the recommendation score.</a:t>
            </a:r>
          </a:p>
        </p:txBody>
      </p:sp>
    </p:spTree>
    <p:extLst>
      <p:ext uri="{BB962C8B-B14F-4D97-AF65-F5344CB8AC3E}">
        <p14:creationId xmlns:p14="http://schemas.microsoft.com/office/powerpoint/2010/main" val="1605568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A57B90-6CDC-47F3-B8D5-2F63EB901B4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9A704D-8BBD-462B-9C3E-33E53CC52F66}"/>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09E1A346-DCCF-46DC-8BEE-1279C0CC5ACC}"/>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2471F8-D377-47FE-B900-6567DB35539A}"/>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F327311D-F8B7-40F4-A347-E7CACC17639B}"/>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0C2163-D7A7-4A17-861A-74A294424AA6}"/>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AA196B6D-9133-47B1-903E-3A8F4EE075A3}"/>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A83F03-5403-47B9-ABEA-327341B7DF26}"/>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EDD26684-2A05-451B-820F-F221D1B87B7A}"/>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B151937-B550-4DF1-B372-016CABF22762}"/>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EAFBB54B-B904-4A53-99B6-3ADE099D1878}"/>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2421BA-504E-4BE8-8092-71A5D84D2CDF}"/>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5B1E19CD-C895-49D4-85D4-B5BBB3D1842F}"/>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A5C7F78-9D10-4853-B964-8CDFD4CBD5C9}"/>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4185176D-D464-4A0C-8B78-DF7CAE3E52EA}"/>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Each technology has a clear job in the workflow</a:t>
            </a:r>
          </a:p>
        </p:txBody>
      </p:sp>
      <p:sp>
        <p:nvSpPr>
          <p:cNvPr id="16" name="">
            <a:extLst xmlns:a="http://schemas.openxmlformats.org/drawingml/2006/main">
              <a:ext uri="{FF2B5EF4-FFF2-40B4-BE49-F238E27FC236}">
                <a16:creationId xmlns:a16="http://schemas.microsoft.com/office/drawing/2014/main" id="{9380564C-EBFB-4AD6-8834-E1C2839641D3}"/>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05 · IMPLEMENTATION STACK</a:t>
            </a:r>
          </a:p>
        </p:txBody>
      </p:sp>
      <p:sp>
        <p:nvSpPr>
          <p:cNvPr id="17" name="">
            <a:extLst xmlns:a="http://schemas.openxmlformats.org/drawingml/2006/main">
              <a:ext uri="{FF2B5EF4-FFF2-40B4-BE49-F238E27FC236}">
                <a16:creationId xmlns:a16="http://schemas.microsoft.com/office/drawing/2014/main" id="{85E68008-C2E1-44F1-A00E-7E75AB6F41BB}"/>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412363-D813-4693-BEBC-1F276C9B9F86}"/>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FEC408E-2150-447C-9CF0-1B98DC6B21B4}"/>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02F2967E-B521-49E7-939C-36B26791C01D}"/>
              </a:ext>
            </a:extLst>
          </p:cNvPr>
          <p:cNvPicPr>
            <a:picLocks xmlns:a="http://schemas.openxmlformats.org/drawingml/2006/main" noChangeAspect="1"/>
          </p:cNvPicPr>
          <p:nvPr/>
        </p:nvPicPr>
        <p:blipFill>
          <a:blip xmlns:r="http://schemas.openxmlformats.org/officeDocument/2006/relationships" xmlns:a="http://schemas.openxmlformats.org/drawingml/2006/main" r:embed="R6f7ce1bd3efe4c64"/>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5A57778-AE0B-4B9D-9777-4B224EA3B3BB}"/>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34F76B74-178A-4C4B-92F7-BF6A918A7C39}"/>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06 / 15</a:t>
            </a:r>
          </a:p>
        </p:txBody>
      </p:sp>
      <p:graphicFrame>
        <p:nvGraphicFramePr>
          <p:cNvPr id="23" name="">
            <a:extLst xmlns:a="http://schemas.openxmlformats.org/drawingml/2006/main">
              <a:ext uri="{FF2B5EF4-FFF2-40B4-BE49-F238E27FC236}">
                <a16:creationId xmlns:a16="http://schemas.microsoft.com/office/drawing/2014/main" id="{A217BC86-91C5-4C5C-A806-25CD5B34A0DB}"/>
              </a:ext>
            </a:extLst>
          </p:cNvPr>
          <p:cNvGraphicFramePr/>
          <p:nvPr/>
        </p:nvGraphicFramePr>
        <p:xfrm>
          <a:off xmlns:a="http://schemas.openxmlformats.org/drawingml/2006/main" x="742950" y="1400175"/>
          <a:ext xmlns:a="http://schemas.openxmlformats.org/drawingml/2006/main" cx="10706100" cy="3314700"/>
        </p:xfrm>
        <a:graphic xmlns:a="http://schemas.openxmlformats.org/drawingml/2006/main">
          <a:graphicData uri="http://schemas.openxmlformats.org/drawingml/2006/table">
            <a:tbl>
              <a:tblPr firstRow="1" bandRow="1"/>
              <a:tblGrid>
                <a:gridCol w="1666875"/>
                <a:gridCol w="4857750"/>
                <a:gridCol w="4181475"/>
              </a:tblGrid>
              <a:tr h="662940">
                <a:tc>
                  <a:txBody>
                    <a:bodyPr wrap="square" lIns="85725" tIns="47625" rIns="85725" bIns="47625">
                      <a:noAutofit/>
                    </a:bodyPr>
                    <a:lstStyle/>
                    <a:p>
                      <a:pPr algn="l"/>
                      <a:r>
                        <a:rPr sz="1200" b="1">
                          <a:solidFill>
                            <a:srgbClr val="000000"/>
                          </a:solidFill>
                          <a:latin typeface="Times New Roman"/>
                          <a:ea typeface="Times New Roman"/>
                          <a:cs typeface="Times New Roman"/>
                        </a:rPr>
                        <a:t>Layer</a:t>
                      </a:r>
                    </a:p>
                  </a:txBody>
                  <a:tcPr marL="91440" marR="91440" marT="45720" marB="45720" anchor="ctr">
                    <a:lnL w="9525">
                      <a:solidFill>
                        <a:srgbClr val="D9DFEA"/>
                      </a:solidFill>
                      <a:prstDash val="solid"/>
                    </a:lnL>
                    <a:lnR w="9525">
                      <a:solidFill>
                        <a:srgbClr val="D9DFEA"/>
                      </a:solidFill>
                      <a:prstDash val="solid"/>
                    </a:lnR>
                    <a:lnT w="9525">
                      <a:solidFill>
                        <a:srgbClr val="D9DFEA"/>
                      </a:solidFill>
                      <a:prstDash val="solid"/>
                    </a:lnT>
                    <a:lnB w="9525">
                      <a:solidFill>
                        <a:srgbClr val="D9DFEA"/>
                      </a:solidFill>
                      <a:prstDash val="solid"/>
                    </a:lnB>
                    <a:solidFill>
                      <a:srgbClr val="EEF0FF"/>
                    </a:solidFill>
                  </a:tcPr>
                </a:tc>
                <a:tc>
                  <a:txBody>
                    <a:bodyPr wrap="square" lIns="85725" tIns="47625" rIns="85725" bIns="47625">
                      <a:noAutofit/>
                    </a:bodyPr>
                    <a:lstStyle/>
                    <a:p>
                      <a:pPr algn="l"/>
                      <a:r>
                        <a:rPr sz="1200" b="1">
                          <a:solidFill>
                            <a:srgbClr val="000000"/>
                          </a:solidFill>
                          <a:latin typeface="Times New Roman"/>
                          <a:ea typeface="Times New Roman"/>
                          <a:cs typeface="Times New Roman"/>
                        </a:rPr>
                        <a:t>Tools in this project</a:t>
                      </a:r>
                    </a:p>
                  </a:txBody>
                  <a:tcPr marL="91440" marR="91440" marT="45720" marB="45720" anchor="ctr">
                    <a:lnR w="9525">
                      <a:solidFill>
                        <a:srgbClr val="D9DFEA"/>
                      </a:solidFill>
                      <a:prstDash val="solid"/>
                    </a:lnR>
                    <a:lnT w="9525">
                      <a:solidFill>
                        <a:srgbClr val="D9DFEA"/>
                      </a:solidFill>
                      <a:prstDash val="solid"/>
                    </a:lnT>
                    <a:lnB w="9525">
                      <a:solidFill>
                        <a:srgbClr val="D9DFEA"/>
                      </a:solidFill>
                      <a:prstDash val="solid"/>
                    </a:lnB>
                    <a:solidFill>
                      <a:srgbClr val="EEF0FF"/>
                    </a:solidFill>
                  </a:tcPr>
                </a:tc>
                <a:tc>
                  <a:txBody>
                    <a:bodyPr wrap="square" lIns="85725" tIns="47625" rIns="85725" bIns="47625">
                      <a:noAutofit/>
                    </a:bodyPr>
                    <a:lstStyle/>
                    <a:p>
                      <a:pPr algn="l"/>
                      <a:r>
                        <a:rPr sz="1200" b="1">
                          <a:solidFill>
                            <a:srgbClr val="000000"/>
                          </a:solidFill>
                          <a:latin typeface="Times New Roman"/>
                          <a:ea typeface="Times New Roman"/>
                          <a:cs typeface="Times New Roman"/>
                        </a:rPr>
                        <a:t>What they do</a:t>
                      </a:r>
                    </a:p>
                  </a:txBody>
                  <a:tcPr marL="91440" marR="91440" marT="45720" marB="45720" anchor="ctr">
                    <a:lnR w="9525">
                      <a:solidFill>
                        <a:srgbClr val="D9DFEA"/>
                      </a:solidFill>
                      <a:prstDash val="solid"/>
                    </a:lnR>
                    <a:lnT w="9525">
                      <a:solidFill>
                        <a:srgbClr val="D9DFEA"/>
                      </a:solidFill>
                      <a:prstDash val="solid"/>
                    </a:lnT>
                    <a:lnB w="9525">
                      <a:solidFill>
                        <a:srgbClr val="D9DFEA"/>
                      </a:solidFill>
                      <a:prstDash val="solid"/>
                    </a:lnB>
                    <a:solidFill>
                      <a:srgbClr val="EEF0FF"/>
                    </a:solidFill>
                  </a:tcPr>
                </a:tc>
              </a:tr>
              <a:tr h="662940">
                <a:tc>
                  <a:txBody>
                    <a:bodyPr wrap="square" lIns="85725" tIns="47625" rIns="85725" bIns="47625">
                      <a:noAutofit/>
                    </a:bodyPr>
                    <a:lstStyle/>
                    <a:p>
                      <a:pPr algn="l"/>
                      <a:r>
                        <a:rPr sz="1125" b="0">
                          <a:solidFill>
                            <a:srgbClr val="000000"/>
                          </a:solidFill>
                          <a:latin typeface="Times New Roman"/>
                          <a:ea typeface="Times New Roman"/>
                          <a:cs typeface="Times New Roman"/>
                        </a:rPr>
                        <a:t>Web</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React · TypeScript · Vite · Tailwind · Recharts</a:t>
                      </a:r>
                    </a:p>
                  </a:txBody>
                  <a:tcPr marL="91440" marR="91440" marT="45720" marB="45720" anchor="ctr">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Candidate and admin workspace</a:t>
                      </a:r>
                    </a:p>
                  </a:txBody>
                  <a:tcPr marL="91440" marR="91440" marT="45720" marB="45720" anchor="ctr">
                    <a:lnR w="9525">
                      <a:solidFill>
                        <a:srgbClr val="D9DFEA"/>
                      </a:solidFill>
                      <a:prstDash val="solid"/>
                    </a:lnR>
                    <a:lnB w="9525">
                      <a:solidFill>
                        <a:srgbClr val="D9DFEA"/>
                      </a:solidFill>
                      <a:prstDash val="solid"/>
                    </a:lnB>
                    <a:solidFill>
                      <a:srgbClr val="E9F4FD"/>
                    </a:solidFill>
                  </a:tcPr>
                </a:tc>
              </a:tr>
              <a:tr h="662940">
                <a:tc>
                  <a:txBody>
                    <a:bodyPr wrap="square" lIns="85725" tIns="47625" rIns="85725" bIns="47625">
                      <a:noAutofit/>
                    </a:bodyPr>
                    <a:lstStyle/>
                    <a:p>
                      <a:pPr algn="l"/>
                      <a:r>
                        <a:rPr sz="1125" b="0">
                          <a:solidFill>
                            <a:srgbClr val="000000"/>
                          </a:solidFill>
                          <a:latin typeface="Times New Roman"/>
                          <a:ea typeface="Times New Roman"/>
                          <a:cs typeface="Times New Roman"/>
                        </a:rPr>
                        <a:t>API</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FFFFFF"/>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Node.js · Fastify · Zod · JWT</a:t>
                      </a:r>
                    </a:p>
                  </a:txBody>
                  <a:tcPr marL="91440" marR="91440" marT="45720" marB="45720" anchor="ctr">
                    <a:lnR w="9525">
                      <a:solidFill>
                        <a:srgbClr val="D9DFEA"/>
                      </a:solidFill>
                      <a:prstDash val="solid"/>
                    </a:lnR>
                    <a:lnB w="9525">
                      <a:solidFill>
                        <a:srgbClr val="D9DFEA"/>
                      </a:solidFill>
                      <a:prstDash val="solid"/>
                    </a:lnB>
                    <a:solidFill>
                      <a:srgbClr val="FFFFFF"/>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Authentication and workflow routes</a:t>
                      </a:r>
                    </a:p>
                  </a:txBody>
                  <a:tcPr marL="91440" marR="91440" marT="45720" marB="45720" anchor="ctr">
                    <a:lnR w="9525">
                      <a:solidFill>
                        <a:srgbClr val="D9DFEA"/>
                      </a:solidFill>
                      <a:prstDash val="solid"/>
                    </a:lnR>
                    <a:lnB w="9525">
                      <a:solidFill>
                        <a:srgbClr val="D9DFEA"/>
                      </a:solidFill>
                      <a:prstDash val="solid"/>
                    </a:lnB>
                    <a:solidFill>
                      <a:srgbClr val="FFFFFF"/>
                    </a:solidFill>
                  </a:tcPr>
                </a:tc>
              </a:tr>
              <a:tr h="662940">
                <a:tc>
                  <a:txBody>
                    <a:bodyPr wrap="square" lIns="85725" tIns="47625" rIns="85725" bIns="47625">
                      <a:noAutofit/>
                    </a:bodyPr>
                    <a:lstStyle/>
                    <a:p>
                      <a:pPr algn="l"/>
                      <a:r>
                        <a:rPr sz="1125" b="0">
                          <a:solidFill>
                            <a:srgbClr val="000000"/>
                          </a:solidFill>
                          <a:latin typeface="Times New Roman"/>
                          <a:ea typeface="Times New Roman"/>
                          <a:cs typeface="Times New Roman"/>
                        </a:rPr>
                        <a:t>Workers + data</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Python · FastAPI · Scrapy · pypdf · python-docx · Redis · PostgreSQL</a:t>
                      </a:r>
                    </a:p>
                  </a:txBody>
                  <a:tcPr marL="91440" marR="91440" marT="45720" marB="45720" anchor="ctr">
                    <a:lnR w="9525">
                      <a:solidFill>
                        <a:srgbClr val="D9DFEA"/>
                      </a:solidFill>
                      <a:prstDash val="solid"/>
                    </a:lnR>
                    <a:lnB w="9525">
                      <a:solidFill>
                        <a:srgbClr val="D9DFEA"/>
                      </a:solidFill>
                      <a:prstDash val="solid"/>
                    </a:lnB>
                    <a:solidFill>
                      <a:srgbClr val="E9F4FD"/>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Permitted feeds, resume text, queues and records</a:t>
                      </a:r>
                    </a:p>
                  </a:txBody>
                  <a:tcPr marL="91440" marR="91440" marT="45720" marB="45720" anchor="ctr">
                    <a:lnR w="9525">
                      <a:solidFill>
                        <a:srgbClr val="D9DFEA"/>
                      </a:solidFill>
                      <a:prstDash val="solid"/>
                    </a:lnR>
                    <a:lnB w="9525">
                      <a:solidFill>
                        <a:srgbClr val="D9DFEA"/>
                      </a:solidFill>
                      <a:prstDash val="solid"/>
                    </a:lnB>
                    <a:solidFill>
                      <a:srgbClr val="E9F4FD"/>
                    </a:solidFill>
                  </a:tcPr>
                </a:tc>
              </a:tr>
              <a:tr h="662940">
                <a:tc>
                  <a:txBody>
                    <a:bodyPr wrap="square" lIns="85725" tIns="47625" rIns="85725" bIns="47625">
                      <a:noAutofit/>
                    </a:bodyPr>
                    <a:lstStyle/>
                    <a:p>
                      <a:pPr algn="l"/>
                      <a:r>
                        <a:rPr sz="1125" b="0">
                          <a:solidFill>
                            <a:srgbClr val="000000"/>
                          </a:solidFill>
                          <a:latin typeface="Times New Roman"/>
                          <a:ea typeface="Times New Roman"/>
                          <a:cs typeface="Times New Roman"/>
                        </a:rPr>
                        <a:t>Matching</a:t>
                      </a:r>
                    </a:p>
                  </a:txBody>
                  <a:tcPr marL="91440" marR="91440" marT="45720" marB="45720" anchor="ctr">
                    <a:lnL w="9525">
                      <a:solidFill>
                        <a:srgbClr val="D9DFEA"/>
                      </a:solidFill>
                      <a:prstDash val="solid"/>
                    </a:lnL>
                    <a:lnR w="9525">
                      <a:solidFill>
                        <a:srgbClr val="D9DFEA"/>
                      </a:solidFill>
                      <a:prstDash val="solid"/>
                    </a:lnR>
                    <a:lnB w="9525">
                      <a:solidFill>
                        <a:srgbClr val="D9DFEA"/>
                      </a:solidFill>
                      <a:prstDash val="solid"/>
                    </a:lnB>
                    <a:solidFill>
                      <a:srgbClr val="FFFFFF"/>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Transparent fit scorer · TypeScript dense network</a:t>
                      </a:r>
                    </a:p>
                  </a:txBody>
                  <a:tcPr marL="91440" marR="91440" marT="45720" marB="45720" anchor="ctr">
                    <a:lnR w="9525">
                      <a:solidFill>
                        <a:srgbClr val="D9DFEA"/>
                      </a:solidFill>
                      <a:prstDash val="solid"/>
                    </a:lnR>
                    <a:lnB w="9525">
                      <a:solidFill>
                        <a:srgbClr val="D9DFEA"/>
                      </a:solidFill>
                      <a:prstDash val="solid"/>
                    </a:lnB>
                    <a:solidFill>
                      <a:srgbClr val="FFFFFF"/>
                    </a:solidFill>
                  </a:tcPr>
                </a:tc>
                <a:tc>
                  <a:txBody>
                    <a:bodyPr wrap="square" lIns="85725" tIns="47625" rIns="85725" bIns="47625">
                      <a:noAutofit/>
                    </a:bodyPr>
                    <a:lstStyle/>
                    <a:p>
                      <a:pPr algn="l"/>
                      <a:r>
                        <a:rPr sz="1125" b="0">
                          <a:solidFill>
                            <a:srgbClr val="000000"/>
                          </a:solidFill>
                          <a:latin typeface="Times New Roman"/>
                          <a:ea typeface="Times New Roman"/>
                          <a:cs typeface="Times New Roman"/>
                        </a:rPr>
                        <a:t>Reasons and prototype ranking score</a:t>
                      </a:r>
                    </a:p>
                  </a:txBody>
                  <a:tcPr marL="91440" marR="91440" marT="45720" marB="45720" anchor="ctr">
                    <a:lnR w="9525">
                      <a:solidFill>
                        <a:srgbClr val="D9DFEA"/>
                      </a:solidFill>
                      <a:prstDash val="solid"/>
                    </a:lnR>
                    <a:lnB w="9525">
                      <a:solidFill>
                        <a:srgbClr val="D9DFEA"/>
                      </a:solidFill>
                      <a:prstDash val="solid"/>
                    </a:lnB>
                    <a:solidFill>
                      <a:srgbClr val="FFFFFF"/>
                    </a:solidFill>
                  </a:tcPr>
                </a:tc>
              </a:tr>
            </a:tbl>
          </a:graphicData>
        </a:graphic>
      </p:graphicFrame>
      <p:sp>
        <p:nvSpPr>
          <p:cNvPr id="24" name="">
            <a:extLst xmlns:a="http://schemas.openxmlformats.org/drawingml/2006/main">
              <a:ext uri="{FF2B5EF4-FFF2-40B4-BE49-F238E27FC236}">
                <a16:creationId xmlns:a16="http://schemas.microsoft.com/office/drawing/2014/main" id="{B26C0A08-A9F3-4AE6-8AB8-250CE760AC9E}"/>
              </a:ext>
            </a:extLst>
          </p:cNvPr>
          <p:cNvSpPr>
            <a:spLocks xmlns:a="http://schemas.openxmlformats.org/drawingml/2006/main" noGrp="1"/>
          </p:cNvSpPr>
          <p:nvPr/>
        </p:nvSpPr>
        <p:spPr>
          <a:xfrm xmlns:a="http://schemas.openxmlformats.org/drawingml/2006/main">
            <a:off x="781050" y="5067300"/>
            <a:ext cx="2381250" cy="361950"/>
          </a:xfrm>
          <a:prstGeom xmlns:a="http://schemas.openxmlformats.org/drawingml/2006/main" prst="roundRect">
            <a:avLst>
              <a:gd name="adj" fmla="val 21053"/>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Configured in Compose</a:t>
            </a:r>
          </a:p>
        </p:txBody>
      </p:sp>
      <p:sp>
        <p:nvSpPr>
          <p:cNvPr id="25" name="">
            <a:extLst xmlns:a="http://schemas.openxmlformats.org/drawingml/2006/main">
              <a:ext uri="{FF2B5EF4-FFF2-40B4-BE49-F238E27FC236}">
                <a16:creationId xmlns:a16="http://schemas.microsoft.com/office/drawing/2014/main" id="{3D02C123-6868-4002-9B95-BABF9F3CED7E}"/>
              </a:ext>
            </a:extLst>
          </p:cNvPr>
          <p:cNvSpPr>
            <a:spLocks xmlns:a="http://schemas.openxmlformats.org/drawingml/2006/main" noGrp="1"/>
          </p:cNvSpPr>
          <p:nvPr/>
        </p:nvSpPr>
        <p:spPr>
          <a:xfrm xmlns:a="http://schemas.openxmlformats.org/drawingml/2006/main">
            <a:off x="3381375" y="5105400"/>
            <a:ext cx="78771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666666"/>
                </a:solidFill>
                <a:latin typeface="Times New Roman"/>
                <a:ea typeface="Times New Roman"/>
                <a:cs typeface="Times New Roman"/>
              </a:defRPr>
            </a:defPPr>
            <a:lvl1pPr algn="l">
              <a:defRPr sz="1125" b="0">
                <a:solidFill>
                  <a:srgbClr val="666666"/>
                </a:solidFill>
                <a:latin typeface="Times New Roman"/>
                <a:ea typeface="Times New Roman"/>
                <a:cs typeface="Times New Roman"/>
              </a:defRPr>
            </a:lvl1pPr>
            <a:lvl2pPr algn="l">
              <a:defRPr sz="1125" b="0">
                <a:solidFill>
                  <a:srgbClr val="666666"/>
                </a:solidFill>
                <a:latin typeface="Times New Roman"/>
                <a:ea typeface="Times New Roman"/>
                <a:cs typeface="Times New Roman"/>
              </a:defRPr>
            </a:lvl2pPr>
            <a:lvl3pPr algn="l">
              <a:defRPr sz="1125" b="0">
                <a:solidFill>
                  <a:srgbClr val="666666"/>
                </a:solidFill>
                <a:latin typeface="Times New Roman"/>
                <a:ea typeface="Times New Roman"/>
                <a:cs typeface="Times New Roman"/>
              </a:defRPr>
            </a:lvl3pPr>
            <a:lvl4pPr algn="l">
              <a:defRPr sz="1125" b="0">
                <a:solidFill>
                  <a:srgbClr val="666666"/>
                </a:solidFill>
                <a:latin typeface="Times New Roman"/>
                <a:ea typeface="Times New Roman"/>
                <a:cs typeface="Times New Roman"/>
              </a:defRPr>
            </a:lvl4pPr>
            <a:lvl5pPr algn="l">
              <a:defRPr sz="1125" b="0">
                <a:solidFill>
                  <a:srgbClr val="666666"/>
                </a:solidFill>
                <a:latin typeface="Times New Roman"/>
                <a:ea typeface="Times New Roman"/>
                <a:cs typeface="Times New Roman"/>
              </a:defRPr>
            </a:lvl5pPr>
            <a:lvl6pPr algn="l">
              <a:defRPr sz="1125" b="0">
                <a:solidFill>
                  <a:srgbClr val="666666"/>
                </a:solidFill>
                <a:latin typeface="Times New Roman"/>
                <a:ea typeface="Times New Roman"/>
                <a:cs typeface="Times New Roman"/>
              </a:defRPr>
            </a:lvl6pPr>
            <a:lvl7pPr algn="l">
              <a:defRPr sz="1125" b="0">
                <a:solidFill>
                  <a:srgbClr val="666666"/>
                </a:solidFill>
                <a:latin typeface="Times New Roman"/>
                <a:ea typeface="Times New Roman"/>
                <a:cs typeface="Times New Roman"/>
              </a:defRPr>
            </a:lvl7pPr>
            <a:lvl8pPr algn="l">
              <a:defRPr sz="1125" b="0">
                <a:solidFill>
                  <a:srgbClr val="666666"/>
                </a:solidFill>
                <a:latin typeface="Times New Roman"/>
                <a:ea typeface="Times New Roman"/>
                <a:cs typeface="Times New Roman"/>
              </a:defRPr>
            </a:lvl8pPr>
            <a:lvl9pPr algn="l">
              <a:defRPr sz="1125" b="0">
                <a:solidFill>
                  <a:srgbClr val="666666"/>
                </a:solidFill>
                <a:latin typeface="Times New Roman"/>
                <a:ea typeface="Times New Roman"/>
                <a:cs typeface="Times New Roman"/>
              </a:defRPr>
            </a:lvl9pPr>
          </a:lstStyle>
          <a:p xmlns:a="http://schemas.openxmlformats.org/drawingml/2006/main">
            <a:pPr algn="l">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n8n and Reacher are present in configuration; a configured service is not proof of full product integration.</a:t>
            </a:r>
          </a:p>
        </p:txBody>
      </p:sp>
    </p:spTree>
    <p:extLst>
      <p:ext uri="{BB962C8B-B14F-4D97-AF65-F5344CB8AC3E}">
        <p14:creationId xmlns:p14="http://schemas.microsoft.com/office/powerpoint/2010/main" val="3891500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E262E592-33AD-400D-959E-D6DB721A29A6}"/>
              </a:ext>
            </a:extLst>
          </p:cNvPr>
          <p:cNvCxnSpPr>
            <a:stCxn xmlns:a="http://schemas.openxmlformats.org/drawingml/2006/main" id="50" idx="3"/>
            <a:endCxn xmlns:a="http://schemas.openxmlformats.org/drawingml/2006/main" id="52" idx="0"/>
          </p:cNvCxnSpPr>
          <p:nvPr/>
        </p:nvCxnSpPr>
        <p:spPr>
          <a:xfrm xmlns:a="http://schemas.openxmlformats.org/drawingml/2006/main" flipH="1">
            <a:off x="10858500" y="4010025"/>
            <a:ext cx="561975" cy="942975"/>
          </a:xfrm>
          <a:prstGeom xmlns:a="http://schemas.openxmlformats.org/drawingml/2006/main" prst="bentConnector4">
            <a:avLst/>
          </a:prstGeom>
          <a:ln xmlns:a="http://schemas.openxmlformats.org/drawingml/2006/main" w="17145">
            <a:solidFill>
              <a:srgbClr val="C77A37"/>
            </a:solidFill>
            <a:prstDash val="solid"/>
            <a:tailEnd type="arrow" w="sm" len="sm"/>
          </a:ln>
        </p:spPr>
      </p:cxnSp>
      <p:cxnSp>
        <p:nvCxnSpPr>
          <p:cNvPr id="54" name="">
            <a:extLst xmlns:a="http://schemas.openxmlformats.org/drawingml/2006/main">
              <a:ext uri="{FF2B5EF4-FFF2-40B4-BE49-F238E27FC236}">
                <a16:creationId xmlns:a16="http://schemas.microsoft.com/office/drawing/2014/main" id="{8A9855A7-3318-4C27-84DE-D85D843F527A}"/>
              </a:ext>
            </a:extLst>
          </p:cNvPr>
          <p:cNvCxnSpPr>
            <a:stCxn xmlns:a="http://schemas.openxmlformats.org/drawingml/2006/main" id="50" idx="1"/>
            <a:endCxn xmlns:a="http://schemas.openxmlformats.org/drawingml/2006/main" id="51" idx="0"/>
          </p:cNvCxnSpPr>
          <p:nvPr/>
        </p:nvCxnSpPr>
        <p:spPr>
          <a:xfrm xmlns:a="http://schemas.openxmlformats.org/drawingml/2006/main" flipH="1">
            <a:off x="8429625" y="4010025"/>
            <a:ext cx="809625" cy="942975"/>
          </a:xfrm>
          <a:prstGeom xmlns:a="http://schemas.openxmlformats.org/drawingml/2006/main" prst="bentConnector2">
            <a:avLst/>
          </a:prstGeom>
          <a:ln xmlns:a="http://schemas.openxmlformats.org/drawingml/2006/main" w="17145">
            <a:solidFill>
              <a:srgbClr val="1686D9"/>
            </a:solidFill>
            <a:prstDash val="solid"/>
            <a:tailEnd type="arrow" w="sm" len="sm"/>
          </a:ln>
        </p:spPr>
      </p:cxnSp>
      <p:cxnSp>
        <p:nvCxnSpPr>
          <p:cNvPr id="53" name="">
            <a:extLst xmlns:a="http://schemas.openxmlformats.org/drawingml/2006/main">
              <a:ext uri="{FF2B5EF4-FFF2-40B4-BE49-F238E27FC236}">
                <a16:creationId xmlns:a16="http://schemas.microsoft.com/office/drawing/2014/main" id="{EB8A0C09-25B4-4BAD-B99E-4DBB29F7FF1C}"/>
              </a:ext>
            </a:extLst>
          </p:cNvPr>
          <p:cNvCxnSpPr>
            <a:stCxn xmlns:a="http://schemas.openxmlformats.org/drawingml/2006/main" id="41" idx="2"/>
            <a:endCxn xmlns:a="http://schemas.openxmlformats.org/drawingml/2006/main" id="50" idx="0"/>
          </p:cNvCxnSpPr>
          <p:nvPr/>
        </p:nvCxnSpPr>
        <p:spPr>
          <a:xfrm xmlns:a="http://schemas.openxmlformats.org/drawingml/2006/main" flipH="1">
            <a:off x="10215563" y="3000375"/>
            <a:ext cx="390525" cy="561975"/>
          </a:xfrm>
          <a:prstGeom xmlns:a="http://schemas.openxmlformats.org/drawingml/2006/main" prst="straightConnector1">
            <a:avLst/>
          </a:prstGeom>
          <a:ln xmlns:a="http://schemas.openxmlformats.org/drawingml/2006/main" w="17145">
            <a:solidFill>
              <a:srgbClr val="354D76"/>
            </a:solidFill>
            <a:prstDash val="solid"/>
            <a:tailEnd type="arrow" w="sm" len="sm"/>
          </a:ln>
        </p:spPr>
      </p:cxnSp>
      <p:cxnSp>
        <p:nvCxnSpPr>
          <p:cNvPr id="48" name="">
            <a:extLst xmlns:a="http://schemas.openxmlformats.org/drawingml/2006/main">
              <a:ext uri="{FF2B5EF4-FFF2-40B4-BE49-F238E27FC236}">
                <a16:creationId xmlns:a16="http://schemas.microsoft.com/office/drawing/2014/main" id="{E912C708-3783-4797-A570-C0D3B714AF27}"/>
              </a:ext>
            </a:extLst>
          </p:cNvPr>
          <p:cNvCxnSpPr>
            <a:stCxn xmlns:a="http://schemas.openxmlformats.org/drawingml/2006/main" id="37" idx="3"/>
            <a:endCxn xmlns:a="http://schemas.openxmlformats.org/drawingml/2006/main" id="41" idx="1"/>
          </p:cNvCxnSpPr>
          <p:nvPr/>
        </p:nvCxnSpPr>
        <p:spPr>
          <a:xfrm xmlns:a="http://schemas.openxmlformats.org/drawingml/2006/main">
            <a:off x="9305925" y="2433638"/>
            <a:ext cx="3238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7" name="">
            <a:extLst xmlns:a="http://schemas.openxmlformats.org/drawingml/2006/main">
              <a:ext uri="{FF2B5EF4-FFF2-40B4-BE49-F238E27FC236}">
                <a16:creationId xmlns:a16="http://schemas.microsoft.com/office/drawing/2014/main" id="{CECC9AFB-4339-48FE-A6AD-B06E3CA26068}"/>
              </a:ext>
            </a:extLst>
          </p:cNvPr>
          <p:cNvCxnSpPr>
            <a:stCxn xmlns:a="http://schemas.openxmlformats.org/drawingml/2006/main" id="33" idx="3"/>
            <a:endCxn xmlns:a="http://schemas.openxmlformats.org/drawingml/2006/main" id="37" idx="1"/>
          </p:cNvCxnSpPr>
          <p:nvPr/>
        </p:nvCxnSpPr>
        <p:spPr>
          <a:xfrm xmlns:a="http://schemas.openxmlformats.org/drawingml/2006/main">
            <a:off x="7124700" y="2433638"/>
            <a:ext cx="3238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6" name="">
            <a:extLst xmlns:a="http://schemas.openxmlformats.org/drawingml/2006/main">
              <a:ext uri="{FF2B5EF4-FFF2-40B4-BE49-F238E27FC236}">
                <a16:creationId xmlns:a16="http://schemas.microsoft.com/office/drawing/2014/main" id="{3DF9883D-77B8-4ECF-B6B8-0EE0527C65BE}"/>
              </a:ext>
            </a:extLst>
          </p:cNvPr>
          <p:cNvCxnSpPr>
            <a:stCxn xmlns:a="http://schemas.openxmlformats.org/drawingml/2006/main" id="29" idx="3"/>
            <a:endCxn xmlns:a="http://schemas.openxmlformats.org/drawingml/2006/main" id="33" idx="1"/>
          </p:cNvCxnSpPr>
          <p:nvPr/>
        </p:nvCxnSpPr>
        <p:spPr>
          <a:xfrm xmlns:a="http://schemas.openxmlformats.org/drawingml/2006/main">
            <a:off x="4943475" y="2433638"/>
            <a:ext cx="3238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5" name="">
            <a:extLst xmlns:a="http://schemas.openxmlformats.org/drawingml/2006/main">
              <a:ext uri="{FF2B5EF4-FFF2-40B4-BE49-F238E27FC236}">
                <a16:creationId xmlns:a16="http://schemas.microsoft.com/office/drawing/2014/main" id="{70518282-3529-4664-A139-388978C7D709}"/>
              </a:ext>
            </a:extLst>
          </p:cNvPr>
          <p:cNvCxnSpPr>
            <a:stCxn xmlns:a="http://schemas.openxmlformats.org/drawingml/2006/main" id="24" idx="3"/>
            <a:endCxn xmlns:a="http://schemas.openxmlformats.org/drawingml/2006/main" id="29" idx="1"/>
          </p:cNvCxnSpPr>
          <p:nvPr/>
        </p:nvCxnSpPr>
        <p:spPr>
          <a:xfrm xmlns:a="http://schemas.openxmlformats.org/drawingml/2006/main" flipV="1">
            <a:off x="2571750" y="2433638"/>
            <a:ext cx="514350" cy="309563"/>
          </a:xfrm>
          <a:prstGeom xmlns:a="http://schemas.openxmlformats.org/drawingml/2006/main" prst="straightConnector1">
            <a:avLst/>
          </a:prstGeom>
          <a:ln xmlns:a="http://schemas.openxmlformats.org/drawingml/2006/main" w="17145">
            <a:solidFill>
              <a:srgbClr val="354D76"/>
            </a:solidFill>
            <a:prstDash val="solid"/>
            <a:tailEnd type="arrow" w="sm" len="sm"/>
          </a:ln>
        </p:spPr>
      </p:cxnSp>
      <p:sp>
        <p:nvSpPr>
          <p:cNvPr id="57" name="">
            <a:extLst xmlns:a="http://schemas.openxmlformats.org/drawingml/2006/main">
              <a:ext uri="{FF2B5EF4-FFF2-40B4-BE49-F238E27FC236}">
                <a16:creationId xmlns:a16="http://schemas.microsoft.com/office/drawing/2014/main" id="{F3BC2D69-F883-4BB3-ACBF-BC619CB4C69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B2163B-D921-48C4-BEF4-63C119915408}"/>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78BB472A-1074-425A-9D22-FCF9E8EC49FB}"/>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46FFB2-9E63-4243-A9B5-06D412E034EA}"/>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49EDB9CC-22ED-467E-AAE9-B7836C125976}"/>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F616E2-E523-4FF3-B764-8BFAD49DB6D2}"/>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EEA34EBF-B23E-4742-B455-77A3117678BF}"/>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15C76C-8ADC-4695-A276-D5D0697590A4}"/>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19342B5F-18A8-426F-B249-FC7ACEA5DB27}"/>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66E763-5585-4C8F-94A0-0D50C82AB82E}"/>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32209858-2DCE-4576-BCA6-0A51BE8A7B3C}"/>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F50EB9-9AFC-44EE-A801-ACC3B2162667}"/>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CC478F2D-B532-48B0-AF1E-31CD020F4799}"/>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9A834A-9E87-4005-83BE-DA387A0AA052}"/>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C625E04F-1DA1-4B79-AA3E-98E3A2C51A68}"/>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000000"/>
                </a:solidFill>
                <a:latin typeface="Times New Roman"/>
                <a:ea typeface="Times New Roman"/>
                <a:cs typeface="Times New Roman"/>
              </a:defRPr>
            </a:defPPr>
            <a:lvl1pPr algn="l">
              <a:defRPr sz="2250" b="1">
                <a:solidFill>
                  <a:srgbClr val="000000"/>
                </a:solidFill>
                <a:latin typeface="Times New Roman"/>
                <a:ea typeface="Times New Roman"/>
                <a:cs typeface="Times New Roman"/>
              </a:defRPr>
            </a:lvl1pPr>
            <a:lvl2pPr algn="l">
              <a:defRPr sz="2250" b="1">
                <a:solidFill>
                  <a:srgbClr val="000000"/>
                </a:solidFill>
                <a:latin typeface="Times New Roman"/>
                <a:ea typeface="Times New Roman"/>
                <a:cs typeface="Times New Roman"/>
              </a:defRPr>
            </a:lvl2pPr>
            <a:lvl3pPr algn="l">
              <a:defRPr sz="2250" b="1">
                <a:solidFill>
                  <a:srgbClr val="000000"/>
                </a:solidFill>
                <a:latin typeface="Times New Roman"/>
                <a:ea typeface="Times New Roman"/>
                <a:cs typeface="Times New Roman"/>
              </a:defRPr>
            </a:lvl3pPr>
            <a:lvl4pPr algn="l">
              <a:defRPr sz="2250" b="1">
                <a:solidFill>
                  <a:srgbClr val="000000"/>
                </a:solidFill>
                <a:latin typeface="Times New Roman"/>
                <a:ea typeface="Times New Roman"/>
                <a:cs typeface="Times New Roman"/>
              </a:defRPr>
            </a:lvl4pPr>
            <a:lvl5pPr algn="l">
              <a:defRPr sz="2250" b="1">
                <a:solidFill>
                  <a:srgbClr val="000000"/>
                </a:solidFill>
                <a:latin typeface="Times New Roman"/>
                <a:ea typeface="Times New Roman"/>
                <a:cs typeface="Times New Roman"/>
              </a:defRPr>
            </a:lvl5pPr>
            <a:lvl6pPr algn="l">
              <a:defRPr sz="2250" b="1">
                <a:solidFill>
                  <a:srgbClr val="000000"/>
                </a:solidFill>
                <a:latin typeface="Times New Roman"/>
                <a:ea typeface="Times New Roman"/>
                <a:cs typeface="Times New Roman"/>
              </a:defRPr>
            </a:lvl6pPr>
            <a:lvl7pPr algn="l">
              <a:defRPr sz="2250" b="1">
                <a:solidFill>
                  <a:srgbClr val="000000"/>
                </a:solidFill>
                <a:latin typeface="Times New Roman"/>
                <a:ea typeface="Times New Roman"/>
                <a:cs typeface="Times New Roman"/>
              </a:defRPr>
            </a:lvl7pPr>
            <a:lvl8pPr algn="l">
              <a:defRPr sz="2250" b="1">
                <a:solidFill>
                  <a:srgbClr val="000000"/>
                </a:solidFill>
                <a:latin typeface="Times New Roman"/>
                <a:ea typeface="Times New Roman"/>
                <a:cs typeface="Times New Roman"/>
              </a:defRPr>
            </a:lvl8pPr>
            <a:lvl9pPr algn="l">
              <a:defRPr sz="2250" b="1">
                <a:solidFill>
                  <a:srgbClr val="000000"/>
                </a:solidFill>
                <a:latin typeface="Times New Roman"/>
                <a:ea typeface="Times New Roman"/>
                <a:cs typeface="Times New Roman"/>
              </a:defRPr>
            </a:lvl9pPr>
          </a:lstStyle>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Phase 1 · Build a trusted job supply</a:t>
            </a:r>
          </a:p>
        </p:txBody>
      </p:sp>
      <p:sp>
        <p:nvSpPr>
          <p:cNvPr id="16" name="">
            <a:extLst xmlns:a="http://schemas.openxmlformats.org/drawingml/2006/main">
              <a:ext uri="{FF2B5EF4-FFF2-40B4-BE49-F238E27FC236}">
                <a16:creationId xmlns:a16="http://schemas.microsoft.com/office/drawing/2014/main" id="{98663D4B-78DB-4DAB-A797-97A320A83C8B}"/>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PYTHON WORKERS · TRUST + RELEASE GATES</a:t>
            </a:r>
          </a:p>
        </p:txBody>
      </p:sp>
      <p:sp>
        <p:nvSpPr>
          <p:cNvPr id="17" name="">
            <a:extLst xmlns:a="http://schemas.openxmlformats.org/drawingml/2006/main">
              <a:ext uri="{FF2B5EF4-FFF2-40B4-BE49-F238E27FC236}">
                <a16:creationId xmlns:a16="http://schemas.microsoft.com/office/drawing/2014/main" id="{D03CA574-2E22-4152-BD62-0FF3BA8DFF31}"/>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3A7A9D-A22B-4097-A136-79C19D494F7C}"/>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4BD21F-54FB-4618-8F28-BB526D78F3AB}"/>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4823C4DC-EDF4-41F0-827E-B6D9C0955306}"/>
              </a:ext>
            </a:extLst>
          </p:cNvPr>
          <p:cNvPicPr>
            <a:picLocks xmlns:a="http://schemas.openxmlformats.org/drawingml/2006/main" noChangeAspect="1"/>
          </p:cNvPicPr>
          <p:nvPr/>
        </p:nvPicPr>
        <p:blipFill>
          <a:blip xmlns:r="http://schemas.openxmlformats.org/officeDocument/2006/relationships" xmlns:a="http://schemas.openxmlformats.org/drawingml/2006/main" r:embed="Reacaecaa1bbc4859"/>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FA783153-EABC-4728-961A-212E9586970E}"/>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F9B517DA-570F-49C2-9EA8-DD0932585AAF}"/>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07 / 15</a:t>
            </a:r>
          </a:p>
        </p:txBody>
      </p:sp>
      <p:sp>
        <p:nvSpPr>
          <p:cNvPr id="23" name="">
            <a:extLst xmlns:a="http://schemas.openxmlformats.org/drawingml/2006/main">
              <a:ext uri="{FF2B5EF4-FFF2-40B4-BE49-F238E27FC236}">
                <a16:creationId xmlns:a16="http://schemas.microsoft.com/office/drawing/2014/main" id="{2BEC5BFC-3B0C-4113-BADA-1985EB51ACD7}"/>
              </a:ext>
            </a:extLst>
          </p:cNvPr>
          <p:cNvSpPr>
            <a:spLocks xmlns:a="http://schemas.openxmlformats.org/drawingml/2006/main" noGrp="1"/>
          </p:cNvSpPr>
          <p:nvPr/>
        </p:nvSpPr>
        <p:spPr>
          <a:xfrm xmlns:a="http://schemas.openxmlformats.org/drawingml/2006/main">
            <a:off x="723900" y="11430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66666"/>
                </a:solidFill>
                <a:latin typeface="Times New Roman"/>
                <a:ea typeface="Times New Roman"/>
                <a:cs typeface="Times New Roman"/>
              </a:defRPr>
            </a:defPPr>
            <a:lvl1pPr algn="l">
              <a:defRPr sz="1275" b="0">
                <a:solidFill>
                  <a:srgbClr val="666666"/>
                </a:solidFill>
                <a:latin typeface="Times New Roman"/>
                <a:ea typeface="Times New Roman"/>
                <a:cs typeface="Times New Roman"/>
              </a:defRPr>
            </a:lvl1pPr>
            <a:lvl2pPr algn="l">
              <a:defRPr sz="1275" b="0">
                <a:solidFill>
                  <a:srgbClr val="666666"/>
                </a:solidFill>
                <a:latin typeface="Times New Roman"/>
                <a:ea typeface="Times New Roman"/>
                <a:cs typeface="Times New Roman"/>
              </a:defRPr>
            </a:lvl2pPr>
            <a:lvl3pPr algn="l">
              <a:defRPr sz="1275" b="0">
                <a:solidFill>
                  <a:srgbClr val="666666"/>
                </a:solidFill>
                <a:latin typeface="Times New Roman"/>
                <a:ea typeface="Times New Roman"/>
                <a:cs typeface="Times New Roman"/>
              </a:defRPr>
            </a:lvl3pPr>
            <a:lvl4pPr algn="l">
              <a:defRPr sz="1275" b="0">
                <a:solidFill>
                  <a:srgbClr val="666666"/>
                </a:solidFill>
                <a:latin typeface="Times New Roman"/>
                <a:ea typeface="Times New Roman"/>
                <a:cs typeface="Times New Roman"/>
              </a:defRPr>
            </a:lvl4pPr>
            <a:lvl5pPr algn="l">
              <a:defRPr sz="1275" b="0">
                <a:solidFill>
                  <a:srgbClr val="666666"/>
                </a:solidFill>
                <a:latin typeface="Times New Roman"/>
                <a:ea typeface="Times New Roman"/>
                <a:cs typeface="Times New Roman"/>
              </a:defRPr>
            </a:lvl5pPr>
            <a:lvl6pPr algn="l">
              <a:defRPr sz="1275" b="0">
                <a:solidFill>
                  <a:srgbClr val="666666"/>
                </a:solidFill>
                <a:latin typeface="Times New Roman"/>
                <a:ea typeface="Times New Roman"/>
                <a:cs typeface="Times New Roman"/>
              </a:defRPr>
            </a:lvl6pPr>
            <a:lvl7pPr algn="l">
              <a:defRPr sz="1275" b="0">
                <a:solidFill>
                  <a:srgbClr val="666666"/>
                </a:solidFill>
                <a:latin typeface="Times New Roman"/>
                <a:ea typeface="Times New Roman"/>
                <a:cs typeface="Times New Roman"/>
              </a:defRPr>
            </a:lvl7pPr>
            <a:lvl8pPr algn="l">
              <a:defRPr sz="1275" b="0">
                <a:solidFill>
                  <a:srgbClr val="666666"/>
                </a:solidFill>
                <a:latin typeface="Times New Roman"/>
                <a:ea typeface="Times New Roman"/>
                <a:cs typeface="Times New Roman"/>
              </a:defRPr>
            </a:lvl8pPr>
            <a:lvl9pPr algn="l">
              <a:defRPr sz="1275" b="0">
                <a:solidFill>
                  <a:srgbClr val="666666"/>
                </a:solidFill>
                <a:latin typeface="Times New Roman"/>
                <a:ea typeface="Times New Roman"/>
                <a:cs typeface="Times New Roman"/>
              </a:defRPr>
            </a:lvl9pPr>
          </a:lstStyle>
          <a:p xmlns:a="http://schemas.openxmlformats.org/drawingml/2006/main">
            <a:pPr algn="l">
              <a:defRPr sz="1275" b="0">
                <a:solidFill>
                  <a:srgbClr val="666666"/>
                </a:solidFill>
                <a:latin typeface="Times New Roman"/>
                <a:ea typeface="Times New Roman"/>
                <a:cs typeface="Times New Roman"/>
              </a:defRPr>
            </a:pPr>
            <a:r>
              <a:rPr sz="1275" b="0">
                <a:solidFill>
                  <a:srgbClr val="666666"/>
                </a:solidFill>
                <a:latin typeface="Times New Roman"/>
                <a:ea typeface="Times New Roman"/>
                <a:cs typeface="Times New Roman"/>
              </a:rPr>
              <a:t>A source becomes a candidate-ready listing only after it passes evidence, cleanup and release checks.</a:t>
            </a:r>
          </a:p>
        </p:txBody>
      </p:sp>
      <p:sp>
        <p:nvSpPr>
          <p:cNvPr id="24" name="">
            <a:extLst xmlns:a="http://schemas.openxmlformats.org/drawingml/2006/main">
              <a:ext uri="{FF2B5EF4-FFF2-40B4-BE49-F238E27FC236}">
                <a16:creationId xmlns:a16="http://schemas.microsoft.com/office/drawing/2014/main" id="{131A4EAD-0276-409A-A9E7-C1E01ADA019C}"/>
              </a:ext>
            </a:extLst>
          </p:cNvPr>
          <p:cNvSpPr>
            <a:spLocks xmlns:a="http://schemas.openxmlformats.org/drawingml/2006/main" noGrp="1"/>
          </p:cNvSpPr>
          <p:nvPr/>
        </p:nvSpPr>
        <p:spPr>
          <a:xfrm xmlns:a="http://schemas.openxmlformats.org/drawingml/2006/main">
            <a:off x="523875" y="1552575"/>
            <a:ext cx="2047875" cy="2381250"/>
          </a:xfrm>
          <a:prstGeom xmlns:a="http://schemas.openxmlformats.org/drawingml/2006/main" prst="roundRect">
            <a:avLst>
              <a:gd name="adj" fmla="val 8372"/>
            </a:avLst>
          </a:prstGeom>
          <a:solidFill xmlns:a="http://schemas.openxmlformats.org/drawingml/2006/main">
            <a:srgbClr val="EEF0FF"/>
          </a:solidFill>
          <a:ln xmlns:a="http://schemas.openxmlformats.org/drawingml/2006/main" w="15240">
            <a:solidFill>
              <a:srgbClr val="405DE0"/>
            </a:solidFill>
            <a:prstDash val="solid"/>
          </a:ln>
        </p:spPr>
      </p:sp>
      <p:sp>
        <p:nvSpPr>
          <p:cNvPr id="25" name="">
            <a:extLst xmlns:a="http://schemas.openxmlformats.org/drawingml/2006/main">
              <a:ext uri="{FF2B5EF4-FFF2-40B4-BE49-F238E27FC236}">
                <a16:creationId xmlns:a16="http://schemas.microsoft.com/office/drawing/2014/main" id="{56D43B26-B341-4B6B-A617-496E379FDC33}"/>
              </a:ext>
            </a:extLst>
          </p:cNvPr>
          <p:cNvSpPr>
            <a:spLocks xmlns:a="http://schemas.openxmlformats.org/drawingml/2006/main" noGrp="1"/>
          </p:cNvSpPr>
          <p:nvPr/>
        </p:nvSpPr>
        <p:spPr>
          <a:xfrm xmlns:a="http://schemas.openxmlformats.org/drawingml/2006/main">
            <a:off x="685800" y="1695450"/>
            <a:ext cx="1714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PERMITTED SOURCES</a:t>
            </a:r>
          </a:p>
        </p:txBody>
      </p:sp>
      <p:sp>
        <p:nvSpPr>
          <p:cNvPr id="26" name="">
            <a:extLst xmlns:a="http://schemas.openxmlformats.org/drawingml/2006/main">
              <a:ext uri="{FF2B5EF4-FFF2-40B4-BE49-F238E27FC236}">
                <a16:creationId xmlns:a16="http://schemas.microsoft.com/office/drawing/2014/main" id="{71C2CEE8-77C7-4A97-BBFB-A36FD4A78B6A}"/>
              </a:ext>
            </a:extLst>
          </p:cNvPr>
          <p:cNvSpPr>
            <a:spLocks xmlns:a="http://schemas.openxmlformats.org/drawingml/2006/main" noGrp="1"/>
          </p:cNvSpPr>
          <p:nvPr/>
        </p:nvSpPr>
        <p:spPr>
          <a:xfrm xmlns:a="http://schemas.openxmlformats.org/drawingml/2006/main">
            <a:off x="685800" y="2047875"/>
            <a:ext cx="1724025"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Company career pages</a:t>
            </a:r>
          </a:p>
        </p:txBody>
      </p:sp>
      <p:sp>
        <p:nvSpPr>
          <p:cNvPr id="27" name="">
            <a:extLst xmlns:a="http://schemas.openxmlformats.org/drawingml/2006/main">
              <a:ext uri="{FF2B5EF4-FFF2-40B4-BE49-F238E27FC236}">
                <a16:creationId xmlns:a16="http://schemas.microsoft.com/office/drawing/2014/main" id="{F56F176B-478B-42B3-9AE3-670B3F6EA46E}"/>
              </a:ext>
            </a:extLst>
          </p:cNvPr>
          <p:cNvSpPr>
            <a:spLocks xmlns:a="http://schemas.openxmlformats.org/drawingml/2006/main" noGrp="1"/>
          </p:cNvSpPr>
          <p:nvPr/>
        </p:nvSpPr>
        <p:spPr>
          <a:xfrm xmlns:a="http://schemas.openxmlformats.org/drawingml/2006/main">
            <a:off x="685800" y="2647950"/>
            <a:ext cx="1724025"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ATS APIs / feeds</a:t>
            </a:r>
          </a:p>
        </p:txBody>
      </p:sp>
      <p:sp>
        <p:nvSpPr>
          <p:cNvPr id="28" name="">
            <a:extLst xmlns:a="http://schemas.openxmlformats.org/drawingml/2006/main">
              <a:ext uri="{FF2B5EF4-FFF2-40B4-BE49-F238E27FC236}">
                <a16:creationId xmlns:a16="http://schemas.microsoft.com/office/drawing/2014/main" id="{6A1A5168-4F8F-4930-80B4-4D06B9C09A5D}"/>
              </a:ext>
            </a:extLst>
          </p:cNvPr>
          <p:cNvSpPr>
            <a:spLocks xmlns:a="http://schemas.openxmlformats.org/drawingml/2006/main" noGrp="1"/>
          </p:cNvSpPr>
          <p:nvPr/>
        </p:nvSpPr>
        <p:spPr>
          <a:xfrm xmlns:a="http://schemas.openxmlformats.org/drawingml/2006/main">
            <a:off x="685800" y="3248025"/>
            <a:ext cx="1724025"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Public job pages</a:t>
            </a:r>
          </a:p>
        </p:txBody>
      </p:sp>
      <p:sp>
        <p:nvSpPr>
          <p:cNvPr id="29" name="">
            <a:extLst xmlns:a="http://schemas.openxmlformats.org/drawingml/2006/main">
              <a:ext uri="{FF2B5EF4-FFF2-40B4-BE49-F238E27FC236}">
                <a16:creationId xmlns:a16="http://schemas.microsoft.com/office/drawing/2014/main" id="{29C4133C-A683-472C-B230-5092620E16FE}"/>
              </a:ext>
            </a:extLst>
          </p:cNvPr>
          <p:cNvSpPr>
            <a:spLocks xmlns:a="http://schemas.openxmlformats.org/drawingml/2006/main" noGrp="1"/>
          </p:cNvSpPr>
          <p:nvPr/>
        </p:nvSpPr>
        <p:spPr>
          <a:xfrm xmlns:a="http://schemas.openxmlformats.org/drawingml/2006/main">
            <a:off x="3086100" y="1866900"/>
            <a:ext cx="1857375" cy="1133475"/>
          </a:xfrm>
          <a:prstGeom xmlns:a="http://schemas.openxmlformats.org/drawingml/2006/main" prst="roundRect">
            <a:avLst>
              <a:gd name="adj" fmla="val 10084"/>
            </a:avLst>
          </a:prstGeom>
          <a:solidFill xmlns:a="http://schemas.openxmlformats.org/drawingml/2006/main">
            <a:srgbClr val="E9F4FD"/>
          </a:solidFill>
          <a:ln xmlns:a="http://schemas.openxmlformats.org/drawingml/2006/main" w="13335">
            <a:solidFill>
              <a:srgbClr val="1686D9"/>
            </a:solidFill>
            <a:prstDash val="solid"/>
          </a:ln>
        </p:spPr>
      </p:sp>
      <p:sp>
        <p:nvSpPr>
          <p:cNvPr id="30" name="">
            <a:extLst xmlns:a="http://schemas.openxmlformats.org/drawingml/2006/main">
              <a:ext uri="{FF2B5EF4-FFF2-40B4-BE49-F238E27FC236}">
                <a16:creationId xmlns:a16="http://schemas.microsoft.com/office/drawing/2014/main" id="{62620671-3AE3-4401-9C95-EE52D851C186}"/>
              </a:ext>
            </a:extLst>
          </p:cNvPr>
          <p:cNvSpPr>
            <a:spLocks xmlns:a="http://schemas.openxmlformats.org/drawingml/2006/main" noGrp="1"/>
          </p:cNvSpPr>
          <p:nvPr/>
        </p:nvSpPr>
        <p:spPr>
          <a:xfrm xmlns:a="http://schemas.openxmlformats.org/drawingml/2006/main">
            <a:off x="3162300" y="1952625"/>
            <a:ext cx="170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FETCH + SCHEDULE</a:t>
            </a:r>
          </a:p>
        </p:txBody>
      </p:sp>
      <p:sp>
        <p:nvSpPr>
          <p:cNvPr id="31" name="">
            <a:extLst xmlns:a="http://schemas.openxmlformats.org/drawingml/2006/main">
              <a:ext uri="{FF2B5EF4-FFF2-40B4-BE49-F238E27FC236}">
                <a16:creationId xmlns:a16="http://schemas.microsoft.com/office/drawing/2014/main" id="{3DAD9D1E-09CA-419D-B728-577FE59F3908}"/>
              </a:ext>
            </a:extLst>
          </p:cNvPr>
          <p:cNvSpPr>
            <a:spLocks xmlns:a="http://schemas.openxmlformats.org/drawingml/2006/main" noGrp="1"/>
          </p:cNvSpPr>
          <p:nvPr/>
        </p:nvSpPr>
        <p:spPr>
          <a:xfrm xmlns:a="http://schemas.openxmlformats.org/drawingml/2006/main">
            <a:off x="3209925" y="2228850"/>
            <a:ext cx="1609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014CD36-8522-476C-88E5-B568D6522F5F}"/>
              </a:ext>
            </a:extLst>
          </p:cNvPr>
          <p:cNvSpPr>
            <a:spLocks xmlns:a="http://schemas.openxmlformats.org/drawingml/2006/main" noGrp="1"/>
          </p:cNvSpPr>
          <p:nvPr/>
        </p:nvSpPr>
        <p:spPr>
          <a:xfrm xmlns:a="http://schemas.openxmlformats.org/drawingml/2006/main">
            <a:off x="3181350" y="2286000"/>
            <a:ext cx="1666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Python Scrapy / HTTPX</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Daily scheduler · Redis queue</a:t>
            </a:r>
          </a:p>
        </p:txBody>
      </p:sp>
      <p:sp>
        <p:nvSpPr>
          <p:cNvPr id="33" name="">
            <a:extLst xmlns:a="http://schemas.openxmlformats.org/drawingml/2006/main">
              <a:ext uri="{FF2B5EF4-FFF2-40B4-BE49-F238E27FC236}">
                <a16:creationId xmlns:a16="http://schemas.microsoft.com/office/drawing/2014/main" id="{56278643-7507-4BBD-8831-131D815EC0F3}"/>
              </a:ext>
            </a:extLst>
          </p:cNvPr>
          <p:cNvSpPr>
            <a:spLocks xmlns:a="http://schemas.openxmlformats.org/drawingml/2006/main" noGrp="1"/>
          </p:cNvSpPr>
          <p:nvPr/>
        </p:nvSpPr>
        <p:spPr>
          <a:xfrm xmlns:a="http://schemas.openxmlformats.org/drawingml/2006/main">
            <a:off x="5267325" y="1866900"/>
            <a:ext cx="1857375" cy="1133475"/>
          </a:xfrm>
          <a:prstGeom xmlns:a="http://schemas.openxmlformats.org/drawingml/2006/main" prst="roundRect">
            <a:avLst>
              <a:gd name="adj" fmla="val 10084"/>
            </a:avLst>
          </a:prstGeom>
          <a:solidFill xmlns:a="http://schemas.openxmlformats.org/drawingml/2006/main">
            <a:srgbClr val="F1ECFA"/>
          </a:solidFill>
          <a:ln xmlns:a="http://schemas.openxmlformats.org/drawingml/2006/main" w="13335">
            <a:solidFill>
              <a:srgbClr val="6737C8"/>
            </a:solidFill>
            <a:prstDash val="solid"/>
          </a:ln>
        </p:spPr>
      </p:sp>
      <p:sp>
        <p:nvSpPr>
          <p:cNvPr id="34" name="">
            <a:extLst xmlns:a="http://schemas.openxmlformats.org/drawingml/2006/main">
              <a:ext uri="{FF2B5EF4-FFF2-40B4-BE49-F238E27FC236}">
                <a16:creationId xmlns:a16="http://schemas.microsoft.com/office/drawing/2014/main" id="{95414A3A-B967-45D5-85F3-17DA01D02B66}"/>
              </a:ext>
            </a:extLst>
          </p:cNvPr>
          <p:cNvSpPr>
            <a:spLocks xmlns:a="http://schemas.openxmlformats.org/drawingml/2006/main" noGrp="1"/>
          </p:cNvSpPr>
          <p:nvPr/>
        </p:nvSpPr>
        <p:spPr>
          <a:xfrm xmlns:a="http://schemas.openxmlformats.org/drawingml/2006/main">
            <a:off x="5343525" y="1952625"/>
            <a:ext cx="170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PARSE + NORMALIZE</a:t>
            </a:r>
          </a:p>
        </p:txBody>
      </p:sp>
      <p:sp>
        <p:nvSpPr>
          <p:cNvPr id="35" name="">
            <a:extLst xmlns:a="http://schemas.openxmlformats.org/drawingml/2006/main">
              <a:ext uri="{FF2B5EF4-FFF2-40B4-BE49-F238E27FC236}">
                <a16:creationId xmlns:a16="http://schemas.microsoft.com/office/drawing/2014/main" id="{82A5FBE3-3192-4B49-A8E4-4FDDA4435DF0}"/>
              </a:ext>
            </a:extLst>
          </p:cNvPr>
          <p:cNvSpPr>
            <a:spLocks xmlns:a="http://schemas.openxmlformats.org/drawingml/2006/main" noGrp="1"/>
          </p:cNvSpPr>
          <p:nvPr/>
        </p:nvSpPr>
        <p:spPr>
          <a:xfrm xmlns:a="http://schemas.openxmlformats.org/drawingml/2006/main">
            <a:off x="5391150" y="2228850"/>
            <a:ext cx="1609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57D3A8D-EC85-445B-B66D-3D835FAA90C8}"/>
              </a:ext>
            </a:extLst>
          </p:cNvPr>
          <p:cNvSpPr>
            <a:spLocks xmlns:a="http://schemas.openxmlformats.org/drawingml/2006/main" noGrp="1"/>
          </p:cNvSpPr>
          <p:nvPr/>
        </p:nvSpPr>
        <p:spPr>
          <a:xfrm xmlns:a="http://schemas.openxmlformats.org/drawingml/2006/main">
            <a:off x="5362575" y="2286000"/>
            <a:ext cx="1666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Title · company · role</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Location · skills · dates · URL</a:t>
            </a:r>
          </a:p>
        </p:txBody>
      </p:sp>
      <p:sp>
        <p:nvSpPr>
          <p:cNvPr id="37" name="">
            <a:extLst xmlns:a="http://schemas.openxmlformats.org/drawingml/2006/main">
              <a:ext uri="{FF2B5EF4-FFF2-40B4-BE49-F238E27FC236}">
                <a16:creationId xmlns:a16="http://schemas.microsoft.com/office/drawing/2014/main" id="{353B4E42-1843-4EC7-9E26-75D85D06FCD7}"/>
              </a:ext>
            </a:extLst>
          </p:cNvPr>
          <p:cNvSpPr>
            <a:spLocks xmlns:a="http://schemas.openxmlformats.org/drawingml/2006/main" noGrp="1"/>
          </p:cNvSpPr>
          <p:nvPr/>
        </p:nvSpPr>
        <p:spPr>
          <a:xfrm xmlns:a="http://schemas.openxmlformats.org/drawingml/2006/main">
            <a:off x="7448550" y="1866900"/>
            <a:ext cx="1857375" cy="1133475"/>
          </a:xfrm>
          <a:prstGeom xmlns:a="http://schemas.openxmlformats.org/drawingml/2006/main" prst="roundRect">
            <a:avLst>
              <a:gd name="adj" fmla="val 10084"/>
            </a:avLst>
          </a:prstGeom>
          <a:solidFill xmlns:a="http://schemas.openxmlformats.org/drawingml/2006/main">
            <a:srgbClr val="F7EDF5"/>
          </a:solidFill>
          <a:ln xmlns:a="http://schemas.openxmlformats.org/drawingml/2006/main" w="13335">
            <a:solidFill>
              <a:srgbClr val="B95B9A"/>
            </a:solidFill>
            <a:prstDash val="solid"/>
          </a:ln>
        </p:spPr>
      </p:sp>
      <p:sp>
        <p:nvSpPr>
          <p:cNvPr id="38" name="">
            <a:extLst xmlns:a="http://schemas.openxmlformats.org/drawingml/2006/main">
              <a:ext uri="{FF2B5EF4-FFF2-40B4-BE49-F238E27FC236}">
                <a16:creationId xmlns:a16="http://schemas.microsoft.com/office/drawing/2014/main" id="{9D5D4C62-04A8-46E0-974F-676C6DA62F07}"/>
              </a:ext>
            </a:extLst>
          </p:cNvPr>
          <p:cNvSpPr>
            <a:spLocks xmlns:a="http://schemas.openxmlformats.org/drawingml/2006/main" noGrp="1"/>
          </p:cNvSpPr>
          <p:nvPr/>
        </p:nvSpPr>
        <p:spPr>
          <a:xfrm xmlns:a="http://schemas.openxmlformats.org/drawingml/2006/main">
            <a:off x="7524750" y="1952625"/>
            <a:ext cx="170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VERIFY + DEDUP</a:t>
            </a:r>
          </a:p>
        </p:txBody>
      </p:sp>
      <p:sp>
        <p:nvSpPr>
          <p:cNvPr id="39" name="">
            <a:extLst xmlns:a="http://schemas.openxmlformats.org/drawingml/2006/main">
              <a:ext uri="{FF2B5EF4-FFF2-40B4-BE49-F238E27FC236}">
                <a16:creationId xmlns:a16="http://schemas.microsoft.com/office/drawing/2014/main" id="{866092D8-D6C4-4189-AF29-301350C16EBE}"/>
              </a:ext>
            </a:extLst>
          </p:cNvPr>
          <p:cNvSpPr>
            <a:spLocks xmlns:a="http://schemas.openxmlformats.org/drawingml/2006/main" noGrp="1"/>
          </p:cNvSpPr>
          <p:nvPr/>
        </p:nvSpPr>
        <p:spPr>
          <a:xfrm xmlns:a="http://schemas.openxmlformats.org/drawingml/2006/main">
            <a:off x="7572375" y="2228850"/>
            <a:ext cx="1609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3D33223-4CE3-45B9-8003-84511781EE95}"/>
              </a:ext>
            </a:extLst>
          </p:cNvPr>
          <p:cNvSpPr>
            <a:spLocks xmlns:a="http://schemas.openxmlformats.org/drawingml/2006/main" noGrp="1"/>
          </p:cNvSpPr>
          <p:nvPr/>
        </p:nvSpPr>
        <p:spPr>
          <a:xfrm xmlns:a="http://schemas.openxmlformats.org/drawingml/2006/main">
            <a:off x="7543800" y="2286000"/>
            <a:ext cx="166687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Source evidence · freshness</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Completeness · duplicate checks</a:t>
            </a:r>
          </a:p>
        </p:txBody>
      </p:sp>
      <p:sp>
        <p:nvSpPr>
          <p:cNvPr id="41" name="">
            <a:extLst xmlns:a="http://schemas.openxmlformats.org/drawingml/2006/main">
              <a:ext uri="{FF2B5EF4-FFF2-40B4-BE49-F238E27FC236}">
                <a16:creationId xmlns:a16="http://schemas.microsoft.com/office/drawing/2014/main" id="{7406B1EE-1630-4725-898B-E33B8E75784F}"/>
              </a:ext>
            </a:extLst>
          </p:cNvPr>
          <p:cNvSpPr>
            <a:spLocks xmlns:a="http://schemas.openxmlformats.org/drawingml/2006/main" noGrp="1"/>
          </p:cNvSpPr>
          <p:nvPr/>
        </p:nvSpPr>
        <p:spPr>
          <a:xfrm xmlns:a="http://schemas.openxmlformats.org/drawingml/2006/main">
            <a:off x="9629775" y="1866900"/>
            <a:ext cx="1952625" cy="1133475"/>
          </a:xfrm>
          <a:prstGeom xmlns:a="http://schemas.openxmlformats.org/drawingml/2006/main" prst="roundRect">
            <a:avLst>
              <a:gd name="adj" fmla="val 10084"/>
            </a:avLst>
          </a:prstGeom>
          <a:solidFill xmlns:a="http://schemas.openxmlformats.org/drawingml/2006/main">
            <a:srgbClr val="ECF5EF"/>
          </a:solidFill>
          <a:ln xmlns:a="http://schemas.openxmlformats.org/drawingml/2006/main" w="13335">
            <a:solidFill>
              <a:srgbClr val="529C72"/>
            </a:solidFill>
            <a:prstDash val="solid"/>
          </a:ln>
        </p:spPr>
      </p:sp>
      <p:sp>
        <p:nvSpPr>
          <p:cNvPr id="42" name="">
            <a:extLst xmlns:a="http://schemas.openxmlformats.org/drawingml/2006/main">
              <a:ext uri="{FF2B5EF4-FFF2-40B4-BE49-F238E27FC236}">
                <a16:creationId xmlns:a16="http://schemas.microsoft.com/office/drawing/2014/main" id="{F3492EF5-0818-4C8F-BB26-818D1FEA2253}"/>
              </a:ext>
            </a:extLst>
          </p:cNvPr>
          <p:cNvSpPr>
            <a:spLocks xmlns:a="http://schemas.openxmlformats.org/drawingml/2006/main" noGrp="1"/>
          </p:cNvSpPr>
          <p:nvPr/>
        </p:nvSpPr>
        <p:spPr>
          <a:xfrm xmlns:a="http://schemas.openxmlformats.org/drawingml/2006/main">
            <a:off x="9705975" y="1952625"/>
            <a:ext cx="18002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POSTGRESQL JOB STORE</a:t>
            </a:r>
          </a:p>
        </p:txBody>
      </p:sp>
      <p:sp>
        <p:nvSpPr>
          <p:cNvPr id="43" name="">
            <a:extLst xmlns:a="http://schemas.openxmlformats.org/drawingml/2006/main">
              <a:ext uri="{FF2B5EF4-FFF2-40B4-BE49-F238E27FC236}">
                <a16:creationId xmlns:a16="http://schemas.microsoft.com/office/drawing/2014/main" id="{6568AFA6-36D1-4DC2-87FD-CFAA07731B7D}"/>
              </a:ext>
            </a:extLst>
          </p:cNvPr>
          <p:cNvSpPr>
            <a:spLocks xmlns:a="http://schemas.openxmlformats.org/drawingml/2006/main" noGrp="1"/>
          </p:cNvSpPr>
          <p:nvPr/>
        </p:nvSpPr>
        <p:spPr>
          <a:xfrm xmlns:a="http://schemas.openxmlformats.org/drawingml/2006/main">
            <a:off x="9753600" y="2228850"/>
            <a:ext cx="1704975" cy="1905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7CD68A1-BE02-4727-B64E-07BF5AF73289}"/>
              </a:ext>
            </a:extLst>
          </p:cNvPr>
          <p:cNvSpPr>
            <a:spLocks xmlns:a="http://schemas.openxmlformats.org/drawingml/2006/main" noGrp="1"/>
          </p:cNvSpPr>
          <p:nvPr/>
        </p:nvSpPr>
        <p:spPr>
          <a:xfrm xmlns:a="http://schemas.openxmlformats.org/drawingml/2006/main">
            <a:off x="9725025" y="2286000"/>
            <a:ext cx="17621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Unique listing · company</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Source snapshot · trust evidence</a:t>
            </a:r>
          </a:p>
        </p:txBody>
      </p:sp>
      <p:sp>
        <p:nvSpPr>
          <p:cNvPr id="49" name="">
            <a:extLst xmlns:a="http://schemas.openxmlformats.org/drawingml/2006/main">
              <a:ext uri="{FF2B5EF4-FFF2-40B4-BE49-F238E27FC236}">
                <a16:creationId xmlns:a16="http://schemas.microsoft.com/office/drawing/2014/main" id="{0F099E6F-11A6-462E-BDBA-85CC61E7778C}"/>
              </a:ext>
            </a:extLst>
          </p:cNvPr>
          <p:cNvSpPr>
            <a:spLocks xmlns:a="http://schemas.openxmlformats.org/drawingml/2006/main" noGrp="1"/>
          </p:cNvSpPr>
          <p:nvPr/>
        </p:nvSpPr>
        <p:spPr>
          <a:xfrm xmlns:a="http://schemas.openxmlformats.org/drawingml/2006/main">
            <a:off x="8543925" y="31051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1">
                <a:solidFill>
                  <a:srgbClr val="666666"/>
                </a:solidFill>
                <a:latin typeface="Times New Roman"/>
                <a:ea typeface="Times New Roman"/>
                <a:cs typeface="Times New Roman"/>
              </a:defRPr>
            </a:defPPr>
            <a:lvl1pPr algn="ctr">
              <a:defRPr sz="900" b="1">
                <a:solidFill>
                  <a:srgbClr val="666666"/>
                </a:solidFill>
                <a:latin typeface="Times New Roman"/>
                <a:ea typeface="Times New Roman"/>
                <a:cs typeface="Times New Roman"/>
              </a:defRPr>
            </a:lvl1pPr>
            <a:lvl2pPr algn="ctr">
              <a:defRPr sz="900" b="1">
                <a:solidFill>
                  <a:srgbClr val="666666"/>
                </a:solidFill>
                <a:latin typeface="Times New Roman"/>
                <a:ea typeface="Times New Roman"/>
                <a:cs typeface="Times New Roman"/>
              </a:defRPr>
            </a:lvl2pPr>
            <a:lvl3pPr algn="ctr">
              <a:defRPr sz="900" b="1">
                <a:solidFill>
                  <a:srgbClr val="666666"/>
                </a:solidFill>
                <a:latin typeface="Times New Roman"/>
                <a:ea typeface="Times New Roman"/>
                <a:cs typeface="Times New Roman"/>
              </a:defRPr>
            </a:lvl3pPr>
            <a:lvl4pPr algn="ctr">
              <a:defRPr sz="900" b="1">
                <a:solidFill>
                  <a:srgbClr val="666666"/>
                </a:solidFill>
                <a:latin typeface="Times New Roman"/>
                <a:ea typeface="Times New Roman"/>
                <a:cs typeface="Times New Roman"/>
              </a:defRPr>
            </a:lvl4pPr>
            <a:lvl5pPr algn="ctr">
              <a:defRPr sz="900" b="1">
                <a:solidFill>
                  <a:srgbClr val="666666"/>
                </a:solidFill>
                <a:latin typeface="Times New Roman"/>
                <a:ea typeface="Times New Roman"/>
                <a:cs typeface="Times New Roman"/>
              </a:defRPr>
            </a:lvl5pPr>
            <a:lvl6pPr algn="ctr">
              <a:defRPr sz="900" b="1">
                <a:solidFill>
                  <a:srgbClr val="666666"/>
                </a:solidFill>
                <a:latin typeface="Times New Roman"/>
                <a:ea typeface="Times New Roman"/>
                <a:cs typeface="Times New Roman"/>
              </a:defRPr>
            </a:lvl6pPr>
            <a:lvl7pPr algn="ctr">
              <a:defRPr sz="900" b="1">
                <a:solidFill>
                  <a:srgbClr val="666666"/>
                </a:solidFill>
                <a:latin typeface="Times New Roman"/>
                <a:ea typeface="Times New Roman"/>
                <a:cs typeface="Times New Roman"/>
              </a:defRPr>
            </a:lvl7pPr>
            <a:lvl8pPr algn="ctr">
              <a:defRPr sz="900" b="1">
                <a:solidFill>
                  <a:srgbClr val="666666"/>
                </a:solidFill>
                <a:latin typeface="Times New Roman"/>
                <a:ea typeface="Times New Roman"/>
                <a:cs typeface="Times New Roman"/>
              </a:defRPr>
            </a:lvl8pPr>
            <a:lvl9pPr algn="ctr">
              <a:defRPr sz="900" b="1">
                <a:solidFill>
                  <a:srgbClr val="666666"/>
                </a:solidFill>
                <a:latin typeface="Times New Roman"/>
                <a:ea typeface="Times New Roman"/>
                <a:cs typeface="Times New Roman"/>
              </a:defRPr>
            </a:lvl9pPr>
          </a:lstStyle>
          <a:p xmlns:a="http://schemas.openxmlformats.org/drawingml/2006/main">
            <a:pPr algn="ctr">
              <a:defRPr sz="900" b="1">
                <a:solidFill>
                  <a:srgbClr val="666666"/>
                </a:solidFill>
                <a:latin typeface="Times New Roman"/>
                <a:ea typeface="Times New Roman"/>
                <a:cs typeface="Times New Roman"/>
              </a:defRPr>
            </a:pPr>
            <a:r>
              <a:rPr sz="900" b="1">
                <a:solidFill>
                  <a:srgbClr val="666666"/>
                </a:solidFill>
                <a:latin typeface="Times New Roman"/>
                <a:ea typeface="Times New Roman"/>
                <a:cs typeface="Times New Roman"/>
              </a:rPr>
              <a:t>Verified record</a:t>
            </a:r>
          </a:p>
        </p:txBody>
      </p:sp>
      <p:sp>
        <p:nvSpPr>
          <p:cNvPr id="50" name="">
            <a:extLst xmlns:a="http://schemas.openxmlformats.org/drawingml/2006/main">
              <a:ext uri="{FF2B5EF4-FFF2-40B4-BE49-F238E27FC236}">
                <a16:creationId xmlns:a16="http://schemas.microsoft.com/office/drawing/2014/main" id="{0C3DC2E7-6705-4DC0-B643-709C8CFF084C}"/>
              </a:ext>
            </a:extLst>
          </p:cNvPr>
          <p:cNvSpPr>
            <a:spLocks xmlns:a="http://schemas.openxmlformats.org/drawingml/2006/main" noGrp="1"/>
          </p:cNvSpPr>
          <p:nvPr/>
        </p:nvSpPr>
        <p:spPr>
          <a:xfrm xmlns:a="http://schemas.openxmlformats.org/drawingml/2006/main">
            <a:off x="9239250" y="3562350"/>
            <a:ext cx="1952625" cy="895350"/>
          </a:xfrm>
          <a:prstGeom xmlns:a="http://schemas.openxmlformats.org/drawingml/2006/main" prst="diamond">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275" b="1">
                <a:solidFill>
                  <a:srgbClr val="000000"/>
                </a:solidFill>
                <a:latin typeface="Times New Roman"/>
                <a:ea typeface="Times New Roman"/>
                <a:cs typeface="Times New Roman"/>
              </a:defRPr>
            </a:defPPr>
            <a:lvl1pPr algn="ctr">
              <a:defRPr sz="1275" b="1">
                <a:solidFill>
                  <a:srgbClr val="000000"/>
                </a:solidFill>
                <a:latin typeface="Times New Roman"/>
                <a:ea typeface="Times New Roman"/>
                <a:cs typeface="Times New Roman"/>
              </a:defRPr>
            </a:lvl1pPr>
            <a:lvl2pPr algn="ctr">
              <a:defRPr sz="1275" b="1">
                <a:solidFill>
                  <a:srgbClr val="000000"/>
                </a:solidFill>
                <a:latin typeface="Times New Roman"/>
                <a:ea typeface="Times New Roman"/>
                <a:cs typeface="Times New Roman"/>
              </a:defRPr>
            </a:lvl2pPr>
            <a:lvl3pPr algn="ctr">
              <a:defRPr sz="1275" b="1">
                <a:solidFill>
                  <a:srgbClr val="000000"/>
                </a:solidFill>
                <a:latin typeface="Times New Roman"/>
                <a:ea typeface="Times New Roman"/>
                <a:cs typeface="Times New Roman"/>
              </a:defRPr>
            </a:lvl3pPr>
            <a:lvl4pPr algn="ctr">
              <a:defRPr sz="1275" b="1">
                <a:solidFill>
                  <a:srgbClr val="000000"/>
                </a:solidFill>
                <a:latin typeface="Times New Roman"/>
                <a:ea typeface="Times New Roman"/>
                <a:cs typeface="Times New Roman"/>
              </a:defRPr>
            </a:lvl4pPr>
            <a:lvl5pPr algn="ctr">
              <a:defRPr sz="1275" b="1">
                <a:solidFill>
                  <a:srgbClr val="000000"/>
                </a:solidFill>
                <a:latin typeface="Times New Roman"/>
                <a:ea typeface="Times New Roman"/>
                <a:cs typeface="Times New Roman"/>
              </a:defRPr>
            </a:lvl5pPr>
            <a:lvl6pPr algn="ctr">
              <a:defRPr sz="1275" b="1">
                <a:solidFill>
                  <a:srgbClr val="000000"/>
                </a:solidFill>
                <a:latin typeface="Times New Roman"/>
                <a:ea typeface="Times New Roman"/>
                <a:cs typeface="Times New Roman"/>
              </a:defRPr>
            </a:lvl6pPr>
            <a:lvl7pPr algn="ctr">
              <a:defRPr sz="1275" b="1">
                <a:solidFill>
                  <a:srgbClr val="000000"/>
                </a:solidFill>
                <a:latin typeface="Times New Roman"/>
                <a:ea typeface="Times New Roman"/>
                <a:cs typeface="Times New Roman"/>
              </a:defRPr>
            </a:lvl7pPr>
            <a:lvl8pPr algn="ctr">
              <a:defRPr sz="1275" b="1">
                <a:solidFill>
                  <a:srgbClr val="000000"/>
                </a:solidFill>
                <a:latin typeface="Times New Roman"/>
                <a:ea typeface="Times New Roman"/>
                <a:cs typeface="Times New Roman"/>
              </a:defRPr>
            </a:lvl8pPr>
            <a:lvl9pPr algn="ctr">
              <a:defRPr sz="1275" b="1">
                <a:solidFill>
                  <a:srgbClr val="000000"/>
                </a:solidFill>
                <a:latin typeface="Times New Roman"/>
                <a:ea typeface="Times New Roman"/>
                <a:cs typeface="Times New Roman"/>
              </a:defRPr>
            </a:lvl9pPr>
          </a:lstStyle>
          <a:p xmlns:a="http://schemas.openxmlformats.org/drawingml/2006/main">
            <a:pPr algn="ctr">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QUALITY &gt;70?</a:t>
            </a:r>
          </a:p>
        </p:txBody>
      </p:sp>
      <p:sp>
        <p:nvSpPr>
          <p:cNvPr id="51" name="">
            <a:extLst xmlns:a="http://schemas.openxmlformats.org/drawingml/2006/main">
              <a:ext uri="{FF2B5EF4-FFF2-40B4-BE49-F238E27FC236}">
                <a16:creationId xmlns:a16="http://schemas.microsoft.com/office/drawing/2014/main" id="{9CEB575E-D946-4E68-81B0-AEB323262859}"/>
              </a:ext>
            </a:extLst>
          </p:cNvPr>
          <p:cNvSpPr>
            <a:spLocks xmlns:a="http://schemas.openxmlformats.org/drawingml/2006/main" noGrp="1"/>
          </p:cNvSpPr>
          <p:nvPr/>
        </p:nvSpPr>
        <p:spPr>
          <a:xfrm xmlns:a="http://schemas.openxmlformats.org/drawingml/2006/main">
            <a:off x="7429500" y="4953000"/>
            <a:ext cx="2000250" cy="704850"/>
          </a:xfrm>
          <a:prstGeom xmlns:a="http://schemas.openxmlformats.org/drawingml/2006/main" prst="roundRect">
            <a:avLst>
              <a:gd name="adj" fmla="val 10811"/>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AUTO-PUBLISH</a:t>
            </a:r>
          </a:p>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Eligible listing · active + published</a:t>
            </a:r>
          </a:p>
        </p:txBody>
      </p:sp>
      <p:sp>
        <p:nvSpPr>
          <p:cNvPr id="52" name="">
            <a:extLst xmlns:a="http://schemas.openxmlformats.org/drawingml/2006/main">
              <a:ext uri="{FF2B5EF4-FFF2-40B4-BE49-F238E27FC236}">
                <a16:creationId xmlns:a16="http://schemas.microsoft.com/office/drawing/2014/main" id="{1EF1509B-462F-4F86-96ED-6AFADF57F64C}"/>
              </a:ext>
            </a:extLst>
          </p:cNvPr>
          <p:cNvSpPr>
            <a:spLocks xmlns:a="http://schemas.openxmlformats.org/drawingml/2006/main" noGrp="1"/>
          </p:cNvSpPr>
          <p:nvPr/>
        </p:nvSpPr>
        <p:spPr>
          <a:xfrm xmlns:a="http://schemas.openxmlformats.org/drawingml/2006/main">
            <a:off x="9810750" y="4953000"/>
            <a:ext cx="2095500" cy="704850"/>
          </a:xfrm>
          <a:prstGeom xmlns:a="http://schemas.openxmlformats.org/drawingml/2006/main" prst="roundRect">
            <a:avLst>
              <a:gd name="adj" fmla="val 10811"/>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ADMIN REVIEW</a:t>
            </a:r>
          </a:p>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Lower / uncertain quality · verify evidence</a:t>
            </a:r>
          </a:p>
        </p:txBody>
      </p:sp>
      <p:sp>
        <p:nvSpPr>
          <p:cNvPr id="56" name="">
            <a:extLst xmlns:a="http://schemas.openxmlformats.org/drawingml/2006/main">
              <a:ext uri="{FF2B5EF4-FFF2-40B4-BE49-F238E27FC236}">
                <a16:creationId xmlns:a16="http://schemas.microsoft.com/office/drawing/2014/main" id="{CA1D49F9-A218-4DA6-B78A-B9E69C33CB05}"/>
              </a:ext>
            </a:extLst>
          </p:cNvPr>
          <p:cNvSpPr>
            <a:spLocks xmlns:a="http://schemas.openxmlformats.org/drawingml/2006/main" noGrp="1"/>
          </p:cNvSpPr>
          <p:nvPr/>
        </p:nvSpPr>
        <p:spPr>
          <a:xfrm xmlns:a="http://schemas.openxmlformats.org/drawingml/2006/main">
            <a:off x="752475" y="58293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0">
                <a:solidFill>
                  <a:srgbClr val="666666"/>
                </a:solidFill>
                <a:latin typeface="Times New Roman"/>
                <a:ea typeface="Times New Roman"/>
                <a:cs typeface="Times New Roman"/>
              </a:defRPr>
            </a:defPPr>
            <a:lvl1pPr algn="ctr">
              <a:defRPr sz="1050" b="0">
                <a:solidFill>
                  <a:srgbClr val="666666"/>
                </a:solidFill>
                <a:latin typeface="Times New Roman"/>
                <a:ea typeface="Times New Roman"/>
                <a:cs typeface="Times New Roman"/>
              </a:defRPr>
            </a:lvl1pPr>
            <a:lvl2pPr algn="ctr">
              <a:defRPr sz="1050" b="0">
                <a:solidFill>
                  <a:srgbClr val="666666"/>
                </a:solidFill>
                <a:latin typeface="Times New Roman"/>
                <a:ea typeface="Times New Roman"/>
                <a:cs typeface="Times New Roman"/>
              </a:defRPr>
            </a:lvl2pPr>
            <a:lvl3pPr algn="ctr">
              <a:defRPr sz="1050" b="0">
                <a:solidFill>
                  <a:srgbClr val="666666"/>
                </a:solidFill>
                <a:latin typeface="Times New Roman"/>
                <a:ea typeface="Times New Roman"/>
                <a:cs typeface="Times New Roman"/>
              </a:defRPr>
            </a:lvl3pPr>
            <a:lvl4pPr algn="ctr">
              <a:defRPr sz="1050" b="0">
                <a:solidFill>
                  <a:srgbClr val="666666"/>
                </a:solidFill>
                <a:latin typeface="Times New Roman"/>
                <a:ea typeface="Times New Roman"/>
                <a:cs typeface="Times New Roman"/>
              </a:defRPr>
            </a:lvl4pPr>
            <a:lvl5pPr algn="ctr">
              <a:defRPr sz="1050" b="0">
                <a:solidFill>
                  <a:srgbClr val="666666"/>
                </a:solidFill>
                <a:latin typeface="Times New Roman"/>
                <a:ea typeface="Times New Roman"/>
                <a:cs typeface="Times New Roman"/>
              </a:defRPr>
            </a:lvl5pPr>
            <a:lvl6pPr algn="ctr">
              <a:defRPr sz="1050" b="0">
                <a:solidFill>
                  <a:srgbClr val="666666"/>
                </a:solidFill>
                <a:latin typeface="Times New Roman"/>
                <a:ea typeface="Times New Roman"/>
                <a:cs typeface="Times New Roman"/>
              </a:defRPr>
            </a:lvl6pPr>
            <a:lvl7pPr algn="ctr">
              <a:defRPr sz="1050" b="0">
                <a:solidFill>
                  <a:srgbClr val="666666"/>
                </a:solidFill>
                <a:latin typeface="Times New Roman"/>
                <a:ea typeface="Times New Roman"/>
                <a:cs typeface="Times New Roman"/>
              </a:defRPr>
            </a:lvl7pPr>
            <a:lvl8pPr algn="ctr">
              <a:defRPr sz="1050" b="0">
                <a:solidFill>
                  <a:srgbClr val="666666"/>
                </a:solidFill>
                <a:latin typeface="Times New Roman"/>
                <a:ea typeface="Times New Roman"/>
                <a:cs typeface="Times New Roman"/>
              </a:defRPr>
            </a:lvl8pPr>
            <a:lvl9pPr algn="ctr">
              <a:defRPr sz="1050" b="0">
                <a:solidFill>
                  <a:srgbClr val="666666"/>
                </a:solidFill>
                <a:latin typeface="Times New Roman"/>
                <a:ea typeface="Times New Roman"/>
                <a:cs typeface="Times New Roman"/>
              </a:defRPr>
            </a:lvl9pPr>
          </a:lstStyle>
          <a:p xmlns:a="http://schemas.openxmlformats.org/drawingml/2006/main">
            <a:pPr algn="ctr">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Eligible public HR details may travel with a job only when the permitted source exposes them; every contact needs source provenance.</a:t>
            </a:r>
          </a:p>
        </p:txBody>
      </p:sp>
    </p:spTree>
    <p:extLst>
      <p:ext uri="{BB962C8B-B14F-4D97-AF65-F5344CB8AC3E}">
        <p14:creationId xmlns:p14="http://schemas.microsoft.com/office/powerpoint/2010/main" val="15291095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61" name="">
            <a:extLst xmlns:a="http://schemas.openxmlformats.org/drawingml/2006/main">
              <a:ext uri="{FF2B5EF4-FFF2-40B4-BE49-F238E27FC236}">
                <a16:creationId xmlns:a16="http://schemas.microsoft.com/office/drawing/2014/main" id="{F5ADCDB7-CC2B-47C3-8D5B-3A63DA472F22}"/>
              </a:ext>
            </a:extLst>
          </p:cNvPr>
          <p:cNvCxnSpPr>
            <a:stCxn xmlns:a="http://schemas.openxmlformats.org/drawingml/2006/main" id="44" idx="3"/>
            <a:endCxn xmlns:a="http://schemas.openxmlformats.org/drawingml/2006/main" id="57" idx="1"/>
          </p:cNvCxnSpPr>
          <p:nvPr/>
        </p:nvCxnSpPr>
        <p:spPr>
          <a:xfrm xmlns:a="http://schemas.openxmlformats.org/drawingml/2006/main" flipV="1">
            <a:off x="9153525" y="2790825"/>
            <a:ext cx="466725" cy="471488"/>
          </a:xfrm>
          <a:prstGeom xmlns:a="http://schemas.openxmlformats.org/drawingml/2006/main" prst="bentConnector3">
            <a:avLst>
              <a:gd name="adj1" fmla="val 50000"/>
            </a:avLst>
          </a:prstGeom>
          <a:ln xmlns:a="http://schemas.openxmlformats.org/drawingml/2006/main" w="19050">
            <a:solidFill>
              <a:srgbClr val="354D76"/>
            </a:solidFill>
            <a:prstDash val="solid"/>
            <a:tailEnd type="arrow" w="sm" len="sm"/>
          </a:ln>
        </p:spPr>
      </p:cxnSp>
      <p:cxnSp>
        <p:nvCxnSpPr>
          <p:cNvPr id="60" name="">
            <a:extLst xmlns:a="http://schemas.openxmlformats.org/drawingml/2006/main">
              <a:ext uri="{FF2B5EF4-FFF2-40B4-BE49-F238E27FC236}">
                <a16:creationId xmlns:a16="http://schemas.microsoft.com/office/drawing/2014/main" id="{22BAB166-5C46-4F0F-BBAA-1C9D97B7E18B}"/>
              </a:ext>
            </a:extLst>
          </p:cNvPr>
          <p:cNvCxnSpPr>
            <a:stCxn xmlns:a="http://schemas.openxmlformats.org/drawingml/2006/main" id="38" idx="3"/>
            <a:endCxn xmlns:a="http://schemas.openxmlformats.org/drawingml/2006/main" id="44" idx="1"/>
          </p:cNvCxnSpPr>
          <p:nvPr/>
        </p:nvCxnSpPr>
        <p:spPr>
          <a:xfrm xmlns:a="http://schemas.openxmlformats.org/drawingml/2006/main" flipV="1">
            <a:off x="5276850" y="3262313"/>
            <a:ext cx="514350" cy="757238"/>
          </a:xfrm>
          <a:prstGeom xmlns:a="http://schemas.openxmlformats.org/drawingml/2006/main" prst="bentConnector3">
            <a:avLst>
              <a:gd name="adj1" fmla="val 50000"/>
            </a:avLst>
          </a:prstGeom>
          <a:ln xmlns:a="http://schemas.openxmlformats.org/drawingml/2006/main" w="19050">
            <a:solidFill>
              <a:srgbClr val="354D76"/>
            </a:solidFill>
            <a:prstDash val="solid"/>
            <a:tailEnd type="arrow" w="sm" len="sm"/>
          </a:ln>
        </p:spPr>
      </p:cxnSp>
      <p:cxnSp>
        <p:nvCxnSpPr>
          <p:cNvPr id="59" name="">
            <a:extLst xmlns:a="http://schemas.openxmlformats.org/drawingml/2006/main">
              <a:ext uri="{FF2B5EF4-FFF2-40B4-BE49-F238E27FC236}">
                <a16:creationId xmlns:a16="http://schemas.microsoft.com/office/drawing/2014/main" id="{68B40E75-7039-4F6E-A216-CA4C93B4B4FC}"/>
              </a:ext>
            </a:extLst>
          </p:cNvPr>
          <p:cNvCxnSpPr>
            <a:stCxn xmlns:a="http://schemas.openxmlformats.org/drawingml/2006/main" id="37" idx="2"/>
            <a:endCxn xmlns:a="http://schemas.openxmlformats.org/drawingml/2006/main" id="38" idx="0"/>
          </p:cNvCxnSpPr>
          <p:nvPr/>
        </p:nvCxnSpPr>
        <p:spPr>
          <a:xfrm xmlns:a="http://schemas.openxmlformats.org/drawingml/2006/main">
            <a:off x="4324350" y="2686050"/>
            <a:ext cx="0" cy="40005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58" name="">
            <a:extLst xmlns:a="http://schemas.openxmlformats.org/drawingml/2006/main">
              <a:ext uri="{FF2B5EF4-FFF2-40B4-BE49-F238E27FC236}">
                <a16:creationId xmlns:a16="http://schemas.microsoft.com/office/drawing/2014/main" id="{38D77E39-F8E2-4F8F-A0D6-9EDC60669C3F}"/>
              </a:ext>
            </a:extLst>
          </p:cNvPr>
          <p:cNvCxnSpPr>
            <a:stCxn xmlns:a="http://schemas.openxmlformats.org/drawingml/2006/main" id="24" idx="3"/>
            <a:endCxn xmlns:a="http://schemas.openxmlformats.org/drawingml/2006/main" id="37" idx="1"/>
          </p:cNvCxnSpPr>
          <p:nvPr/>
        </p:nvCxnSpPr>
        <p:spPr>
          <a:xfrm xmlns:a="http://schemas.openxmlformats.org/drawingml/2006/main" flipV="1">
            <a:off x="2857500" y="2352675"/>
            <a:ext cx="514350" cy="909638"/>
          </a:xfrm>
          <a:prstGeom xmlns:a="http://schemas.openxmlformats.org/drawingml/2006/main" prst="bentConnector3">
            <a:avLst>
              <a:gd name="adj1" fmla="val 50000"/>
            </a:avLst>
          </a:prstGeom>
          <a:ln xmlns:a="http://schemas.openxmlformats.org/drawingml/2006/main" w="19050">
            <a:solidFill>
              <a:srgbClr val="354D76"/>
            </a:solidFill>
            <a:prstDash val="solid"/>
            <a:tailEnd type="arrow" w="sm" len="sm"/>
          </a:ln>
        </p:spPr>
      </p:cxnSp>
      <p:sp>
        <p:nvSpPr>
          <p:cNvPr id="63" name="">
            <a:extLst xmlns:a="http://schemas.openxmlformats.org/drawingml/2006/main">
              <a:ext uri="{FF2B5EF4-FFF2-40B4-BE49-F238E27FC236}">
                <a16:creationId xmlns:a16="http://schemas.microsoft.com/office/drawing/2014/main" id="{53030AB1-4FC8-4B93-A0CB-D98AE0DDE12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84ECD1-41A1-496A-9609-C28D7F477063}"/>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20B6F65C-B8C4-428A-BC6A-A551280CD9E5}"/>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A86F4C-BBD3-4C01-A4CF-1DAD30AEC396}"/>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2360C4AB-43AE-4C74-9769-5E59C0B8F45E}"/>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4DB9F2-0E38-4028-8BE4-BAEDC29F076E}"/>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50BC7970-F71F-444E-9F77-1A5E6F658E61}"/>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44A834-D2CF-4765-A3AE-C80E47727705}"/>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90779F16-BBA3-40E8-8FAF-43F848C4C81D}"/>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09A23C-6940-4D1F-A0FF-9B92F11FD590}"/>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4995BD6B-6746-448E-91C9-FF790A9079DE}"/>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9FB457-AEA4-4D56-B7F0-7B8C4C68DFF9}"/>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6F616F68-EB4C-4C84-A3F2-0FD6BDE228A9}"/>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F5D2ED-E61F-4924-A216-58109444C0D1}"/>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9F2BC211-D06E-4950-9FDE-829483E2F329}"/>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Phase 2 · Turn a resume into confirmed profile facts</a:t>
            </a:r>
          </a:p>
        </p:txBody>
      </p:sp>
      <p:sp>
        <p:nvSpPr>
          <p:cNvPr id="16" name="">
            <a:extLst xmlns:a="http://schemas.openxmlformats.org/drawingml/2006/main">
              <a:ext uri="{FF2B5EF4-FFF2-40B4-BE49-F238E27FC236}">
                <a16:creationId xmlns:a16="http://schemas.microsoft.com/office/drawing/2014/main" id="{3A08770B-E12D-4FBF-95DE-E98CCB96255E}"/>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CANDIDATE REVIEW · PROFILE SAVED TO POSTGRESQL</a:t>
            </a:r>
          </a:p>
        </p:txBody>
      </p:sp>
      <p:sp>
        <p:nvSpPr>
          <p:cNvPr id="17" name="">
            <a:extLst xmlns:a="http://schemas.openxmlformats.org/drawingml/2006/main">
              <a:ext uri="{FF2B5EF4-FFF2-40B4-BE49-F238E27FC236}">
                <a16:creationId xmlns:a16="http://schemas.microsoft.com/office/drawing/2014/main" id="{39781DD0-C932-4BD0-8574-4E04D32E82A4}"/>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1E2EE5-B9A3-4442-B6D9-E6E367B5E407}"/>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45703E2-4129-40A5-8008-A9EBC0158B6D}"/>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CE0C92A0-8C53-4AD4-9907-D3609DCC213A}"/>
              </a:ext>
            </a:extLst>
          </p:cNvPr>
          <p:cNvPicPr>
            <a:picLocks xmlns:a="http://schemas.openxmlformats.org/drawingml/2006/main" noChangeAspect="1"/>
          </p:cNvPicPr>
          <p:nvPr/>
        </p:nvPicPr>
        <p:blipFill>
          <a:blip xmlns:r="http://schemas.openxmlformats.org/officeDocument/2006/relationships" xmlns:a="http://schemas.openxmlformats.org/drawingml/2006/main" r:embed="R79af9e6f5c6c43ee"/>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0A25212-A6B9-4BF0-8CE4-488F7850D773}"/>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168CA96C-F098-44BE-980F-8FCE5B9F81F3}"/>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08 / 15</a:t>
            </a:r>
          </a:p>
        </p:txBody>
      </p:sp>
      <p:sp>
        <p:nvSpPr>
          <p:cNvPr id="23" name="">
            <a:extLst xmlns:a="http://schemas.openxmlformats.org/drawingml/2006/main">
              <a:ext uri="{FF2B5EF4-FFF2-40B4-BE49-F238E27FC236}">
                <a16:creationId xmlns:a16="http://schemas.microsoft.com/office/drawing/2014/main" id="{3CDEC52C-3808-4E40-A8FF-8EB015BA441D}"/>
              </a:ext>
            </a:extLst>
          </p:cNvPr>
          <p:cNvSpPr>
            <a:spLocks xmlns:a="http://schemas.openxmlformats.org/drawingml/2006/main" noGrp="1"/>
          </p:cNvSpPr>
          <p:nvPr/>
        </p:nvSpPr>
        <p:spPr>
          <a:xfrm xmlns:a="http://schemas.openxmlformats.org/drawingml/2006/main">
            <a:off x="723900" y="11430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66666"/>
                </a:solidFill>
                <a:latin typeface="Times New Roman"/>
                <a:ea typeface="Times New Roman"/>
                <a:cs typeface="Times New Roman"/>
              </a:defRPr>
            </a:defPPr>
            <a:lvl1pPr algn="l">
              <a:defRPr sz="1275" b="0">
                <a:solidFill>
                  <a:srgbClr val="666666"/>
                </a:solidFill>
                <a:latin typeface="Times New Roman"/>
                <a:ea typeface="Times New Roman"/>
                <a:cs typeface="Times New Roman"/>
              </a:defRPr>
            </a:lvl1pPr>
            <a:lvl2pPr algn="l">
              <a:defRPr sz="1275" b="0">
                <a:solidFill>
                  <a:srgbClr val="666666"/>
                </a:solidFill>
                <a:latin typeface="Times New Roman"/>
                <a:ea typeface="Times New Roman"/>
                <a:cs typeface="Times New Roman"/>
              </a:defRPr>
            </a:lvl2pPr>
            <a:lvl3pPr algn="l">
              <a:defRPr sz="1275" b="0">
                <a:solidFill>
                  <a:srgbClr val="666666"/>
                </a:solidFill>
                <a:latin typeface="Times New Roman"/>
                <a:ea typeface="Times New Roman"/>
                <a:cs typeface="Times New Roman"/>
              </a:defRPr>
            </a:lvl3pPr>
            <a:lvl4pPr algn="l">
              <a:defRPr sz="1275" b="0">
                <a:solidFill>
                  <a:srgbClr val="666666"/>
                </a:solidFill>
                <a:latin typeface="Times New Roman"/>
                <a:ea typeface="Times New Roman"/>
                <a:cs typeface="Times New Roman"/>
              </a:defRPr>
            </a:lvl4pPr>
            <a:lvl5pPr algn="l">
              <a:defRPr sz="1275" b="0">
                <a:solidFill>
                  <a:srgbClr val="666666"/>
                </a:solidFill>
                <a:latin typeface="Times New Roman"/>
                <a:ea typeface="Times New Roman"/>
                <a:cs typeface="Times New Roman"/>
              </a:defRPr>
            </a:lvl5pPr>
            <a:lvl6pPr algn="l">
              <a:defRPr sz="1275" b="0">
                <a:solidFill>
                  <a:srgbClr val="666666"/>
                </a:solidFill>
                <a:latin typeface="Times New Roman"/>
                <a:ea typeface="Times New Roman"/>
                <a:cs typeface="Times New Roman"/>
              </a:defRPr>
            </a:lvl6pPr>
            <a:lvl7pPr algn="l">
              <a:defRPr sz="1275" b="0">
                <a:solidFill>
                  <a:srgbClr val="666666"/>
                </a:solidFill>
                <a:latin typeface="Times New Roman"/>
                <a:ea typeface="Times New Roman"/>
                <a:cs typeface="Times New Roman"/>
              </a:defRPr>
            </a:lvl7pPr>
            <a:lvl8pPr algn="l">
              <a:defRPr sz="1275" b="0">
                <a:solidFill>
                  <a:srgbClr val="666666"/>
                </a:solidFill>
                <a:latin typeface="Times New Roman"/>
                <a:ea typeface="Times New Roman"/>
                <a:cs typeface="Times New Roman"/>
              </a:defRPr>
            </a:lvl8pPr>
            <a:lvl9pPr algn="l">
              <a:defRPr sz="1275" b="0">
                <a:solidFill>
                  <a:srgbClr val="666666"/>
                </a:solidFill>
                <a:latin typeface="Times New Roman"/>
                <a:ea typeface="Times New Roman"/>
                <a:cs typeface="Times New Roman"/>
              </a:defRPr>
            </a:lvl9pPr>
          </a:lstStyle>
          <a:p xmlns:a="http://schemas.openxmlformats.org/drawingml/2006/main">
            <a:pPr algn="l">
              <a:defRPr sz="1275" b="0">
                <a:solidFill>
                  <a:srgbClr val="666666"/>
                </a:solidFill>
                <a:latin typeface="Times New Roman"/>
                <a:ea typeface="Times New Roman"/>
                <a:cs typeface="Times New Roman"/>
              </a:defRPr>
            </a:pPr>
            <a:r>
              <a:rPr sz="1275" b="0">
                <a:solidFill>
                  <a:srgbClr val="666666"/>
                </a:solidFill>
                <a:latin typeface="Times New Roman"/>
                <a:ea typeface="Times New Roman"/>
                <a:cs typeface="Times New Roman"/>
              </a:rPr>
              <a:t>The resume is evidence to review—not a verified profile until the candidate corrects and confirms it.</a:t>
            </a:r>
          </a:p>
        </p:txBody>
      </p:sp>
      <p:sp>
        <p:nvSpPr>
          <p:cNvPr id="24" name="">
            <a:extLst xmlns:a="http://schemas.openxmlformats.org/drawingml/2006/main">
              <a:ext uri="{FF2B5EF4-FFF2-40B4-BE49-F238E27FC236}">
                <a16:creationId xmlns:a16="http://schemas.microsoft.com/office/drawing/2014/main" id="{2DE5D257-E553-413C-AF27-C3EECF75FBFF}"/>
              </a:ext>
            </a:extLst>
          </p:cNvPr>
          <p:cNvSpPr>
            <a:spLocks xmlns:a="http://schemas.openxmlformats.org/drawingml/2006/main" noGrp="1"/>
          </p:cNvSpPr>
          <p:nvPr/>
        </p:nvSpPr>
        <p:spPr>
          <a:xfrm xmlns:a="http://schemas.openxmlformats.org/drawingml/2006/main">
            <a:off x="523875" y="1571625"/>
            <a:ext cx="2333625" cy="3381375"/>
          </a:xfrm>
          <a:prstGeom xmlns:a="http://schemas.openxmlformats.org/drawingml/2006/main" prst="roundRect">
            <a:avLst>
              <a:gd name="adj" fmla="val 6531"/>
            </a:avLst>
          </a:prstGeom>
          <a:solidFill xmlns:a="http://schemas.openxmlformats.org/drawingml/2006/main">
            <a:srgbClr val="E9F4FD"/>
          </a:solidFill>
          <a:ln xmlns:a="http://schemas.openxmlformats.org/drawingml/2006/main" w="14288">
            <a:solidFill>
              <a:srgbClr val="1686D9"/>
            </a:solidFill>
            <a:prstDash val="solid"/>
          </a:ln>
        </p:spPr>
      </p:sp>
      <p:sp>
        <p:nvSpPr>
          <p:cNvPr id="25" name="">
            <a:extLst xmlns:a="http://schemas.openxmlformats.org/drawingml/2006/main">
              <a:ext uri="{FF2B5EF4-FFF2-40B4-BE49-F238E27FC236}">
                <a16:creationId xmlns:a16="http://schemas.microsoft.com/office/drawing/2014/main" id="{B5AA7789-49F6-4031-867C-BE94B27F757F}"/>
              </a:ext>
            </a:extLst>
          </p:cNvPr>
          <p:cNvSpPr>
            <a:spLocks xmlns:a="http://schemas.openxmlformats.org/drawingml/2006/main" noGrp="1"/>
          </p:cNvSpPr>
          <p:nvPr/>
        </p:nvSpPr>
        <p:spPr>
          <a:xfrm xmlns:a="http://schemas.openxmlformats.org/drawingml/2006/main">
            <a:off x="685800" y="16954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CANDIDATE INPUT</a:t>
            </a:r>
          </a:p>
        </p:txBody>
      </p:sp>
      <p:sp>
        <p:nvSpPr>
          <p:cNvPr id="26" name="">
            <a:extLst xmlns:a="http://schemas.openxmlformats.org/drawingml/2006/main">
              <a:ext uri="{FF2B5EF4-FFF2-40B4-BE49-F238E27FC236}">
                <a16:creationId xmlns:a16="http://schemas.microsoft.com/office/drawing/2014/main" id="{4C3BA543-26F4-4A30-829A-6F71280FAB9B}"/>
              </a:ext>
            </a:extLst>
          </p:cNvPr>
          <p:cNvSpPr>
            <a:spLocks xmlns:a="http://schemas.openxmlformats.org/drawingml/2006/main" noGrp="1"/>
          </p:cNvSpPr>
          <p:nvPr/>
        </p:nvSpPr>
        <p:spPr>
          <a:xfrm xmlns:a="http://schemas.openxmlformats.org/drawingml/2006/main">
            <a:off x="1057275" y="2095500"/>
            <a:ext cx="1257300" cy="169545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4288">
            <a:solidFill>
              <a:srgbClr val="405DE0"/>
            </a:solidFill>
            <a:prstDash val="solid"/>
          </a:ln>
        </p:spPr>
      </p:sp>
      <p:sp>
        <p:nvSpPr>
          <p:cNvPr id="27" name="">
            <a:extLst xmlns:a="http://schemas.openxmlformats.org/drawingml/2006/main">
              <a:ext uri="{FF2B5EF4-FFF2-40B4-BE49-F238E27FC236}">
                <a16:creationId xmlns:a16="http://schemas.microsoft.com/office/drawing/2014/main" id="{1FC8D8B9-580F-4B14-B9E2-13EBDD7DF366}"/>
              </a:ext>
            </a:extLst>
          </p:cNvPr>
          <p:cNvSpPr>
            <a:spLocks xmlns:a="http://schemas.openxmlformats.org/drawingml/2006/main" noGrp="1"/>
          </p:cNvSpPr>
          <p:nvPr/>
        </p:nvSpPr>
        <p:spPr>
          <a:xfrm xmlns:a="http://schemas.openxmlformats.org/drawingml/2006/main">
            <a:off x="1219200" y="2228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RESUME</a:t>
            </a:r>
          </a:p>
        </p:txBody>
      </p:sp>
      <p:sp>
        <p:nvSpPr>
          <p:cNvPr id="28" name="">
            <a:extLst xmlns:a="http://schemas.openxmlformats.org/drawingml/2006/main">
              <a:ext uri="{FF2B5EF4-FFF2-40B4-BE49-F238E27FC236}">
                <a16:creationId xmlns:a16="http://schemas.microsoft.com/office/drawing/2014/main" id="{54F03F32-9EAE-4E24-AD85-7BD59919728E}"/>
              </a:ext>
            </a:extLst>
          </p:cNvPr>
          <p:cNvSpPr>
            <a:spLocks xmlns:a="http://schemas.openxmlformats.org/drawingml/2006/main" noGrp="1"/>
          </p:cNvSpPr>
          <p:nvPr/>
        </p:nvSpPr>
        <p:spPr>
          <a:xfrm xmlns:a="http://schemas.openxmlformats.org/drawingml/2006/main">
            <a:off x="1228725" y="2571750"/>
            <a:ext cx="895350" cy="28575"/>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5BF5BC1-3560-4FE6-9128-A8FC4B906F17}"/>
              </a:ext>
            </a:extLst>
          </p:cNvPr>
          <p:cNvSpPr>
            <a:spLocks xmlns:a="http://schemas.openxmlformats.org/drawingml/2006/main" noGrp="1"/>
          </p:cNvSpPr>
          <p:nvPr/>
        </p:nvSpPr>
        <p:spPr>
          <a:xfrm xmlns:a="http://schemas.openxmlformats.org/drawingml/2006/main">
            <a:off x="1228725" y="2733675"/>
            <a:ext cx="781050"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C1B7929-52A0-4CEF-88F8-F61345D6F180}"/>
              </a:ext>
            </a:extLst>
          </p:cNvPr>
          <p:cNvSpPr>
            <a:spLocks xmlns:a="http://schemas.openxmlformats.org/drawingml/2006/main" noGrp="1"/>
          </p:cNvSpPr>
          <p:nvPr/>
        </p:nvSpPr>
        <p:spPr>
          <a:xfrm xmlns:a="http://schemas.openxmlformats.org/drawingml/2006/main">
            <a:off x="1228725" y="2857500"/>
            <a:ext cx="82867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1B8868D-1E03-47AC-A622-2A2BE057D870}"/>
              </a:ext>
            </a:extLst>
          </p:cNvPr>
          <p:cNvSpPr>
            <a:spLocks xmlns:a="http://schemas.openxmlformats.org/drawingml/2006/main" noGrp="1"/>
          </p:cNvSpPr>
          <p:nvPr/>
        </p:nvSpPr>
        <p:spPr>
          <a:xfrm xmlns:a="http://schemas.openxmlformats.org/drawingml/2006/main">
            <a:off x="1228725" y="2981325"/>
            <a:ext cx="666750"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269098E-3782-46BC-86B2-F374E708F493}"/>
              </a:ext>
            </a:extLst>
          </p:cNvPr>
          <p:cNvSpPr>
            <a:spLocks xmlns:a="http://schemas.openxmlformats.org/drawingml/2006/main" noGrp="1"/>
          </p:cNvSpPr>
          <p:nvPr/>
        </p:nvSpPr>
        <p:spPr>
          <a:xfrm xmlns:a="http://schemas.openxmlformats.org/drawingml/2006/main">
            <a:off x="1228725" y="3238500"/>
            <a:ext cx="895350" cy="28575"/>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F5174CD-FA77-412E-ABB8-6D73CE050C64}"/>
              </a:ext>
            </a:extLst>
          </p:cNvPr>
          <p:cNvSpPr>
            <a:spLocks xmlns:a="http://schemas.openxmlformats.org/drawingml/2006/main" noGrp="1"/>
          </p:cNvSpPr>
          <p:nvPr/>
        </p:nvSpPr>
        <p:spPr>
          <a:xfrm xmlns:a="http://schemas.openxmlformats.org/drawingml/2006/main">
            <a:off x="1228725" y="3400425"/>
            <a:ext cx="762000"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0F8A95-E0DE-4B10-93D4-756CF1953607}"/>
              </a:ext>
            </a:extLst>
          </p:cNvPr>
          <p:cNvSpPr>
            <a:spLocks xmlns:a="http://schemas.openxmlformats.org/drawingml/2006/main" noGrp="1"/>
          </p:cNvSpPr>
          <p:nvPr/>
        </p:nvSpPr>
        <p:spPr>
          <a:xfrm xmlns:a="http://schemas.openxmlformats.org/drawingml/2006/main">
            <a:off x="1228725" y="3524250"/>
            <a:ext cx="63817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5DA7297-F9BE-45C7-AE66-504F0FD27E67}"/>
              </a:ext>
            </a:extLst>
          </p:cNvPr>
          <p:cNvSpPr>
            <a:spLocks xmlns:a="http://schemas.openxmlformats.org/drawingml/2006/main" noGrp="1"/>
          </p:cNvSpPr>
          <p:nvPr/>
        </p:nvSpPr>
        <p:spPr>
          <a:xfrm xmlns:a="http://schemas.openxmlformats.org/drawingml/2006/main">
            <a:off x="819150" y="4057650"/>
            <a:ext cx="1733550" cy="361950"/>
          </a:xfrm>
          <a:prstGeom xmlns:a="http://schemas.openxmlformats.org/drawingml/2006/main" prst="roundRect">
            <a:avLst>
              <a:gd name="adj" fmla="val 21053"/>
            </a:avLst>
          </a:prstGeom>
          <a:solidFill xmlns:a="http://schemas.openxmlformats.org/drawingml/2006/main">
            <a:srgbClr val="FFFFFF"/>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PDF · DOCX · TXT</a:t>
            </a:r>
          </a:p>
        </p:txBody>
      </p:sp>
      <p:sp>
        <p:nvSpPr>
          <p:cNvPr id="36" name="">
            <a:extLst xmlns:a="http://schemas.openxmlformats.org/drawingml/2006/main">
              <a:ext uri="{FF2B5EF4-FFF2-40B4-BE49-F238E27FC236}">
                <a16:creationId xmlns:a16="http://schemas.microsoft.com/office/drawing/2014/main" id="{5CF10249-5B6A-4D41-BE3A-00DA8854A495}"/>
              </a:ext>
            </a:extLst>
          </p:cNvPr>
          <p:cNvSpPr>
            <a:spLocks xmlns:a="http://schemas.openxmlformats.org/drawingml/2006/main" noGrp="1"/>
          </p:cNvSpPr>
          <p:nvPr/>
        </p:nvSpPr>
        <p:spPr>
          <a:xfrm xmlns:a="http://schemas.openxmlformats.org/drawingml/2006/main">
            <a:off x="733425" y="4524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666666"/>
                </a:solidFill>
                <a:latin typeface="Times New Roman"/>
                <a:ea typeface="Times New Roman"/>
                <a:cs typeface="Times New Roman"/>
              </a:defRPr>
            </a:defPPr>
            <a:lvl1pPr algn="ctr">
              <a:defRPr sz="975" b="0">
                <a:solidFill>
                  <a:srgbClr val="666666"/>
                </a:solidFill>
                <a:latin typeface="Times New Roman"/>
                <a:ea typeface="Times New Roman"/>
                <a:cs typeface="Times New Roman"/>
              </a:defRPr>
            </a:lvl1pPr>
            <a:lvl2pPr algn="ctr">
              <a:defRPr sz="975" b="0">
                <a:solidFill>
                  <a:srgbClr val="666666"/>
                </a:solidFill>
                <a:latin typeface="Times New Roman"/>
                <a:ea typeface="Times New Roman"/>
                <a:cs typeface="Times New Roman"/>
              </a:defRPr>
            </a:lvl2pPr>
            <a:lvl3pPr algn="ctr">
              <a:defRPr sz="975" b="0">
                <a:solidFill>
                  <a:srgbClr val="666666"/>
                </a:solidFill>
                <a:latin typeface="Times New Roman"/>
                <a:ea typeface="Times New Roman"/>
                <a:cs typeface="Times New Roman"/>
              </a:defRPr>
            </a:lvl3pPr>
            <a:lvl4pPr algn="ctr">
              <a:defRPr sz="975" b="0">
                <a:solidFill>
                  <a:srgbClr val="666666"/>
                </a:solidFill>
                <a:latin typeface="Times New Roman"/>
                <a:ea typeface="Times New Roman"/>
                <a:cs typeface="Times New Roman"/>
              </a:defRPr>
            </a:lvl4pPr>
            <a:lvl5pPr algn="ctr">
              <a:defRPr sz="975" b="0">
                <a:solidFill>
                  <a:srgbClr val="666666"/>
                </a:solidFill>
                <a:latin typeface="Times New Roman"/>
                <a:ea typeface="Times New Roman"/>
                <a:cs typeface="Times New Roman"/>
              </a:defRPr>
            </a:lvl5pPr>
            <a:lvl6pPr algn="ctr">
              <a:defRPr sz="975" b="0">
                <a:solidFill>
                  <a:srgbClr val="666666"/>
                </a:solidFill>
                <a:latin typeface="Times New Roman"/>
                <a:ea typeface="Times New Roman"/>
                <a:cs typeface="Times New Roman"/>
              </a:defRPr>
            </a:lvl6pPr>
            <a:lvl7pPr algn="ctr">
              <a:defRPr sz="975" b="0">
                <a:solidFill>
                  <a:srgbClr val="666666"/>
                </a:solidFill>
                <a:latin typeface="Times New Roman"/>
                <a:ea typeface="Times New Roman"/>
                <a:cs typeface="Times New Roman"/>
              </a:defRPr>
            </a:lvl7pPr>
            <a:lvl8pPr algn="ctr">
              <a:defRPr sz="975" b="0">
                <a:solidFill>
                  <a:srgbClr val="666666"/>
                </a:solidFill>
                <a:latin typeface="Times New Roman"/>
                <a:ea typeface="Times New Roman"/>
                <a:cs typeface="Times New Roman"/>
              </a:defRPr>
            </a:lvl8pPr>
            <a:lvl9pPr algn="ctr">
              <a:defRPr sz="975" b="0">
                <a:solidFill>
                  <a:srgbClr val="666666"/>
                </a:solidFill>
                <a:latin typeface="Times New Roman"/>
                <a:ea typeface="Times New Roman"/>
                <a:cs typeface="Times New Roman"/>
              </a:defRPr>
            </a:lvl9pPr>
          </a:lstStyle>
          <a:p xmlns:a="http://schemas.openxmlformats.org/drawingml/2006/main">
            <a:pPr algn="ctr">
              <a:defRPr sz="975" b="0">
                <a:solidFill>
                  <a:srgbClr val="666666"/>
                </a:solidFill>
                <a:latin typeface="Times New Roman"/>
                <a:ea typeface="Times New Roman"/>
                <a:cs typeface="Times New Roman"/>
              </a:defRPr>
            </a:pPr>
            <a:r>
              <a:rPr sz="975" b="0">
                <a:solidFill>
                  <a:srgbClr val="666666"/>
                </a:solidFill>
                <a:latin typeface="Times New Roman"/>
                <a:ea typeface="Times New Roman"/>
                <a:cs typeface="Times New Roman"/>
              </a:rPr>
              <a:t>Or enter profile facts manually.</a:t>
            </a:r>
          </a:p>
        </p:txBody>
      </p:sp>
      <p:sp>
        <p:nvSpPr>
          <p:cNvPr id="37" name="">
            <a:extLst xmlns:a="http://schemas.openxmlformats.org/drawingml/2006/main">
              <a:ext uri="{FF2B5EF4-FFF2-40B4-BE49-F238E27FC236}">
                <a16:creationId xmlns:a16="http://schemas.microsoft.com/office/drawing/2014/main" id="{4A09EB8C-5AB7-44A9-A598-95D034837A95}"/>
              </a:ext>
            </a:extLst>
          </p:cNvPr>
          <p:cNvSpPr>
            <a:spLocks xmlns:a="http://schemas.openxmlformats.org/drawingml/2006/main" noGrp="1"/>
          </p:cNvSpPr>
          <p:nvPr/>
        </p:nvSpPr>
        <p:spPr>
          <a:xfrm xmlns:a="http://schemas.openxmlformats.org/drawingml/2006/main">
            <a:off x="3371850" y="2019300"/>
            <a:ext cx="1905000" cy="666750"/>
          </a:xfrm>
          <a:prstGeom xmlns:a="http://schemas.openxmlformats.org/drawingml/2006/main" prst="roundRect">
            <a:avLst>
              <a:gd name="adj" fmla="val 11429"/>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PYTHON TEXT</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EXTRACTION</a:t>
            </a:r>
          </a:p>
        </p:txBody>
      </p:sp>
      <p:sp>
        <p:nvSpPr>
          <p:cNvPr id="38" name="">
            <a:extLst xmlns:a="http://schemas.openxmlformats.org/drawingml/2006/main">
              <a:ext uri="{FF2B5EF4-FFF2-40B4-BE49-F238E27FC236}">
                <a16:creationId xmlns:a16="http://schemas.microsoft.com/office/drawing/2014/main" id="{747FB79D-7B12-4388-AA40-133CC6D2DFB1}"/>
              </a:ext>
            </a:extLst>
          </p:cNvPr>
          <p:cNvSpPr>
            <a:spLocks xmlns:a="http://schemas.openxmlformats.org/drawingml/2006/main" noGrp="1"/>
          </p:cNvSpPr>
          <p:nvPr/>
        </p:nvSpPr>
        <p:spPr>
          <a:xfrm xmlns:a="http://schemas.openxmlformats.org/drawingml/2006/main">
            <a:off x="3371850" y="3086100"/>
            <a:ext cx="1905000" cy="1866900"/>
          </a:xfrm>
          <a:prstGeom xmlns:a="http://schemas.openxmlformats.org/drawingml/2006/main" prst="roundRect">
            <a:avLst>
              <a:gd name="adj" fmla="val 6633"/>
            </a:avLst>
          </a:prstGeom>
          <a:solidFill xmlns:a="http://schemas.openxmlformats.org/drawingml/2006/main">
            <a:srgbClr val="FFFFFF"/>
          </a:solidFill>
          <a:ln xmlns:a="http://schemas.openxmlformats.org/drawingml/2006/main" w="13335">
            <a:solidFill>
              <a:srgbClr val="6737C8"/>
            </a:solidFill>
            <a:prstDash val="solid"/>
          </a:ln>
        </p:spPr>
      </p:sp>
      <p:sp>
        <p:nvSpPr>
          <p:cNvPr id="39" name="">
            <a:extLst xmlns:a="http://schemas.openxmlformats.org/drawingml/2006/main">
              <a:ext uri="{FF2B5EF4-FFF2-40B4-BE49-F238E27FC236}">
                <a16:creationId xmlns:a16="http://schemas.microsoft.com/office/drawing/2014/main" id="{ED933AD8-A864-410F-A4DB-C46E51F175F2}"/>
              </a:ext>
            </a:extLst>
          </p:cNvPr>
          <p:cNvSpPr>
            <a:spLocks xmlns:a="http://schemas.openxmlformats.org/drawingml/2006/main" noGrp="1"/>
          </p:cNvSpPr>
          <p:nvPr/>
        </p:nvSpPr>
        <p:spPr>
          <a:xfrm xmlns:a="http://schemas.openxmlformats.org/drawingml/2006/main">
            <a:off x="3505200" y="3200400"/>
            <a:ext cx="1638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SUGGESTED SECTIONS</a:t>
            </a:r>
          </a:p>
        </p:txBody>
      </p:sp>
      <p:sp>
        <p:nvSpPr>
          <p:cNvPr id="40" name="">
            <a:extLst xmlns:a="http://schemas.openxmlformats.org/drawingml/2006/main">
              <a:ext uri="{FF2B5EF4-FFF2-40B4-BE49-F238E27FC236}">
                <a16:creationId xmlns:a16="http://schemas.microsoft.com/office/drawing/2014/main" id="{5752670A-A410-4053-9DBA-931E0080A8E2}"/>
              </a:ext>
            </a:extLst>
          </p:cNvPr>
          <p:cNvSpPr>
            <a:spLocks xmlns:a="http://schemas.openxmlformats.org/drawingml/2006/main" noGrp="1"/>
          </p:cNvSpPr>
          <p:nvPr/>
        </p:nvSpPr>
        <p:spPr>
          <a:xfrm xmlns:a="http://schemas.openxmlformats.org/drawingml/2006/main">
            <a:off x="3562350" y="3495675"/>
            <a:ext cx="1524000" cy="266700"/>
          </a:xfrm>
          <a:prstGeom xmlns:a="http://schemas.openxmlformats.org/drawingml/2006/main" prst="roundRect">
            <a:avLst>
              <a:gd name="adj" fmla="val 28571"/>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Contact</a:t>
            </a:r>
          </a:p>
        </p:txBody>
      </p:sp>
      <p:sp>
        <p:nvSpPr>
          <p:cNvPr id="41" name="">
            <a:extLst xmlns:a="http://schemas.openxmlformats.org/drawingml/2006/main">
              <a:ext uri="{FF2B5EF4-FFF2-40B4-BE49-F238E27FC236}">
                <a16:creationId xmlns:a16="http://schemas.microsoft.com/office/drawing/2014/main" id="{BE89B468-3417-4D26-BB7C-041159554FD2}"/>
              </a:ext>
            </a:extLst>
          </p:cNvPr>
          <p:cNvSpPr>
            <a:spLocks xmlns:a="http://schemas.openxmlformats.org/drawingml/2006/main" noGrp="1"/>
          </p:cNvSpPr>
          <p:nvPr/>
        </p:nvSpPr>
        <p:spPr>
          <a:xfrm xmlns:a="http://schemas.openxmlformats.org/drawingml/2006/main">
            <a:off x="3562350" y="3857625"/>
            <a:ext cx="1524000" cy="266700"/>
          </a:xfrm>
          <a:prstGeom xmlns:a="http://schemas.openxmlformats.org/drawingml/2006/main" prst="roundRect">
            <a:avLst>
              <a:gd name="adj" fmla="val 2857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Skills</a:t>
            </a:r>
          </a:p>
        </p:txBody>
      </p:sp>
      <p:sp>
        <p:nvSpPr>
          <p:cNvPr id="42" name="">
            <a:extLst xmlns:a="http://schemas.openxmlformats.org/drawingml/2006/main">
              <a:ext uri="{FF2B5EF4-FFF2-40B4-BE49-F238E27FC236}">
                <a16:creationId xmlns:a16="http://schemas.microsoft.com/office/drawing/2014/main" id="{F3E07C5E-D798-472B-A283-50A9BF9E17BD}"/>
              </a:ext>
            </a:extLst>
          </p:cNvPr>
          <p:cNvSpPr>
            <a:spLocks xmlns:a="http://schemas.openxmlformats.org/drawingml/2006/main" noGrp="1"/>
          </p:cNvSpPr>
          <p:nvPr/>
        </p:nvSpPr>
        <p:spPr>
          <a:xfrm xmlns:a="http://schemas.openxmlformats.org/drawingml/2006/main">
            <a:off x="3562350" y="4219575"/>
            <a:ext cx="1524000" cy="266700"/>
          </a:xfrm>
          <a:prstGeom xmlns:a="http://schemas.openxmlformats.org/drawingml/2006/main" prst="roundRect">
            <a:avLst>
              <a:gd name="adj" fmla="val 28571"/>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Experience</a:t>
            </a:r>
          </a:p>
        </p:txBody>
      </p:sp>
      <p:sp>
        <p:nvSpPr>
          <p:cNvPr id="43" name="">
            <a:extLst xmlns:a="http://schemas.openxmlformats.org/drawingml/2006/main">
              <a:ext uri="{FF2B5EF4-FFF2-40B4-BE49-F238E27FC236}">
                <a16:creationId xmlns:a16="http://schemas.microsoft.com/office/drawing/2014/main" id="{F0B725DF-9CBE-4D88-BEEB-1527DCE8B17B}"/>
              </a:ext>
            </a:extLst>
          </p:cNvPr>
          <p:cNvSpPr>
            <a:spLocks xmlns:a="http://schemas.openxmlformats.org/drawingml/2006/main" noGrp="1"/>
          </p:cNvSpPr>
          <p:nvPr/>
        </p:nvSpPr>
        <p:spPr>
          <a:xfrm xmlns:a="http://schemas.openxmlformats.org/drawingml/2006/main">
            <a:off x="3562350" y="4581525"/>
            <a:ext cx="1524000" cy="266700"/>
          </a:xfrm>
          <a:prstGeom xmlns:a="http://schemas.openxmlformats.org/drawingml/2006/main" prst="roundRect">
            <a:avLst>
              <a:gd name="adj" fmla="val 28571"/>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Education</a:t>
            </a:r>
          </a:p>
        </p:txBody>
      </p:sp>
      <p:sp>
        <p:nvSpPr>
          <p:cNvPr id="44" name="">
            <a:extLst xmlns:a="http://schemas.openxmlformats.org/drawingml/2006/main">
              <a:ext uri="{FF2B5EF4-FFF2-40B4-BE49-F238E27FC236}">
                <a16:creationId xmlns:a16="http://schemas.microsoft.com/office/drawing/2014/main" id="{AD10DF97-DF23-44BF-A7CC-338F697A9758}"/>
              </a:ext>
            </a:extLst>
          </p:cNvPr>
          <p:cNvSpPr>
            <a:spLocks xmlns:a="http://schemas.openxmlformats.org/drawingml/2006/main" noGrp="1"/>
          </p:cNvSpPr>
          <p:nvPr/>
        </p:nvSpPr>
        <p:spPr>
          <a:xfrm xmlns:a="http://schemas.openxmlformats.org/drawingml/2006/main">
            <a:off x="5791200" y="1571625"/>
            <a:ext cx="3362325" cy="3381375"/>
          </a:xfrm>
          <a:prstGeom xmlns:a="http://schemas.openxmlformats.org/drawingml/2006/main" prst="roundRect">
            <a:avLst>
              <a:gd name="adj" fmla="val 4533"/>
            </a:avLst>
          </a:prstGeom>
          <a:solidFill xmlns:a="http://schemas.openxmlformats.org/drawingml/2006/main">
            <a:srgbClr val="FFF7E3"/>
          </a:solidFill>
          <a:ln xmlns:a="http://schemas.openxmlformats.org/drawingml/2006/main" w="14288">
            <a:solidFill>
              <a:srgbClr val="D4A83C"/>
            </a:solidFill>
            <a:prstDash val="solid"/>
          </a:ln>
        </p:spPr>
      </p:sp>
      <p:sp>
        <p:nvSpPr>
          <p:cNvPr id="45" name="">
            <a:extLst xmlns:a="http://schemas.openxmlformats.org/drawingml/2006/main">
              <a:ext uri="{FF2B5EF4-FFF2-40B4-BE49-F238E27FC236}">
                <a16:creationId xmlns:a16="http://schemas.microsoft.com/office/drawing/2014/main" id="{3B968948-9D33-4256-84EE-676B3365841F}"/>
              </a:ext>
            </a:extLst>
          </p:cNvPr>
          <p:cNvSpPr>
            <a:spLocks xmlns:a="http://schemas.openxmlformats.org/drawingml/2006/main" noGrp="1"/>
          </p:cNvSpPr>
          <p:nvPr/>
        </p:nvSpPr>
        <p:spPr>
          <a:xfrm xmlns:a="http://schemas.openxmlformats.org/drawingml/2006/main">
            <a:off x="5962650" y="1695450"/>
            <a:ext cx="3000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REVIEW + CORRECT</a:t>
            </a:r>
          </a:p>
        </p:txBody>
      </p:sp>
      <p:sp>
        <p:nvSpPr>
          <p:cNvPr id="46" name="">
            <a:extLst xmlns:a="http://schemas.openxmlformats.org/drawingml/2006/main">
              <a:ext uri="{FF2B5EF4-FFF2-40B4-BE49-F238E27FC236}">
                <a16:creationId xmlns:a16="http://schemas.microsoft.com/office/drawing/2014/main" id="{BF69D53D-CA48-4B5D-8336-F605A3CE37DA}"/>
              </a:ext>
            </a:extLst>
          </p:cNvPr>
          <p:cNvSpPr>
            <a:spLocks xmlns:a="http://schemas.openxmlformats.org/drawingml/2006/main" noGrp="1"/>
          </p:cNvSpPr>
          <p:nvPr/>
        </p:nvSpPr>
        <p:spPr>
          <a:xfrm xmlns:a="http://schemas.openxmlformats.org/drawingml/2006/main">
            <a:off x="6010275" y="21145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000000"/>
                </a:solidFill>
                <a:latin typeface="Times New Roman"/>
                <a:ea typeface="Times New Roman"/>
                <a:cs typeface="Times New Roman"/>
              </a:defRPr>
            </a:defPPr>
            <a:lvl1pPr algn="l">
              <a:defRPr sz="900" b="1">
                <a:solidFill>
                  <a:srgbClr val="000000"/>
                </a:solidFill>
                <a:latin typeface="Times New Roman"/>
                <a:ea typeface="Times New Roman"/>
                <a:cs typeface="Times New Roman"/>
              </a:defRPr>
            </a:lvl1pPr>
            <a:lvl2pPr algn="l">
              <a:defRPr sz="900" b="1">
                <a:solidFill>
                  <a:srgbClr val="000000"/>
                </a:solidFill>
                <a:latin typeface="Times New Roman"/>
                <a:ea typeface="Times New Roman"/>
                <a:cs typeface="Times New Roman"/>
              </a:defRPr>
            </a:lvl2pPr>
            <a:lvl3pPr algn="l">
              <a:defRPr sz="900" b="1">
                <a:solidFill>
                  <a:srgbClr val="000000"/>
                </a:solidFill>
                <a:latin typeface="Times New Roman"/>
                <a:ea typeface="Times New Roman"/>
                <a:cs typeface="Times New Roman"/>
              </a:defRPr>
            </a:lvl3pPr>
            <a:lvl4pPr algn="l">
              <a:defRPr sz="900" b="1">
                <a:solidFill>
                  <a:srgbClr val="000000"/>
                </a:solidFill>
                <a:latin typeface="Times New Roman"/>
                <a:ea typeface="Times New Roman"/>
                <a:cs typeface="Times New Roman"/>
              </a:defRPr>
            </a:lvl4pPr>
            <a:lvl5pPr algn="l">
              <a:defRPr sz="900" b="1">
                <a:solidFill>
                  <a:srgbClr val="000000"/>
                </a:solidFill>
                <a:latin typeface="Times New Roman"/>
                <a:ea typeface="Times New Roman"/>
                <a:cs typeface="Times New Roman"/>
              </a:defRPr>
            </a:lvl5pPr>
            <a:lvl6pPr algn="l">
              <a:defRPr sz="900" b="1">
                <a:solidFill>
                  <a:srgbClr val="000000"/>
                </a:solidFill>
                <a:latin typeface="Times New Roman"/>
                <a:ea typeface="Times New Roman"/>
                <a:cs typeface="Times New Roman"/>
              </a:defRPr>
            </a:lvl6pPr>
            <a:lvl7pPr algn="l">
              <a:defRPr sz="900" b="1">
                <a:solidFill>
                  <a:srgbClr val="000000"/>
                </a:solidFill>
                <a:latin typeface="Times New Roman"/>
                <a:ea typeface="Times New Roman"/>
                <a:cs typeface="Times New Roman"/>
              </a:defRPr>
            </a:lvl7pPr>
            <a:lvl8pPr algn="l">
              <a:defRPr sz="900" b="1">
                <a:solidFill>
                  <a:srgbClr val="000000"/>
                </a:solidFill>
                <a:latin typeface="Times New Roman"/>
                <a:ea typeface="Times New Roman"/>
                <a:cs typeface="Times New Roman"/>
              </a:defRPr>
            </a:lvl8pPr>
            <a:lvl9pPr algn="l">
              <a:defRPr sz="900" b="1">
                <a:solidFill>
                  <a:srgbClr val="000000"/>
                </a:solidFill>
                <a:latin typeface="Times New Roman"/>
                <a:ea typeface="Times New Roman"/>
                <a:cs typeface="Times New Roman"/>
              </a:defRPr>
            </a:lvl9pPr>
          </a:lstStyle>
          <a:p xmlns:a="http://schemas.openxmlformats.org/drawingml/2006/main">
            <a:pPr algn="l">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Full name</a:t>
            </a:r>
          </a:p>
        </p:txBody>
      </p:sp>
      <p:sp>
        <p:nvSpPr>
          <p:cNvPr id="47" name="">
            <a:extLst xmlns:a="http://schemas.openxmlformats.org/drawingml/2006/main">
              <a:ext uri="{FF2B5EF4-FFF2-40B4-BE49-F238E27FC236}">
                <a16:creationId xmlns:a16="http://schemas.microsoft.com/office/drawing/2014/main" id="{D8BB4660-A60B-46FE-87B4-0008C26143C4}"/>
              </a:ext>
            </a:extLst>
          </p:cNvPr>
          <p:cNvSpPr>
            <a:spLocks xmlns:a="http://schemas.openxmlformats.org/drawingml/2006/main" noGrp="1"/>
          </p:cNvSpPr>
          <p:nvPr/>
        </p:nvSpPr>
        <p:spPr>
          <a:xfrm xmlns:a="http://schemas.openxmlformats.org/drawingml/2006/main">
            <a:off x="7143750" y="2114550"/>
            <a:ext cx="1809750" cy="276225"/>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l">
              <a:defRPr sz="825" b="0">
                <a:solidFill>
                  <a:srgbClr val="000000"/>
                </a:solidFill>
                <a:latin typeface="Times New Roman"/>
                <a:ea typeface="Times New Roman"/>
                <a:cs typeface="Times New Roman"/>
              </a:defRPr>
            </a:defPPr>
            <a:lvl1pPr algn="l">
              <a:defRPr sz="825" b="0">
                <a:solidFill>
                  <a:srgbClr val="000000"/>
                </a:solidFill>
                <a:latin typeface="Times New Roman"/>
                <a:ea typeface="Times New Roman"/>
                <a:cs typeface="Times New Roman"/>
              </a:defRPr>
            </a:lvl1pPr>
            <a:lvl2pPr algn="l">
              <a:defRPr sz="825" b="0">
                <a:solidFill>
                  <a:srgbClr val="000000"/>
                </a:solidFill>
                <a:latin typeface="Times New Roman"/>
                <a:ea typeface="Times New Roman"/>
                <a:cs typeface="Times New Roman"/>
              </a:defRPr>
            </a:lvl2pPr>
            <a:lvl3pPr algn="l">
              <a:defRPr sz="825" b="0">
                <a:solidFill>
                  <a:srgbClr val="000000"/>
                </a:solidFill>
                <a:latin typeface="Times New Roman"/>
                <a:ea typeface="Times New Roman"/>
                <a:cs typeface="Times New Roman"/>
              </a:defRPr>
            </a:lvl3pPr>
            <a:lvl4pPr algn="l">
              <a:defRPr sz="825" b="0">
                <a:solidFill>
                  <a:srgbClr val="000000"/>
                </a:solidFill>
                <a:latin typeface="Times New Roman"/>
                <a:ea typeface="Times New Roman"/>
                <a:cs typeface="Times New Roman"/>
              </a:defRPr>
            </a:lvl4pPr>
            <a:lvl5pPr algn="l">
              <a:defRPr sz="825" b="0">
                <a:solidFill>
                  <a:srgbClr val="000000"/>
                </a:solidFill>
                <a:latin typeface="Times New Roman"/>
                <a:ea typeface="Times New Roman"/>
                <a:cs typeface="Times New Roman"/>
              </a:defRPr>
            </a:lvl5pPr>
            <a:lvl6pPr algn="l">
              <a:defRPr sz="825" b="0">
                <a:solidFill>
                  <a:srgbClr val="000000"/>
                </a:solidFill>
                <a:latin typeface="Times New Roman"/>
                <a:ea typeface="Times New Roman"/>
                <a:cs typeface="Times New Roman"/>
              </a:defRPr>
            </a:lvl6pPr>
            <a:lvl7pPr algn="l">
              <a:defRPr sz="825" b="0">
                <a:solidFill>
                  <a:srgbClr val="000000"/>
                </a:solidFill>
                <a:latin typeface="Times New Roman"/>
                <a:ea typeface="Times New Roman"/>
                <a:cs typeface="Times New Roman"/>
              </a:defRPr>
            </a:lvl7pPr>
            <a:lvl8pPr algn="l">
              <a:defRPr sz="825" b="0">
                <a:solidFill>
                  <a:srgbClr val="000000"/>
                </a:solidFill>
                <a:latin typeface="Times New Roman"/>
                <a:ea typeface="Times New Roman"/>
                <a:cs typeface="Times New Roman"/>
              </a:defRPr>
            </a:lvl8pPr>
            <a:lvl9pPr algn="l">
              <a:defRPr sz="825" b="0">
                <a:solidFill>
                  <a:srgbClr val="000000"/>
                </a:solidFill>
                <a:latin typeface="Times New Roman"/>
                <a:ea typeface="Times New Roman"/>
                <a:cs typeface="Times New Roman"/>
              </a:defRPr>
            </a:lvl9pPr>
          </a:lstStyle>
          <a:p xmlns:a="http://schemas.openxmlformats.org/drawingml/2006/main">
            <a:pPr algn="l">
              <a:defRPr sz="825" b="0">
                <a:solidFill>
                  <a:srgbClr val="000000"/>
                </a:solidFill>
                <a:latin typeface="Times New Roman"/>
                <a:ea typeface="Times New Roman"/>
                <a:cs typeface="Times New Roman"/>
              </a:defRPr>
            </a:pPr>
            <a:r>
              <a:rPr sz="825" b="0">
                <a:solidFill>
                  <a:srgbClr val="000000"/>
                </a:solidFill>
                <a:latin typeface="Times New Roman"/>
                <a:ea typeface="Times New Roman"/>
                <a:cs typeface="Times New Roman"/>
              </a:rPr>
              <a:t>Candidate entered</a:t>
            </a:r>
          </a:p>
        </p:txBody>
      </p:sp>
      <p:sp>
        <p:nvSpPr>
          <p:cNvPr id="48" name="">
            <a:extLst xmlns:a="http://schemas.openxmlformats.org/drawingml/2006/main">
              <a:ext uri="{FF2B5EF4-FFF2-40B4-BE49-F238E27FC236}">
                <a16:creationId xmlns:a16="http://schemas.microsoft.com/office/drawing/2014/main" id="{9244108E-F4D1-490D-9A3C-4A5BDE3A926A}"/>
              </a:ext>
            </a:extLst>
          </p:cNvPr>
          <p:cNvSpPr>
            <a:spLocks xmlns:a="http://schemas.openxmlformats.org/drawingml/2006/main" noGrp="1"/>
          </p:cNvSpPr>
          <p:nvPr/>
        </p:nvSpPr>
        <p:spPr>
          <a:xfrm xmlns:a="http://schemas.openxmlformats.org/drawingml/2006/main">
            <a:off x="6010275" y="25908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000000"/>
                </a:solidFill>
                <a:latin typeface="Times New Roman"/>
                <a:ea typeface="Times New Roman"/>
                <a:cs typeface="Times New Roman"/>
              </a:defRPr>
            </a:defPPr>
            <a:lvl1pPr algn="l">
              <a:defRPr sz="900" b="1">
                <a:solidFill>
                  <a:srgbClr val="000000"/>
                </a:solidFill>
                <a:latin typeface="Times New Roman"/>
                <a:ea typeface="Times New Roman"/>
                <a:cs typeface="Times New Roman"/>
              </a:defRPr>
            </a:lvl1pPr>
            <a:lvl2pPr algn="l">
              <a:defRPr sz="900" b="1">
                <a:solidFill>
                  <a:srgbClr val="000000"/>
                </a:solidFill>
                <a:latin typeface="Times New Roman"/>
                <a:ea typeface="Times New Roman"/>
                <a:cs typeface="Times New Roman"/>
              </a:defRPr>
            </a:lvl2pPr>
            <a:lvl3pPr algn="l">
              <a:defRPr sz="900" b="1">
                <a:solidFill>
                  <a:srgbClr val="000000"/>
                </a:solidFill>
                <a:latin typeface="Times New Roman"/>
                <a:ea typeface="Times New Roman"/>
                <a:cs typeface="Times New Roman"/>
              </a:defRPr>
            </a:lvl3pPr>
            <a:lvl4pPr algn="l">
              <a:defRPr sz="900" b="1">
                <a:solidFill>
                  <a:srgbClr val="000000"/>
                </a:solidFill>
                <a:latin typeface="Times New Roman"/>
                <a:ea typeface="Times New Roman"/>
                <a:cs typeface="Times New Roman"/>
              </a:defRPr>
            </a:lvl4pPr>
            <a:lvl5pPr algn="l">
              <a:defRPr sz="900" b="1">
                <a:solidFill>
                  <a:srgbClr val="000000"/>
                </a:solidFill>
                <a:latin typeface="Times New Roman"/>
                <a:ea typeface="Times New Roman"/>
                <a:cs typeface="Times New Roman"/>
              </a:defRPr>
            </a:lvl5pPr>
            <a:lvl6pPr algn="l">
              <a:defRPr sz="900" b="1">
                <a:solidFill>
                  <a:srgbClr val="000000"/>
                </a:solidFill>
                <a:latin typeface="Times New Roman"/>
                <a:ea typeface="Times New Roman"/>
                <a:cs typeface="Times New Roman"/>
              </a:defRPr>
            </a:lvl6pPr>
            <a:lvl7pPr algn="l">
              <a:defRPr sz="900" b="1">
                <a:solidFill>
                  <a:srgbClr val="000000"/>
                </a:solidFill>
                <a:latin typeface="Times New Roman"/>
                <a:ea typeface="Times New Roman"/>
                <a:cs typeface="Times New Roman"/>
              </a:defRPr>
            </a:lvl7pPr>
            <a:lvl8pPr algn="l">
              <a:defRPr sz="900" b="1">
                <a:solidFill>
                  <a:srgbClr val="000000"/>
                </a:solidFill>
                <a:latin typeface="Times New Roman"/>
                <a:ea typeface="Times New Roman"/>
                <a:cs typeface="Times New Roman"/>
              </a:defRPr>
            </a:lvl8pPr>
            <a:lvl9pPr algn="l">
              <a:defRPr sz="900" b="1">
                <a:solidFill>
                  <a:srgbClr val="000000"/>
                </a:solidFill>
                <a:latin typeface="Times New Roman"/>
                <a:ea typeface="Times New Roman"/>
                <a:cs typeface="Times New Roman"/>
              </a:defRPr>
            </a:lvl9pPr>
          </a:lstStyle>
          <a:p xmlns:a="http://schemas.openxmlformats.org/drawingml/2006/main">
            <a:pPr algn="l">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Skills</a:t>
            </a:r>
          </a:p>
        </p:txBody>
      </p:sp>
      <p:sp>
        <p:nvSpPr>
          <p:cNvPr id="49" name="">
            <a:extLst xmlns:a="http://schemas.openxmlformats.org/drawingml/2006/main">
              <a:ext uri="{FF2B5EF4-FFF2-40B4-BE49-F238E27FC236}">
                <a16:creationId xmlns:a16="http://schemas.microsoft.com/office/drawing/2014/main" id="{BC3B6A1C-F490-42D3-9B03-A93F6F3A60A7}"/>
              </a:ext>
            </a:extLst>
          </p:cNvPr>
          <p:cNvSpPr>
            <a:spLocks xmlns:a="http://schemas.openxmlformats.org/drawingml/2006/main" noGrp="1"/>
          </p:cNvSpPr>
          <p:nvPr/>
        </p:nvSpPr>
        <p:spPr>
          <a:xfrm xmlns:a="http://schemas.openxmlformats.org/drawingml/2006/main">
            <a:off x="7143750" y="2590800"/>
            <a:ext cx="1809750" cy="276225"/>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l">
              <a:defRPr sz="825" b="0">
                <a:solidFill>
                  <a:srgbClr val="000000"/>
                </a:solidFill>
                <a:latin typeface="Times New Roman"/>
                <a:ea typeface="Times New Roman"/>
                <a:cs typeface="Times New Roman"/>
              </a:defRPr>
            </a:defPPr>
            <a:lvl1pPr algn="l">
              <a:defRPr sz="825" b="0">
                <a:solidFill>
                  <a:srgbClr val="000000"/>
                </a:solidFill>
                <a:latin typeface="Times New Roman"/>
                <a:ea typeface="Times New Roman"/>
                <a:cs typeface="Times New Roman"/>
              </a:defRPr>
            </a:lvl1pPr>
            <a:lvl2pPr algn="l">
              <a:defRPr sz="825" b="0">
                <a:solidFill>
                  <a:srgbClr val="000000"/>
                </a:solidFill>
                <a:latin typeface="Times New Roman"/>
                <a:ea typeface="Times New Roman"/>
                <a:cs typeface="Times New Roman"/>
              </a:defRPr>
            </a:lvl2pPr>
            <a:lvl3pPr algn="l">
              <a:defRPr sz="825" b="0">
                <a:solidFill>
                  <a:srgbClr val="000000"/>
                </a:solidFill>
                <a:latin typeface="Times New Roman"/>
                <a:ea typeface="Times New Roman"/>
                <a:cs typeface="Times New Roman"/>
              </a:defRPr>
            </a:lvl3pPr>
            <a:lvl4pPr algn="l">
              <a:defRPr sz="825" b="0">
                <a:solidFill>
                  <a:srgbClr val="000000"/>
                </a:solidFill>
                <a:latin typeface="Times New Roman"/>
                <a:ea typeface="Times New Roman"/>
                <a:cs typeface="Times New Roman"/>
              </a:defRPr>
            </a:lvl4pPr>
            <a:lvl5pPr algn="l">
              <a:defRPr sz="825" b="0">
                <a:solidFill>
                  <a:srgbClr val="000000"/>
                </a:solidFill>
                <a:latin typeface="Times New Roman"/>
                <a:ea typeface="Times New Roman"/>
                <a:cs typeface="Times New Roman"/>
              </a:defRPr>
            </a:lvl5pPr>
            <a:lvl6pPr algn="l">
              <a:defRPr sz="825" b="0">
                <a:solidFill>
                  <a:srgbClr val="000000"/>
                </a:solidFill>
                <a:latin typeface="Times New Roman"/>
                <a:ea typeface="Times New Roman"/>
                <a:cs typeface="Times New Roman"/>
              </a:defRPr>
            </a:lvl6pPr>
            <a:lvl7pPr algn="l">
              <a:defRPr sz="825" b="0">
                <a:solidFill>
                  <a:srgbClr val="000000"/>
                </a:solidFill>
                <a:latin typeface="Times New Roman"/>
                <a:ea typeface="Times New Roman"/>
                <a:cs typeface="Times New Roman"/>
              </a:defRPr>
            </a:lvl7pPr>
            <a:lvl8pPr algn="l">
              <a:defRPr sz="825" b="0">
                <a:solidFill>
                  <a:srgbClr val="000000"/>
                </a:solidFill>
                <a:latin typeface="Times New Roman"/>
                <a:ea typeface="Times New Roman"/>
                <a:cs typeface="Times New Roman"/>
              </a:defRPr>
            </a:lvl8pPr>
            <a:lvl9pPr algn="l">
              <a:defRPr sz="825" b="0">
                <a:solidFill>
                  <a:srgbClr val="000000"/>
                </a:solidFill>
                <a:latin typeface="Times New Roman"/>
                <a:ea typeface="Times New Roman"/>
                <a:cs typeface="Times New Roman"/>
              </a:defRPr>
            </a:lvl9pPr>
          </a:lstStyle>
          <a:p xmlns:a="http://schemas.openxmlformats.org/drawingml/2006/main">
            <a:pPr algn="l">
              <a:defRPr sz="825" b="0">
                <a:solidFill>
                  <a:srgbClr val="000000"/>
                </a:solidFill>
                <a:latin typeface="Times New Roman"/>
                <a:ea typeface="Times New Roman"/>
                <a:cs typeface="Times New Roman"/>
              </a:defRPr>
            </a:pPr>
            <a:r>
              <a:rPr sz="825" b="0">
                <a:solidFill>
                  <a:srgbClr val="000000"/>
                </a:solidFill>
                <a:latin typeface="Times New Roman"/>
                <a:ea typeface="Times New Roman"/>
                <a:cs typeface="Times New Roman"/>
              </a:rPr>
              <a:t>Extracted + editable</a:t>
            </a:r>
          </a:p>
        </p:txBody>
      </p:sp>
      <p:sp>
        <p:nvSpPr>
          <p:cNvPr id="50" name="">
            <a:extLst xmlns:a="http://schemas.openxmlformats.org/drawingml/2006/main">
              <a:ext uri="{FF2B5EF4-FFF2-40B4-BE49-F238E27FC236}">
                <a16:creationId xmlns:a16="http://schemas.microsoft.com/office/drawing/2014/main" id="{F48AD8B6-9DD9-4DEB-85A2-1A4AF4ED0A4B}"/>
              </a:ext>
            </a:extLst>
          </p:cNvPr>
          <p:cNvSpPr>
            <a:spLocks xmlns:a="http://schemas.openxmlformats.org/drawingml/2006/main" noGrp="1"/>
          </p:cNvSpPr>
          <p:nvPr/>
        </p:nvSpPr>
        <p:spPr>
          <a:xfrm xmlns:a="http://schemas.openxmlformats.org/drawingml/2006/main">
            <a:off x="6010275" y="30670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000000"/>
                </a:solidFill>
                <a:latin typeface="Times New Roman"/>
                <a:ea typeface="Times New Roman"/>
                <a:cs typeface="Times New Roman"/>
              </a:defRPr>
            </a:defPPr>
            <a:lvl1pPr algn="l">
              <a:defRPr sz="900" b="1">
                <a:solidFill>
                  <a:srgbClr val="000000"/>
                </a:solidFill>
                <a:latin typeface="Times New Roman"/>
                <a:ea typeface="Times New Roman"/>
                <a:cs typeface="Times New Roman"/>
              </a:defRPr>
            </a:lvl1pPr>
            <a:lvl2pPr algn="l">
              <a:defRPr sz="900" b="1">
                <a:solidFill>
                  <a:srgbClr val="000000"/>
                </a:solidFill>
                <a:latin typeface="Times New Roman"/>
                <a:ea typeface="Times New Roman"/>
                <a:cs typeface="Times New Roman"/>
              </a:defRPr>
            </a:lvl2pPr>
            <a:lvl3pPr algn="l">
              <a:defRPr sz="900" b="1">
                <a:solidFill>
                  <a:srgbClr val="000000"/>
                </a:solidFill>
                <a:latin typeface="Times New Roman"/>
                <a:ea typeface="Times New Roman"/>
                <a:cs typeface="Times New Roman"/>
              </a:defRPr>
            </a:lvl3pPr>
            <a:lvl4pPr algn="l">
              <a:defRPr sz="900" b="1">
                <a:solidFill>
                  <a:srgbClr val="000000"/>
                </a:solidFill>
                <a:latin typeface="Times New Roman"/>
                <a:ea typeface="Times New Roman"/>
                <a:cs typeface="Times New Roman"/>
              </a:defRPr>
            </a:lvl4pPr>
            <a:lvl5pPr algn="l">
              <a:defRPr sz="900" b="1">
                <a:solidFill>
                  <a:srgbClr val="000000"/>
                </a:solidFill>
                <a:latin typeface="Times New Roman"/>
                <a:ea typeface="Times New Roman"/>
                <a:cs typeface="Times New Roman"/>
              </a:defRPr>
            </a:lvl5pPr>
            <a:lvl6pPr algn="l">
              <a:defRPr sz="900" b="1">
                <a:solidFill>
                  <a:srgbClr val="000000"/>
                </a:solidFill>
                <a:latin typeface="Times New Roman"/>
                <a:ea typeface="Times New Roman"/>
                <a:cs typeface="Times New Roman"/>
              </a:defRPr>
            </a:lvl6pPr>
            <a:lvl7pPr algn="l">
              <a:defRPr sz="900" b="1">
                <a:solidFill>
                  <a:srgbClr val="000000"/>
                </a:solidFill>
                <a:latin typeface="Times New Roman"/>
                <a:ea typeface="Times New Roman"/>
                <a:cs typeface="Times New Roman"/>
              </a:defRPr>
            </a:lvl7pPr>
            <a:lvl8pPr algn="l">
              <a:defRPr sz="900" b="1">
                <a:solidFill>
                  <a:srgbClr val="000000"/>
                </a:solidFill>
                <a:latin typeface="Times New Roman"/>
                <a:ea typeface="Times New Roman"/>
                <a:cs typeface="Times New Roman"/>
              </a:defRPr>
            </a:lvl8pPr>
            <a:lvl9pPr algn="l">
              <a:defRPr sz="900" b="1">
                <a:solidFill>
                  <a:srgbClr val="000000"/>
                </a:solidFill>
                <a:latin typeface="Times New Roman"/>
                <a:ea typeface="Times New Roman"/>
                <a:cs typeface="Times New Roman"/>
              </a:defRPr>
            </a:lvl9pPr>
          </a:lstStyle>
          <a:p xmlns:a="http://schemas.openxmlformats.org/drawingml/2006/main">
            <a:pPr algn="l">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Experience</a:t>
            </a:r>
          </a:p>
        </p:txBody>
      </p:sp>
      <p:sp>
        <p:nvSpPr>
          <p:cNvPr id="51" name="">
            <a:extLst xmlns:a="http://schemas.openxmlformats.org/drawingml/2006/main">
              <a:ext uri="{FF2B5EF4-FFF2-40B4-BE49-F238E27FC236}">
                <a16:creationId xmlns:a16="http://schemas.microsoft.com/office/drawing/2014/main" id="{BF901EA7-B3DE-4038-8836-E5CB01FF2D8F}"/>
              </a:ext>
            </a:extLst>
          </p:cNvPr>
          <p:cNvSpPr>
            <a:spLocks xmlns:a="http://schemas.openxmlformats.org/drawingml/2006/main" noGrp="1"/>
          </p:cNvSpPr>
          <p:nvPr/>
        </p:nvSpPr>
        <p:spPr>
          <a:xfrm xmlns:a="http://schemas.openxmlformats.org/drawingml/2006/main">
            <a:off x="7143750" y="3067050"/>
            <a:ext cx="1809750" cy="276225"/>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l">
              <a:defRPr sz="825" b="0">
                <a:solidFill>
                  <a:srgbClr val="000000"/>
                </a:solidFill>
                <a:latin typeface="Times New Roman"/>
                <a:ea typeface="Times New Roman"/>
                <a:cs typeface="Times New Roman"/>
              </a:defRPr>
            </a:defPPr>
            <a:lvl1pPr algn="l">
              <a:defRPr sz="825" b="0">
                <a:solidFill>
                  <a:srgbClr val="000000"/>
                </a:solidFill>
                <a:latin typeface="Times New Roman"/>
                <a:ea typeface="Times New Roman"/>
                <a:cs typeface="Times New Roman"/>
              </a:defRPr>
            </a:lvl1pPr>
            <a:lvl2pPr algn="l">
              <a:defRPr sz="825" b="0">
                <a:solidFill>
                  <a:srgbClr val="000000"/>
                </a:solidFill>
                <a:latin typeface="Times New Roman"/>
                <a:ea typeface="Times New Roman"/>
                <a:cs typeface="Times New Roman"/>
              </a:defRPr>
            </a:lvl2pPr>
            <a:lvl3pPr algn="l">
              <a:defRPr sz="825" b="0">
                <a:solidFill>
                  <a:srgbClr val="000000"/>
                </a:solidFill>
                <a:latin typeface="Times New Roman"/>
                <a:ea typeface="Times New Roman"/>
                <a:cs typeface="Times New Roman"/>
              </a:defRPr>
            </a:lvl3pPr>
            <a:lvl4pPr algn="l">
              <a:defRPr sz="825" b="0">
                <a:solidFill>
                  <a:srgbClr val="000000"/>
                </a:solidFill>
                <a:latin typeface="Times New Roman"/>
                <a:ea typeface="Times New Roman"/>
                <a:cs typeface="Times New Roman"/>
              </a:defRPr>
            </a:lvl4pPr>
            <a:lvl5pPr algn="l">
              <a:defRPr sz="825" b="0">
                <a:solidFill>
                  <a:srgbClr val="000000"/>
                </a:solidFill>
                <a:latin typeface="Times New Roman"/>
                <a:ea typeface="Times New Roman"/>
                <a:cs typeface="Times New Roman"/>
              </a:defRPr>
            </a:lvl5pPr>
            <a:lvl6pPr algn="l">
              <a:defRPr sz="825" b="0">
                <a:solidFill>
                  <a:srgbClr val="000000"/>
                </a:solidFill>
                <a:latin typeface="Times New Roman"/>
                <a:ea typeface="Times New Roman"/>
                <a:cs typeface="Times New Roman"/>
              </a:defRPr>
            </a:lvl6pPr>
            <a:lvl7pPr algn="l">
              <a:defRPr sz="825" b="0">
                <a:solidFill>
                  <a:srgbClr val="000000"/>
                </a:solidFill>
                <a:latin typeface="Times New Roman"/>
                <a:ea typeface="Times New Roman"/>
                <a:cs typeface="Times New Roman"/>
              </a:defRPr>
            </a:lvl7pPr>
            <a:lvl8pPr algn="l">
              <a:defRPr sz="825" b="0">
                <a:solidFill>
                  <a:srgbClr val="000000"/>
                </a:solidFill>
                <a:latin typeface="Times New Roman"/>
                <a:ea typeface="Times New Roman"/>
                <a:cs typeface="Times New Roman"/>
              </a:defRPr>
            </a:lvl8pPr>
            <a:lvl9pPr algn="l">
              <a:defRPr sz="825" b="0">
                <a:solidFill>
                  <a:srgbClr val="000000"/>
                </a:solidFill>
                <a:latin typeface="Times New Roman"/>
                <a:ea typeface="Times New Roman"/>
                <a:cs typeface="Times New Roman"/>
              </a:defRPr>
            </a:lvl9pPr>
          </a:lstStyle>
          <a:p xmlns:a="http://schemas.openxmlformats.org/drawingml/2006/main">
            <a:pPr algn="l">
              <a:defRPr sz="825" b="0">
                <a:solidFill>
                  <a:srgbClr val="000000"/>
                </a:solidFill>
                <a:latin typeface="Times New Roman"/>
                <a:ea typeface="Times New Roman"/>
                <a:cs typeface="Times New Roman"/>
              </a:defRPr>
            </a:pPr>
            <a:r>
              <a:rPr sz="825" b="0">
                <a:solidFill>
                  <a:srgbClr val="000000"/>
                </a:solidFill>
                <a:latin typeface="Times New Roman"/>
                <a:ea typeface="Times New Roman"/>
                <a:cs typeface="Times New Roman"/>
              </a:rPr>
              <a:t>Role · dates · evidence</a:t>
            </a:r>
          </a:p>
        </p:txBody>
      </p:sp>
      <p:sp>
        <p:nvSpPr>
          <p:cNvPr id="52" name="">
            <a:extLst xmlns:a="http://schemas.openxmlformats.org/drawingml/2006/main">
              <a:ext uri="{FF2B5EF4-FFF2-40B4-BE49-F238E27FC236}">
                <a16:creationId xmlns:a16="http://schemas.microsoft.com/office/drawing/2014/main" id="{B122174B-E39C-4DC6-9E61-D994042303D4}"/>
              </a:ext>
            </a:extLst>
          </p:cNvPr>
          <p:cNvSpPr>
            <a:spLocks xmlns:a="http://schemas.openxmlformats.org/drawingml/2006/main" noGrp="1"/>
          </p:cNvSpPr>
          <p:nvPr/>
        </p:nvSpPr>
        <p:spPr>
          <a:xfrm xmlns:a="http://schemas.openxmlformats.org/drawingml/2006/main">
            <a:off x="6010275" y="35433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000000"/>
                </a:solidFill>
                <a:latin typeface="Times New Roman"/>
                <a:ea typeface="Times New Roman"/>
                <a:cs typeface="Times New Roman"/>
              </a:defRPr>
            </a:defPPr>
            <a:lvl1pPr algn="l">
              <a:defRPr sz="900" b="1">
                <a:solidFill>
                  <a:srgbClr val="000000"/>
                </a:solidFill>
                <a:latin typeface="Times New Roman"/>
                <a:ea typeface="Times New Roman"/>
                <a:cs typeface="Times New Roman"/>
              </a:defRPr>
            </a:lvl1pPr>
            <a:lvl2pPr algn="l">
              <a:defRPr sz="900" b="1">
                <a:solidFill>
                  <a:srgbClr val="000000"/>
                </a:solidFill>
                <a:latin typeface="Times New Roman"/>
                <a:ea typeface="Times New Roman"/>
                <a:cs typeface="Times New Roman"/>
              </a:defRPr>
            </a:lvl2pPr>
            <a:lvl3pPr algn="l">
              <a:defRPr sz="900" b="1">
                <a:solidFill>
                  <a:srgbClr val="000000"/>
                </a:solidFill>
                <a:latin typeface="Times New Roman"/>
                <a:ea typeface="Times New Roman"/>
                <a:cs typeface="Times New Roman"/>
              </a:defRPr>
            </a:lvl3pPr>
            <a:lvl4pPr algn="l">
              <a:defRPr sz="900" b="1">
                <a:solidFill>
                  <a:srgbClr val="000000"/>
                </a:solidFill>
                <a:latin typeface="Times New Roman"/>
                <a:ea typeface="Times New Roman"/>
                <a:cs typeface="Times New Roman"/>
              </a:defRPr>
            </a:lvl4pPr>
            <a:lvl5pPr algn="l">
              <a:defRPr sz="900" b="1">
                <a:solidFill>
                  <a:srgbClr val="000000"/>
                </a:solidFill>
                <a:latin typeface="Times New Roman"/>
                <a:ea typeface="Times New Roman"/>
                <a:cs typeface="Times New Roman"/>
              </a:defRPr>
            </a:lvl5pPr>
            <a:lvl6pPr algn="l">
              <a:defRPr sz="900" b="1">
                <a:solidFill>
                  <a:srgbClr val="000000"/>
                </a:solidFill>
                <a:latin typeface="Times New Roman"/>
                <a:ea typeface="Times New Roman"/>
                <a:cs typeface="Times New Roman"/>
              </a:defRPr>
            </a:lvl6pPr>
            <a:lvl7pPr algn="l">
              <a:defRPr sz="900" b="1">
                <a:solidFill>
                  <a:srgbClr val="000000"/>
                </a:solidFill>
                <a:latin typeface="Times New Roman"/>
                <a:ea typeface="Times New Roman"/>
                <a:cs typeface="Times New Roman"/>
              </a:defRPr>
            </a:lvl7pPr>
            <a:lvl8pPr algn="l">
              <a:defRPr sz="900" b="1">
                <a:solidFill>
                  <a:srgbClr val="000000"/>
                </a:solidFill>
                <a:latin typeface="Times New Roman"/>
                <a:ea typeface="Times New Roman"/>
                <a:cs typeface="Times New Roman"/>
              </a:defRPr>
            </a:lvl8pPr>
            <a:lvl9pPr algn="l">
              <a:defRPr sz="900" b="1">
                <a:solidFill>
                  <a:srgbClr val="000000"/>
                </a:solidFill>
                <a:latin typeface="Times New Roman"/>
                <a:ea typeface="Times New Roman"/>
                <a:cs typeface="Times New Roman"/>
              </a:defRPr>
            </a:lvl9pPr>
          </a:lstStyle>
          <a:p xmlns:a="http://schemas.openxmlformats.org/drawingml/2006/main">
            <a:pPr algn="l">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Education</a:t>
            </a:r>
          </a:p>
        </p:txBody>
      </p:sp>
      <p:sp>
        <p:nvSpPr>
          <p:cNvPr id="53" name="">
            <a:extLst xmlns:a="http://schemas.openxmlformats.org/drawingml/2006/main">
              <a:ext uri="{FF2B5EF4-FFF2-40B4-BE49-F238E27FC236}">
                <a16:creationId xmlns:a16="http://schemas.microsoft.com/office/drawing/2014/main" id="{FEE9343E-A7BC-4EBA-B6C3-A8DCE1C1E92E}"/>
              </a:ext>
            </a:extLst>
          </p:cNvPr>
          <p:cNvSpPr>
            <a:spLocks xmlns:a="http://schemas.openxmlformats.org/drawingml/2006/main" noGrp="1"/>
          </p:cNvSpPr>
          <p:nvPr/>
        </p:nvSpPr>
        <p:spPr>
          <a:xfrm xmlns:a="http://schemas.openxmlformats.org/drawingml/2006/main">
            <a:off x="7143750" y="3543300"/>
            <a:ext cx="1809750" cy="276225"/>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l">
              <a:defRPr sz="825" b="0">
                <a:solidFill>
                  <a:srgbClr val="000000"/>
                </a:solidFill>
                <a:latin typeface="Times New Roman"/>
                <a:ea typeface="Times New Roman"/>
                <a:cs typeface="Times New Roman"/>
              </a:defRPr>
            </a:defPPr>
            <a:lvl1pPr algn="l">
              <a:defRPr sz="825" b="0">
                <a:solidFill>
                  <a:srgbClr val="000000"/>
                </a:solidFill>
                <a:latin typeface="Times New Roman"/>
                <a:ea typeface="Times New Roman"/>
                <a:cs typeface="Times New Roman"/>
              </a:defRPr>
            </a:lvl1pPr>
            <a:lvl2pPr algn="l">
              <a:defRPr sz="825" b="0">
                <a:solidFill>
                  <a:srgbClr val="000000"/>
                </a:solidFill>
                <a:latin typeface="Times New Roman"/>
                <a:ea typeface="Times New Roman"/>
                <a:cs typeface="Times New Roman"/>
              </a:defRPr>
            </a:lvl2pPr>
            <a:lvl3pPr algn="l">
              <a:defRPr sz="825" b="0">
                <a:solidFill>
                  <a:srgbClr val="000000"/>
                </a:solidFill>
                <a:latin typeface="Times New Roman"/>
                <a:ea typeface="Times New Roman"/>
                <a:cs typeface="Times New Roman"/>
              </a:defRPr>
            </a:lvl3pPr>
            <a:lvl4pPr algn="l">
              <a:defRPr sz="825" b="0">
                <a:solidFill>
                  <a:srgbClr val="000000"/>
                </a:solidFill>
                <a:latin typeface="Times New Roman"/>
                <a:ea typeface="Times New Roman"/>
                <a:cs typeface="Times New Roman"/>
              </a:defRPr>
            </a:lvl4pPr>
            <a:lvl5pPr algn="l">
              <a:defRPr sz="825" b="0">
                <a:solidFill>
                  <a:srgbClr val="000000"/>
                </a:solidFill>
                <a:latin typeface="Times New Roman"/>
                <a:ea typeface="Times New Roman"/>
                <a:cs typeface="Times New Roman"/>
              </a:defRPr>
            </a:lvl5pPr>
            <a:lvl6pPr algn="l">
              <a:defRPr sz="825" b="0">
                <a:solidFill>
                  <a:srgbClr val="000000"/>
                </a:solidFill>
                <a:latin typeface="Times New Roman"/>
                <a:ea typeface="Times New Roman"/>
                <a:cs typeface="Times New Roman"/>
              </a:defRPr>
            </a:lvl6pPr>
            <a:lvl7pPr algn="l">
              <a:defRPr sz="825" b="0">
                <a:solidFill>
                  <a:srgbClr val="000000"/>
                </a:solidFill>
                <a:latin typeface="Times New Roman"/>
                <a:ea typeface="Times New Roman"/>
                <a:cs typeface="Times New Roman"/>
              </a:defRPr>
            </a:lvl7pPr>
            <a:lvl8pPr algn="l">
              <a:defRPr sz="825" b="0">
                <a:solidFill>
                  <a:srgbClr val="000000"/>
                </a:solidFill>
                <a:latin typeface="Times New Roman"/>
                <a:ea typeface="Times New Roman"/>
                <a:cs typeface="Times New Roman"/>
              </a:defRPr>
            </a:lvl8pPr>
            <a:lvl9pPr algn="l">
              <a:defRPr sz="825" b="0">
                <a:solidFill>
                  <a:srgbClr val="000000"/>
                </a:solidFill>
                <a:latin typeface="Times New Roman"/>
                <a:ea typeface="Times New Roman"/>
                <a:cs typeface="Times New Roman"/>
              </a:defRPr>
            </a:lvl9pPr>
          </a:lstStyle>
          <a:p xmlns:a="http://schemas.openxmlformats.org/drawingml/2006/main">
            <a:pPr algn="l">
              <a:defRPr sz="825" b="0">
                <a:solidFill>
                  <a:srgbClr val="000000"/>
                </a:solidFill>
                <a:latin typeface="Times New Roman"/>
                <a:ea typeface="Times New Roman"/>
                <a:cs typeface="Times New Roman"/>
              </a:defRPr>
            </a:pPr>
            <a:r>
              <a:rPr sz="825" b="0">
                <a:solidFill>
                  <a:srgbClr val="000000"/>
                </a:solidFill>
                <a:latin typeface="Times New Roman"/>
                <a:ea typeface="Times New Roman"/>
                <a:cs typeface="Times New Roman"/>
              </a:rPr>
              <a:t>Degree · institution</a:t>
            </a:r>
          </a:p>
        </p:txBody>
      </p:sp>
      <p:sp>
        <p:nvSpPr>
          <p:cNvPr id="54" name="">
            <a:extLst xmlns:a="http://schemas.openxmlformats.org/drawingml/2006/main">
              <a:ext uri="{FF2B5EF4-FFF2-40B4-BE49-F238E27FC236}">
                <a16:creationId xmlns:a16="http://schemas.microsoft.com/office/drawing/2014/main" id="{F81ED34C-AF23-4CDE-9484-48B4AC7DE3E6}"/>
              </a:ext>
            </a:extLst>
          </p:cNvPr>
          <p:cNvSpPr>
            <a:spLocks xmlns:a="http://schemas.openxmlformats.org/drawingml/2006/main" noGrp="1"/>
          </p:cNvSpPr>
          <p:nvPr/>
        </p:nvSpPr>
        <p:spPr>
          <a:xfrm xmlns:a="http://schemas.openxmlformats.org/drawingml/2006/main">
            <a:off x="6010275" y="40195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000000"/>
                </a:solidFill>
                <a:latin typeface="Times New Roman"/>
                <a:ea typeface="Times New Roman"/>
                <a:cs typeface="Times New Roman"/>
              </a:defRPr>
            </a:defPPr>
            <a:lvl1pPr algn="l">
              <a:defRPr sz="900" b="1">
                <a:solidFill>
                  <a:srgbClr val="000000"/>
                </a:solidFill>
                <a:latin typeface="Times New Roman"/>
                <a:ea typeface="Times New Roman"/>
                <a:cs typeface="Times New Roman"/>
              </a:defRPr>
            </a:lvl1pPr>
            <a:lvl2pPr algn="l">
              <a:defRPr sz="900" b="1">
                <a:solidFill>
                  <a:srgbClr val="000000"/>
                </a:solidFill>
                <a:latin typeface="Times New Roman"/>
                <a:ea typeface="Times New Roman"/>
                <a:cs typeface="Times New Roman"/>
              </a:defRPr>
            </a:lvl2pPr>
            <a:lvl3pPr algn="l">
              <a:defRPr sz="900" b="1">
                <a:solidFill>
                  <a:srgbClr val="000000"/>
                </a:solidFill>
                <a:latin typeface="Times New Roman"/>
                <a:ea typeface="Times New Roman"/>
                <a:cs typeface="Times New Roman"/>
              </a:defRPr>
            </a:lvl3pPr>
            <a:lvl4pPr algn="l">
              <a:defRPr sz="900" b="1">
                <a:solidFill>
                  <a:srgbClr val="000000"/>
                </a:solidFill>
                <a:latin typeface="Times New Roman"/>
                <a:ea typeface="Times New Roman"/>
                <a:cs typeface="Times New Roman"/>
              </a:defRPr>
            </a:lvl4pPr>
            <a:lvl5pPr algn="l">
              <a:defRPr sz="900" b="1">
                <a:solidFill>
                  <a:srgbClr val="000000"/>
                </a:solidFill>
                <a:latin typeface="Times New Roman"/>
                <a:ea typeface="Times New Roman"/>
                <a:cs typeface="Times New Roman"/>
              </a:defRPr>
            </a:lvl5pPr>
            <a:lvl6pPr algn="l">
              <a:defRPr sz="900" b="1">
                <a:solidFill>
                  <a:srgbClr val="000000"/>
                </a:solidFill>
                <a:latin typeface="Times New Roman"/>
                <a:ea typeface="Times New Roman"/>
                <a:cs typeface="Times New Roman"/>
              </a:defRPr>
            </a:lvl6pPr>
            <a:lvl7pPr algn="l">
              <a:defRPr sz="900" b="1">
                <a:solidFill>
                  <a:srgbClr val="000000"/>
                </a:solidFill>
                <a:latin typeface="Times New Roman"/>
                <a:ea typeface="Times New Roman"/>
                <a:cs typeface="Times New Roman"/>
              </a:defRPr>
            </a:lvl7pPr>
            <a:lvl8pPr algn="l">
              <a:defRPr sz="900" b="1">
                <a:solidFill>
                  <a:srgbClr val="000000"/>
                </a:solidFill>
                <a:latin typeface="Times New Roman"/>
                <a:ea typeface="Times New Roman"/>
                <a:cs typeface="Times New Roman"/>
              </a:defRPr>
            </a:lvl8pPr>
            <a:lvl9pPr algn="l">
              <a:defRPr sz="900" b="1">
                <a:solidFill>
                  <a:srgbClr val="000000"/>
                </a:solidFill>
                <a:latin typeface="Times New Roman"/>
                <a:ea typeface="Times New Roman"/>
                <a:cs typeface="Times New Roman"/>
              </a:defRPr>
            </a:lvl9pPr>
          </a:lstStyle>
          <a:p xmlns:a="http://schemas.openxmlformats.org/drawingml/2006/main">
            <a:pPr algn="l">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Preferences</a:t>
            </a:r>
          </a:p>
        </p:txBody>
      </p:sp>
      <p:sp>
        <p:nvSpPr>
          <p:cNvPr id="55" name="">
            <a:extLst xmlns:a="http://schemas.openxmlformats.org/drawingml/2006/main">
              <a:ext uri="{FF2B5EF4-FFF2-40B4-BE49-F238E27FC236}">
                <a16:creationId xmlns:a16="http://schemas.microsoft.com/office/drawing/2014/main" id="{2C8CEF40-0428-4079-8A51-27E65E9B0E62}"/>
              </a:ext>
            </a:extLst>
          </p:cNvPr>
          <p:cNvSpPr>
            <a:spLocks xmlns:a="http://schemas.openxmlformats.org/drawingml/2006/main" noGrp="1"/>
          </p:cNvSpPr>
          <p:nvPr/>
        </p:nvSpPr>
        <p:spPr>
          <a:xfrm xmlns:a="http://schemas.openxmlformats.org/drawingml/2006/main">
            <a:off x="7143750" y="4019550"/>
            <a:ext cx="1809750" cy="276225"/>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l">
              <a:defRPr sz="825" b="0">
                <a:solidFill>
                  <a:srgbClr val="000000"/>
                </a:solidFill>
                <a:latin typeface="Times New Roman"/>
                <a:ea typeface="Times New Roman"/>
                <a:cs typeface="Times New Roman"/>
              </a:defRPr>
            </a:defPPr>
            <a:lvl1pPr algn="l">
              <a:defRPr sz="825" b="0">
                <a:solidFill>
                  <a:srgbClr val="000000"/>
                </a:solidFill>
                <a:latin typeface="Times New Roman"/>
                <a:ea typeface="Times New Roman"/>
                <a:cs typeface="Times New Roman"/>
              </a:defRPr>
            </a:lvl1pPr>
            <a:lvl2pPr algn="l">
              <a:defRPr sz="825" b="0">
                <a:solidFill>
                  <a:srgbClr val="000000"/>
                </a:solidFill>
                <a:latin typeface="Times New Roman"/>
                <a:ea typeface="Times New Roman"/>
                <a:cs typeface="Times New Roman"/>
              </a:defRPr>
            </a:lvl2pPr>
            <a:lvl3pPr algn="l">
              <a:defRPr sz="825" b="0">
                <a:solidFill>
                  <a:srgbClr val="000000"/>
                </a:solidFill>
                <a:latin typeface="Times New Roman"/>
                <a:ea typeface="Times New Roman"/>
                <a:cs typeface="Times New Roman"/>
              </a:defRPr>
            </a:lvl3pPr>
            <a:lvl4pPr algn="l">
              <a:defRPr sz="825" b="0">
                <a:solidFill>
                  <a:srgbClr val="000000"/>
                </a:solidFill>
                <a:latin typeface="Times New Roman"/>
                <a:ea typeface="Times New Roman"/>
                <a:cs typeface="Times New Roman"/>
              </a:defRPr>
            </a:lvl4pPr>
            <a:lvl5pPr algn="l">
              <a:defRPr sz="825" b="0">
                <a:solidFill>
                  <a:srgbClr val="000000"/>
                </a:solidFill>
                <a:latin typeface="Times New Roman"/>
                <a:ea typeface="Times New Roman"/>
                <a:cs typeface="Times New Roman"/>
              </a:defRPr>
            </a:lvl5pPr>
            <a:lvl6pPr algn="l">
              <a:defRPr sz="825" b="0">
                <a:solidFill>
                  <a:srgbClr val="000000"/>
                </a:solidFill>
                <a:latin typeface="Times New Roman"/>
                <a:ea typeface="Times New Roman"/>
                <a:cs typeface="Times New Roman"/>
              </a:defRPr>
            </a:lvl6pPr>
            <a:lvl7pPr algn="l">
              <a:defRPr sz="825" b="0">
                <a:solidFill>
                  <a:srgbClr val="000000"/>
                </a:solidFill>
                <a:latin typeface="Times New Roman"/>
                <a:ea typeface="Times New Roman"/>
                <a:cs typeface="Times New Roman"/>
              </a:defRPr>
            </a:lvl7pPr>
            <a:lvl8pPr algn="l">
              <a:defRPr sz="825" b="0">
                <a:solidFill>
                  <a:srgbClr val="000000"/>
                </a:solidFill>
                <a:latin typeface="Times New Roman"/>
                <a:ea typeface="Times New Roman"/>
                <a:cs typeface="Times New Roman"/>
              </a:defRPr>
            </a:lvl8pPr>
            <a:lvl9pPr algn="l">
              <a:defRPr sz="825" b="0">
                <a:solidFill>
                  <a:srgbClr val="000000"/>
                </a:solidFill>
                <a:latin typeface="Times New Roman"/>
                <a:ea typeface="Times New Roman"/>
                <a:cs typeface="Times New Roman"/>
              </a:defRPr>
            </a:lvl9pPr>
          </a:lstStyle>
          <a:p xmlns:a="http://schemas.openxmlformats.org/drawingml/2006/main">
            <a:pPr algn="l">
              <a:defRPr sz="825" b="0">
                <a:solidFill>
                  <a:srgbClr val="000000"/>
                </a:solidFill>
                <a:latin typeface="Times New Roman"/>
                <a:ea typeface="Times New Roman"/>
                <a:cs typeface="Times New Roman"/>
              </a:defRPr>
            </a:pPr>
            <a:r>
              <a:rPr sz="825" b="0">
                <a:solidFill>
                  <a:srgbClr val="000000"/>
                </a:solidFill>
                <a:latin typeface="Times New Roman"/>
                <a:ea typeface="Times New Roman"/>
                <a:cs typeface="Times New Roman"/>
              </a:rPr>
              <a:t>Role · location · salary</a:t>
            </a:r>
          </a:p>
        </p:txBody>
      </p:sp>
      <p:sp>
        <p:nvSpPr>
          <p:cNvPr id="56" name="">
            <a:extLst xmlns:a="http://schemas.openxmlformats.org/drawingml/2006/main">
              <a:ext uri="{FF2B5EF4-FFF2-40B4-BE49-F238E27FC236}">
                <a16:creationId xmlns:a16="http://schemas.microsoft.com/office/drawing/2014/main" id="{7E15EBF1-8767-40F2-9ADB-11D981551D95}"/>
              </a:ext>
            </a:extLst>
          </p:cNvPr>
          <p:cNvSpPr>
            <a:spLocks xmlns:a="http://schemas.openxmlformats.org/drawingml/2006/main" noGrp="1"/>
          </p:cNvSpPr>
          <p:nvPr/>
        </p:nvSpPr>
        <p:spPr>
          <a:xfrm xmlns:a="http://schemas.openxmlformats.org/drawingml/2006/main">
            <a:off x="6334125" y="4581525"/>
            <a:ext cx="2286000" cy="323850"/>
          </a:xfrm>
          <a:prstGeom xmlns:a="http://schemas.openxmlformats.org/drawingml/2006/main" prst="roundRect">
            <a:avLst>
              <a:gd name="adj" fmla="val 23529"/>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CONFIRM PROFILE</a:t>
            </a:r>
          </a:p>
        </p:txBody>
      </p:sp>
      <p:sp>
        <p:nvSpPr>
          <p:cNvPr id="57" name="">
            <a:extLst xmlns:a="http://schemas.openxmlformats.org/drawingml/2006/main">
              <a:ext uri="{FF2B5EF4-FFF2-40B4-BE49-F238E27FC236}">
                <a16:creationId xmlns:a16="http://schemas.microsoft.com/office/drawing/2014/main" id="{C245C59B-27E5-419E-A16C-9741C6593759}"/>
              </a:ext>
            </a:extLst>
          </p:cNvPr>
          <p:cNvSpPr>
            <a:spLocks xmlns:a="http://schemas.openxmlformats.org/drawingml/2006/main" noGrp="1"/>
          </p:cNvSpPr>
          <p:nvPr/>
        </p:nvSpPr>
        <p:spPr>
          <a:xfrm xmlns:a="http://schemas.openxmlformats.org/drawingml/2006/main">
            <a:off x="9620250" y="2266950"/>
            <a:ext cx="1952625" cy="1047750"/>
          </a:xfrm>
          <a:prstGeom xmlns:a="http://schemas.openxmlformats.org/drawingml/2006/main" prst="roundRect">
            <a:avLst>
              <a:gd name="adj" fmla="val 7273"/>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POSTGRESQL</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Confirmed profile + resume metadata</a:t>
            </a:r>
          </a:p>
        </p:txBody>
      </p:sp>
      <p:sp>
        <p:nvSpPr>
          <p:cNvPr id="62" name="">
            <a:extLst xmlns:a="http://schemas.openxmlformats.org/drawingml/2006/main">
              <a:ext uri="{FF2B5EF4-FFF2-40B4-BE49-F238E27FC236}">
                <a16:creationId xmlns:a16="http://schemas.microsoft.com/office/drawing/2014/main" id="{50F32D5B-4087-4959-8856-D3AE84AEA583}"/>
              </a:ext>
            </a:extLst>
          </p:cNvPr>
          <p:cNvSpPr>
            <a:spLocks xmlns:a="http://schemas.openxmlformats.org/drawingml/2006/main" noGrp="1"/>
          </p:cNvSpPr>
          <p:nvPr/>
        </p:nvSpPr>
        <p:spPr>
          <a:xfrm xmlns:a="http://schemas.openxmlformats.org/drawingml/2006/main">
            <a:off x="781050" y="55054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Only confirmed fields become the personalized matching input. Uploaded original resumes are processed in memory and not retained.</a:t>
            </a:r>
          </a:p>
        </p:txBody>
      </p:sp>
    </p:spTree>
    <p:extLst>
      <p:ext uri="{BB962C8B-B14F-4D97-AF65-F5344CB8AC3E}">
        <p14:creationId xmlns:p14="http://schemas.microsoft.com/office/powerpoint/2010/main" val="10943902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7" name="">
            <a:extLst xmlns:a="http://schemas.openxmlformats.org/drawingml/2006/main">
              <a:ext uri="{FF2B5EF4-FFF2-40B4-BE49-F238E27FC236}">
                <a16:creationId xmlns:a16="http://schemas.microsoft.com/office/drawing/2014/main" id="{AA677C88-F4B4-41EB-86A9-5192B9B41AB1}"/>
              </a:ext>
            </a:extLst>
          </p:cNvPr>
          <p:cNvCxnSpPr>
            <a:stCxn xmlns:a="http://schemas.openxmlformats.org/drawingml/2006/main" id="46" idx="3"/>
            <a:endCxn xmlns:a="http://schemas.openxmlformats.org/drawingml/2006/main" id="47" idx="1"/>
          </p:cNvCxnSpPr>
          <p:nvPr/>
        </p:nvCxnSpPr>
        <p:spPr>
          <a:xfrm xmlns:a="http://schemas.openxmlformats.org/drawingml/2006/main">
            <a:off x="10287000" y="2705100"/>
            <a:ext cx="247650" cy="428625"/>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56" name="">
            <a:extLst xmlns:a="http://schemas.openxmlformats.org/drawingml/2006/main">
              <a:ext uri="{FF2B5EF4-FFF2-40B4-BE49-F238E27FC236}">
                <a16:creationId xmlns:a16="http://schemas.microsoft.com/office/drawing/2014/main" id="{66833F55-67BA-4489-BA49-74AF7EBED092}"/>
              </a:ext>
            </a:extLst>
          </p:cNvPr>
          <p:cNvCxnSpPr>
            <a:stCxn xmlns:a="http://schemas.openxmlformats.org/drawingml/2006/main" id="45" idx="3"/>
            <a:endCxn xmlns:a="http://schemas.openxmlformats.org/drawingml/2006/main" id="46" idx="1"/>
          </p:cNvCxnSpPr>
          <p:nvPr/>
        </p:nvCxnSpPr>
        <p:spPr>
          <a:xfrm xmlns:a="http://schemas.openxmlformats.org/drawingml/2006/main">
            <a:off x="8429625" y="2705100"/>
            <a:ext cx="4286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55" name="">
            <a:extLst xmlns:a="http://schemas.openxmlformats.org/drawingml/2006/main">
              <a:ext uri="{FF2B5EF4-FFF2-40B4-BE49-F238E27FC236}">
                <a16:creationId xmlns:a16="http://schemas.microsoft.com/office/drawing/2014/main" id="{D3EB1A74-C120-422D-A285-07408869140B}"/>
              </a:ext>
            </a:extLst>
          </p:cNvPr>
          <p:cNvCxnSpPr>
            <a:stCxn xmlns:a="http://schemas.openxmlformats.org/drawingml/2006/main" id="26" idx="3"/>
            <a:endCxn xmlns:a="http://schemas.openxmlformats.org/drawingml/2006/main" id="45" idx="1"/>
          </p:cNvCxnSpPr>
          <p:nvPr/>
        </p:nvCxnSpPr>
        <p:spPr>
          <a:xfrm xmlns:a="http://schemas.openxmlformats.org/drawingml/2006/main" flipV="1">
            <a:off x="6286500" y="2705100"/>
            <a:ext cx="381000" cy="352425"/>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54" name="">
            <a:extLst xmlns:a="http://schemas.openxmlformats.org/drawingml/2006/main">
              <a:ext uri="{FF2B5EF4-FFF2-40B4-BE49-F238E27FC236}">
                <a16:creationId xmlns:a16="http://schemas.microsoft.com/office/drawing/2014/main" id="{8682D917-DCA0-4F0E-A159-638315501358}"/>
              </a:ext>
            </a:extLst>
          </p:cNvPr>
          <p:cNvCxnSpPr>
            <a:stCxn xmlns:a="http://schemas.openxmlformats.org/drawingml/2006/main" id="25" idx="3"/>
            <a:endCxn xmlns:a="http://schemas.openxmlformats.org/drawingml/2006/main" id="26" idx="1"/>
          </p:cNvCxnSpPr>
          <p:nvPr/>
        </p:nvCxnSpPr>
        <p:spPr>
          <a:xfrm xmlns:a="http://schemas.openxmlformats.org/drawingml/2006/main" flipV="1">
            <a:off x="2409825" y="3057525"/>
            <a:ext cx="504825" cy="714375"/>
          </a:xfrm>
          <a:prstGeom xmlns:a="http://schemas.openxmlformats.org/drawingml/2006/main" prst="bentConnector3">
            <a:avLst>
              <a:gd name="adj1" fmla="val 50000"/>
            </a:avLst>
          </a:prstGeom>
          <a:ln xmlns:a="http://schemas.openxmlformats.org/drawingml/2006/main" w="16193">
            <a:solidFill>
              <a:srgbClr val="D4A83C"/>
            </a:solidFill>
            <a:prstDash val="solid"/>
            <a:tailEnd type="arrow" w="sm" len="sm"/>
          </a:ln>
        </p:spPr>
      </p:cxnSp>
      <p:cxnSp>
        <p:nvCxnSpPr>
          <p:cNvPr id="53" name="">
            <a:extLst xmlns:a="http://schemas.openxmlformats.org/drawingml/2006/main">
              <a:ext uri="{FF2B5EF4-FFF2-40B4-BE49-F238E27FC236}">
                <a16:creationId xmlns:a16="http://schemas.microsoft.com/office/drawing/2014/main" id="{5E48E12D-6D45-4915-8BF3-5DB88BBC6924}"/>
              </a:ext>
            </a:extLst>
          </p:cNvPr>
          <p:cNvCxnSpPr>
            <a:stCxn xmlns:a="http://schemas.openxmlformats.org/drawingml/2006/main" id="24" idx="3"/>
            <a:endCxn xmlns:a="http://schemas.openxmlformats.org/drawingml/2006/main" id="26" idx="1"/>
          </p:cNvCxnSpPr>
          <p:nvPr/>
        </p:nvCxnSpPr>
        <p:spPr>
          <a:xfrm xmlns:a="http://schemas.openxmlformats.org/drawingml/2006/main">
            <a:off x="2409825" y="2190750"/>
            <a:ext cx="504825" cy="866775"/>
          </a:xfrm>
          <a:prstGeom xmlns:a="http://schemas.openxmlformats.org/drawingml/2006/main" prst="bentConnector3">
            <a:avLst>
              <a:gd name="adj1" fmla="val 50000"/>
            </a:avLst>
          </a:prstGeom>
          <a:ln xmlns:a="http://schemas.openxmlformats.org/drawingml/2006/main" w="16193">
            <a:solidFill>
              <a:srgbClr val="405DE0"/>
            </a:solidFill>
            <a:prstDash val="solid"/>
            <a:tailEnd type="arrow" w="sm" len="sm"/>
          </a:ln>
        </p:spPr>
      </p:cxnSp>
      <p:sp>
        <p:nvSpPr>
          <p:cNvPr id="63" name="">
            <a:extLst xmlns:a="http://schemas.openxmlformats.org/drawingml/2006/main">
              <a:ext uri="{FF2B5EF4-FFF2-40B4-BE49-F238E27FC236}">
                <a16:creationId xmlns:a16="http://schemas.microsoft.com/office/drawing/2014/main" id="{50B2879C-5862-4E6C-8EF0-896E6926833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208503-1734-4AC0-BA4B-50BA91881633}"/>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D2AD756A-FEE7-473F-9E8F-3BD74533B9F0}"/>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8CB525-73EA-41CC-9B26-79922B9924CB}"/>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822D9A2F-79A6-4EDB-B4B9-B3CBF4250B25}"/>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9391820-431A-4DFC-9B14-5B15A678BCD0}"/>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2911AEE6-D006-41EB-B5D5-AF83FA287E5E}"/>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B860D6D-EA4E-44B5-A4AA-1BDDDF80168A}"/>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63FDA6E4-CEF5-421B-97CE-DE0F25E0098C}"/>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491D1F-E5A8-4028-86E0-A6DFABEBDBD7}"/>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1CCCEE4F-9201-44B7-A793-3C4E95B5BE11}"/>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5022EDF-4DCA-465C-AECF-A334A66BB9F3}"/>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87FCDBF0-AE06-44FC-812C-FE282D5994DA}"/>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710F8C-8CC6-4858-980C-FBC85C3E0906}"/>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E60852A9-914F-4CDF-B1C1-C855A1A28478}"/>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Phase 3 · Rank trusted jobs for each candidate</a:t>
            </a:r>
          </a:p>
        </p:txBody>
      </p:sp>
      <p:sp>
        <p:nvSpPr>
          <p:cNvPr id="16" name="">
            <a:extLst xmlns:a="http://schemas.openxmlformats.org/drawingml/2006/main">
              <a:ext uri="{FF2B5EF4-FFF2-40B4-BE49-F238E27FC236}">
                <a16:creationId xmlns:a16="http://schemas.microsoft.com/office/drawing/2014/main" id="{2CB44AE1-984C-4AF3-8D73-955E8063FB4E}"/>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CURRENT DNN · MATCH SCORE ≥70/100</a:t>
            </a:r>
          </a:p>
        </p:txBody>
      </p:sp>
      <p:sp>
        <p:nvSpPr>
          <p:cNvPr id="17" name="">
            <a:extLst xmlns:a="http://schemas.openxmlformats.org/drawingml/2006/main">
              <a:ext uri="{FF2B5EF4-FFF2-40B4-BE49-F238E27FC236}">
                <a16:creationId xmlns:a16="http://schemas.microsoft.com/office/drawing/2014/main" id="{857A6005-FFB3-4B44-9E90-712ADFBCEF3D}"/>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A11D75D-B45C-4825-A75A-594921A40E93}"/>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BFC74F9-5464-47A2-BBAF-7A892671118D}"/>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1A5EF5D4-EC5E-45BE-AB5F-B8A5D072BCEC}"/>
              </a:ext>
            </a:extLst>
          </p:cNvPr>
          <p:cNvPicPr>
            <a:picLocks xmlns:a="http://schemas.openxmlformats.org/drawingml/2006/main" noChangeAspect="1"/>
          </p:cNvPicPr>
          <p:nvPr/>
        </p:nvPicPr>
        <p:blipFill>
          <a:blip xmlns:r="http://schemas.openxmlformats.org/officeDocument/2006/relationships" xmlns:a="http://schemas.openxmlformats.org/drawingml/2006/main" r:embed="R8e1ec2b9ccf4415f"/>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2E7252F-0DAC-4D7B-81B6-888D89605B73}"/>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C2BC29EB-6DA4-4222-9698-E5A68467E25D}"/>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09 / 15</a:t>
            </a:r>
          </a:p>
        </p:txBody>
      </p:sp>
      <p:sp>
        <p:nvSpPr>
          <p:cNvPr id="23" name="">
            <a:extLst xmlns:a="http://schemas.openxmlformats.org/drawingml/2006/main">
              <a:ext uri="{FF2B5EF4-FFF2-40B4-BE49-F238E27FC236}">
                <a16:creationId xmlns:a16="http://schemas.microsoft.com/office/drawing/2014/main" id="{78F86DFD-2D85-4734-97BB-618C312E2B26}"/>
              </a:ext>
            </a:extLst>
          </p:cNvPr>
          <p:cNvSpPr>
            <a:spLocks xmlns:a="http://schemas.openxmlformats.org/drawingml/2006/main" noGrp="1"/>
          </p:cNvSpPr>
          <p:nvPr/>
        </p:nvSpPr>
        <p:spPr>
          <a:xfrm xmlns:a="http://schemas.openxmlformats.org/drawingml/2006/main">
            <a:off x="723900" y="11430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66666"/>
                </a:solidFill>
                <a:latin typeface="Times New Roman"/>
                <a:ea typeface="Times New Roman"/>
                <a:cs typeface="Times New Roman"/>
              </a:defRPr>
            </a:defPPr>
            <a:lvl1pPr algn="l">
              <a:defRPr sz="1200" b="0">
                <a:solidFill>
                  <a:srgbClr val="666666"/>
                </a:solidFill>
                <a:latin typeface="Times New Roman"/>
                <a:ea typeface="Times New Roman"/>
                <a:cs typeface="Times New Roman"/>
              </a:defRPr>
            </a:lvl1pPr>
            <a:lvl2pPr algn="l">
              <a:defRPr sz="1200" b="0">
                <a:solidFill>
                  <a:srgbClr val="666666"/>
                </a:solidFill>
                <a:latin typeface="Times New Roman"/>
                <a:ea typeface="Times New Roman"/>
                <a:cs typeface="Times New Roman"/>
              </a:defRPr>
            </a:lvl2pPr>
            <a:lvl3pPr algn="l">
              <a:defRPr sz="1200" b="0">
                <a:solidFill>
                  <a:srgbClr val="666666"/>
                </a:solidFill>
                <a:latin typeface="Times New Roman"/>
                <a:ea typeface="Times New Roman"/>
                <a:cs typeface="Times New Roman"/>
              </a:defRPr>
            </a:lvl3pPr>
            <a:lvl4pPr algn="l">
              <a:defRPr sz="1200" b="0">
                <a:solidFill>
                  <a:srgbClr val="666666"/>
                </a:solidFill>
                <a:latin typeface="Times New Roman"/>
                <a:ea typeface="Times New Roman"/>
                <a:cs typeface="Times New Roman"/>
              </a:defRPr>
            </a:lvl4pPr>
            <a:lvl5pPr algn="l">
              <a:defRPr sz="1200" b="0">
                <a:solidFill>
                  <a:srgbClr val="666666"/>
                </a:solidFill>
                <a:latin typeface="Times New Roman"/>
                <a:ea typeface="Times New Roman"/>
                <a:cs typeface="Times New Roman"/>
              </a:defRPr>
            </a:lvl5pPr>
            <a:lvl6pPr algn="l">
              <a:defRPr sz="1200" b="0">
                <a:solidFill>
                  <a:srgbClr val="666666"/>
                </a:solidFill>
                <a:latin typeface="Times New Roman"/>
                <a:ea typeface="Times New Roman"/>
                <a:cs typeface="Times New Roman"/>
              </a:defRPr>
            </a:lvl6pPr>
            <a:lvl7pPr algn="l">
              <a:defRPr sz="1200" b="0">
                <a:solidFill>
                  <a:srgbClr val="666666"/>
                </a:solidFill>
                <a:latin typeface="Times New Roman"/>
                <a:ea typeface="Times New Roman"/>
                <a:cs typeface="Times New Roman"/>
              </a:defRPr>
            </a:lvl7pPr>
            <a:lvl8pPr algn="l">
              <a:defRPr sz="1200" b="0">
                <a:solidFill>
                  <a:srgbClr val="666666"/>
                </a:solidFill>
                <a:latin typeface="Times New Roman"/>
                <a:ea typeface="Times New Roman"/>
                <a:cs typeface="Times New Roman"/>
              </a:defRPr>
            </a:lvl8pPr>
            <a:lvl9pPr algn="l">
              <a:defRPr sz="1200" b="0">
                <a:solidFill>
                  <a:srgbClr val="666666"/>
                </a:solidFill>
                <a:latin typeface="Times New Roman"/>
                <a:ea typeface="Times New Roman"/>
                <a:cs typeface="Times New Roman"/>
              </a:defRPr>
            </a:lvl9pPr>
          </a:lstStyle>
          <a:p xmlns:a="http://schemas.openxmlformats.org/drawingml/2006/main">
            <a:pPr algn="l">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Profile and listing signals meet in a score funnel; the 70/100 rule filters the candidate’s own feed.</a:t>
            </a:r>
          </a:p>
        </p:txBody>
      </p:sp>
      <p:sp>
        <p:nvSpPr>
          <p:cNvPr id="24" name="">
            <a:extLst xmlns:a="http://schemas.openxmlformats.org/drawingml/2006/main">
              <a:ext uri="{FF2B5EF4-FFF2-40B4-BE49-F238E27FC236}">
                <a16:creationId xmlns:a16="http://schemas.microsoft.com/office/drawing/2014/main" id="{D54335A2-F79D-47FE-B677-79147FEC217E}"/>
              </a:ext>
            </a:extLst>
          </p:cNvPr>
          <p:cNvSpPr>
            <a:spLocks xmlns:a="http://schemas.openxmlformats.org/drawingml/2006/main" noGrp="1"/>
          </p:cNvSpPr>
          <p:nvPr/>
        </p:nvSpPr>
        <p:spPr>
          <a:xfrm xmlns:a="http://schemas.openxmlformats.org/drawingml/2006/main">
            <a:off x="523875" y="1752600"/>
            <a:ext cx="1885950" cy="876300"/>
          </a:xfrm>
          <a:prstGeom xmlns:a="http://schemas.openxmlformats.org/drawingml/2006/main" prst="roundRect">
            <a:avLst>
              <a:gd name="adj" fmla="val 8696"/>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CONFIRMED</a:t>
            </a:r>
          </a:p>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CANDIDATE PROFILE</a:t>
            </a:r>
          </a:p>
        </p:txBody>
      </p:sp>
      <p:sp>
        <p:nvSpPr>
          <p:cNvPr id="25" name="">
            <a:extLst xmlns:a="http://schemas.openxmlformats.org/drawingml/2006/main">
              <a:ext uri="{FF2B5EF4-FFF2-40B4-BE49-F238E27FC236}">
                <a16:creationId xmlns:a16="http://schemas.microsoft.com/office/drawing/2014/main" id="{A8520D9A-4494-4F86-AA56-91A608DE72E8}"/>
              </a:ext>
            </a:extLst>
          </p:cNvPr>
          <p:cNvSpPr>
            <a:spLocks xmlns:a="http://schemas.openxmlformats.org/drawingml/2006/main" noGrp="1"/>
          </p:cNvSpPr>
          <p:nvPr/>
        </p:nvSpPr>
        <p:spPr>
          <a:xfrm xmlns:a="http://schemas.openxmlformats.org/drawingml/2006/main">
            <a:off x="523875" y="3333750"/>
            <a:ext cx="1885950" cy="876300"/>
          </a:xfrm>
          <a:prstGeom xmlns:a="http://schemas.openxmlformats.org/drawingml/2006/main" prst="roundRect">
            <a:avLst>
              <a:gd name="adj" fmla="val 8696"/>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TRUSTED</a:t>
            </a:r>
          </a:p>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PUBLISHED JOB</a:t>
            </a:r>
          </a:p>
        </p:txBody>
      </p:sp>
      <p:sp>
        <p:nvSpPr>
          <p:cNvPr id="26" name="">
            <a:extLst xmlns:a="http://schemas.openxmlformats.org/drawingml/2006/main">
              <a:ext uri="{FF2B5EF4-FFF2-40B4-BE49-F238E27FC236}">
                <a16:creationId xmlns:a16="http://schemas.microsoft.com/office/drawing/2014/main" id="{FE3BD54B-2D25-4C9D-A161-5CCEF17C06F6}"/>
              </a:ext>
            </a:extLst>
          </p:cNvPr>
          <p:cNvSpPr>
            <a:spLocks xmlns:a="http://schemas.openxmlformats.org/drawingml/2006/main" noGrp="1"/>
          </p:cNvSpPr>
          <p:nvPr/>
        </p:nvSpPr>
        <p:spPr>
          <a:xfrm xmlns:a="http://schemas.openxmlformats.org/drawingml/2006/main">
            <a:off x="2914650" y="1552575"/>
            <a:ext cx="3371850" cy="3009900"/>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14288">
            <a:solidFill>
              <a:srgbClr val="1686D9"/>
            </a:solidFill>
            <a:prstDash val="solid"/>
          </a:ln>
        </p:spPr>
      </p:sp>
      <p:sp>
        <p:nvSpPr>
          <p:cNvPr id="27" name="">
            <a:extLst xmlns:a="http://schemas.openxmlformats.org/drawingml/2006/main">
              <a:ext uri="{FF2B5EF4-FFF2-40B4-BE49-F238E27FC236}">
                <a16:creationId xmlns:a16="http://schemas.microsoft.com/office/drawing/2014/main" id="{9C04CB4D-C06C-4BAC-B1D0-5BD7735EC92B}"/>
              </a:ext>
            </a:extLst>
          </p:cNvPr>
          <p:cNvSpPr>
            <a:spLocks xmlns:a="http://schemas.openxmlformats.org/drawingml/2006/main" noGrp="1"/>
          </p:cNvSpPr>
          <p:nvPr/>
        </p:nvSpPr>
        <p:spPr>
          <a:xfrm xmlns:a="http://schemas.openxmlformats.org/drawingml/2006/main">
            <a:off x="3086100" y="1676400"/>
            <a:ext cx="3028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PROFILE ↔ ROLE FIT</a:t>
            </a:r>
          </a:p>
        </p:txBody>
      </p:sp>
      <p:sp>
        <p:nvSpPr>
          <p:cNvPr id="28" name="">
            <a:extLst xmlns:a="http://schemas.openxmlformats.org/drawingml/2006/main">
              <a:ext uri="{FF2B5EF4-FFF2-40B4-BE49-F238E27FC236}">
                <a16:creationId xmlns:a16="http://schemas.microsoft.com/office/drawing/2014/main" id="{91BC6D36-696A-465C-A953-23721C052570}"/>
              </a:ext>
            </a:extLst>
          </p:cNvPr>
          <p:cNvSpPr>
            <a:spLocks xmlns:a="http://schemas.openxmlformats.org/drawingml/2006/main" noGrp="1"/>
          </p:cNvSpPr>
          <p:nvPr/>
        </p:nvSpPr>
        <p:spPr>
          <a:xfrm xmlns:a="http://schemas.openxmlformats.org/drawingml/2006/main">
            <a:off x="3076575" y="2076450"/>
            <a:ext cx="1123950" cy="285750"/>
          </a:xfrm>
          <a:prstGeom xmlns:a="http://schemas.openxmlformats.org/drawingml/2006/main" prst="roundRect">
            <a:avLst>
              <a:gd name="adj" fmla="val 26667"/>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Skills</a:t>
            </a:r>
          </a:p>
        </p:txBody>
      </p:sp>
      <p:sp>
        <p:nvSpPr>
          <p:cNvPr id="29" name="">
            <a:extLst xmlns:a="http://schemas.openxmlformats.org/drawingml/2006/main">
              <a:ext uri="{FF2B5EF4-FFF2-40B4-BE49-F238E27FC236}">
                <a16:creationId xmlns:a16="http://schemas.microsoft.com/office/drawing/2014/main" id="{DAA7480A-5B20-447D-9EEA-8FE5F35FA35F}"/>
              </a:ext>
            </a:extLst>
          </p:cNvPr>
          <p:cNvSpPr>
            <a:spLocks xmlns:a="http://schemas.openxmlformats.org/drawingml/2006/main" noGrp="1"/>
          </p:cNvSpPr>
          <p:nvPr/>
        </p:nvSpPr>
        <p:spPr>
          <a:xfrm xmlns:a="http://schemas.openxmlformats.org/drawingml/2006/main">
            <a:off x="4229100" y="2095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30%</a:t>
            </a:r>
          </a:p>
        </p:txBody>
      </p:sp>
      <p:sp>
        <p:nvSpPr>
          <p:cNvPr id="30" name="">
            <a:extLst xmlns:a="http://schemas.openxmlformats.org/drawingml/2006/main">
              <a:ext uri="{FF2B5EF4-FFF2-40B4-BE49-F238E27FC236}">
                <a16:creationId xmlns:a16="http://schemas.microsoft.com/office/drawing/2014/main" id="{7A60E621-803B-446E-AC03-72C0A0AA5D5D}"/>
              </a:ext>
            </a:extLst>
          </p:cNvPr>
          <p:cNvSpPr>
            <a:spLocks xmlns:a="http://schemas.openxmlformats.org/drawingml/2006/main" noGrp="1"/>
          </p:cNvSpPr>
          <p:nvPr/>
        </p:nvSpPr>
        <p:spPr>
          <a:xfrm xmlns:a="http://schemas.openxmlformats.org/drawingml/2006/main">
            <a:off x="4629150" y="2076450"/>
            <a:ext cx="1123950" cy="285750"/>
          </a:xfrm>
          <a:prstGeom xmlns:a="http://schemas.openxmlformats.org/drawingml/2006/main" prst="roundRect">
            <a:avLst>
              <a:gd name="adj" fmla="val 26667"/>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Experience</a:t>
            </a:r>
          </a:p>
        </p:txBody>
      </p:sp>
      <p:sp>
        <p:nvSpPr>
          <p:cNvPr id="31" name="">
            <a:extLst xmlns:a="http://schemas.openxmlformats.org/drawingml/2006/main">
              <a:ext uri="{FF2B5EF4-FFF2-40B4-BE49-F238E27FC236}">
                <a16:creationId xmlns:a16="http://schemas.microsoft.com/office/drawing/2014/main" id="{A80BCBCF-5041-4B8F-B956-FA85D5FE2A6B}"/>
              </a:ext>
            </a:extLst>
          </p:cNvPr>
          <p:cNvSpPr>
            <a:spLocks xmlns:a="http://schemas.openxmlformats.org/drawingml/2006/main" noGrp="1"/>
          </p:cNvSpPr>
          <p:nvPr/>
        </p:nvSpPr>
        <p:spPr>
          <a:xfrm xmlns:a="http://schemas.openxmlformats.org/drawingml/2006/main">
            <a:off x="5781675" y="2095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20%</a:t>
            </a:r>
          </a:p>
        </p:txBody>
      </p:sp>
      <p:sp>
        <p:nvSpPr>
          <p:cNvPr id="32" name="">
            <a:extLst xmlns:a="http://schemas.openxmlformats.org/drawingml/2006/main">
              <a:ext uri="{FF2B5EF4-FFF2-40B4-BE49-F238E27FC236}">
                <a16:creationId xmlns:a16="http://schemas.microsoft.com/office/drawing/2014/main" id="{8B618A55-B2C0-4EDB-B84E-E5D98F00D666}"/>
              </a:ext>
            </a:extLst>
          </p:cNvPr>
          <p:cNvSpPr>
            <a:spLocks xmlns:a="http://schemas.openxmlformats.org/drawingml/2006/main" noGrp="1"/>
          </p:cNvSpPr>
          <p:nvPr/>
        </p:nvSpPr>
        <p:spPr>
          <a:xfrm xmlns:a="http://schemas.openxmlformats.org/drawingml/2006/main">
            <a:off x="3076575" y="2590800"/>
            <a:ext cx="1123950" cy="285750"/>
          </a:xfrm>
          <a:prstGeom xmlns:a="http://schemas.openxmlformats.org/drawingml/2006/main" prst="roundRect">
            <a:avLst>
              <a:gd name="adj" fmla="val 26667"/>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Role fit</a:t>
            </a:r>
          </a:p>
        </p:txBody>
      </p:sp>
      <p:sp>
        <p:nvSpPr>
          <p:cNvPr id="33" name="">
            <a:extLst xmlns:a="http://schemas.openxmlformats.org/drawingml/2006/main">
              <a:ext uri="{FF2B5EF4-FFF2-40B4-BE49-F238E27FC236}">
                <a16:creationId xmlns:a16="http://schemas.microsoft.com/office/drawing/2014/main" id="{AB1480D0-6D32-4044-8D4D-AF839CFE9037}"/>
              </a:ext>
            </a:extLst>
          </p:cNvPr>
          <p:cNvSpPr>
            <a:spLocks xmlns:a="http://schemas.openxmlformats.org/drawingml/2006/main" noGrp="1"/>
          </p:cNvSpPr>
          <p:nvPr/>
        </p:nvSpPr>
        <p:spPr>
          <a:xfrm xmlns:a="http://schemas.openxmlformats.org/drawingml/2006/main">
            <a:off x="4229100" y="26098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15%</a:t>
            </a:r>
          </a:p>
        </p:txBody>
      </p:sp>
      <p:sp>
        <p:nvSpPr>
          <p:cNvPr id="34" name="">
            <a:extLst xmlns:a="http://schemas.openxmlformats.org/drawingml/2006/main">
              <a:ext uri="{FF2B5EF4-FFF2-40B4-BE49-F238E27FC236}">
                <a16:creationId xmlns:a16="http://schemas.microsoft.com/office/drawing/2014/main" id="{DF86D084-656D-4D74-995B-5F0F8904DA0B}"/>
              </a:ext>
            </a:extLst>
          </p:cNvPr>
          <p:cNvSpPr>
            <a:spLocks xmlns:a="http://schemas.openxmlformats.org/drawingml/2006/main" noGrp="1"/>
          </p:cNvSpPr>
          <p:nvPr/>
        </p:nvSpPr>
        <p:spPr>
          <a:xfrm xmlns:a="http://schemas.openxmlformats.org/drawingml/2006/main">
            <a:off x="4629150" y="2590800"/>
            <a:ext cx="1123950" cy="285750"/>
          </a:xfrm>
          <a:prstGeom xmlns:a="http://schemas.openxmlformats.org/drawingml/2006/main" prst="roundRect">
            <a:avLst>
              <a:gd name="adj" fmla="val 26667"/>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Education</a:t>
            </a:r>
          </a:p>
        </p:txBody>
      </p:sp>
      <p:sp>
        <p:nvSpPr>
          <p:cNvPr id="35" name="">
            <a:extLst xmlns:a="http://schemas.openxmlformats.org/drawingml/2006/main">
              <a:ext uri="{FF2B5EF4-FFF2-40B4-BE49-F238E27FC236}">
                <a16:creationId xmlns:a16="http://schemas.microsoft.com/office/drawing/2014/main" id="{ABE5A77D-A6DC-421D-8F79-F089BD2FDB59}"/>
              </a:ext>
            </a:extLst>
          </p:cNvPr>
          <p:cNvSpPr>
            <a:spLocks xmlns:a="http://schemas.openxmlformats.org/drawingml/2006/main" noGrp="1"/>
          </p:cNvSpPr>
          <p:nvPr/>
        </p:nvSpPr>
        <p:spPr>
          <a:xfrm xmlns:a="http://schemas.openxmlformats.org/drawingml/2006/main">
            <a:off x="5781675" y="26098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10%</a:t>
            </a:r>
          </a:p>
        </p:txBody>
      </p:sp>
      <p:sp>
        <p:nvSpPr>
          <p:cNvPr id="36" name="">
            <a:extLst xmlns:a="http://schemas.openxmlformats.org/drawingml/2006/main">
              <a:ext uri="{FF2B5EF4-FFF2-40B4-BE49-F238E27FC236}">
                <a16:creationId xmlns:a16="http://schemas.microsoft.com/office/drawing/2014/main" id="{FB058B09-35C3-48E4-8FC1-49E0DA648423}"/>
              </a:ext>
            </a:extLst>
          </p:cNvPr>
          <p:cNvSpPr>
            <a:spLocks xmlns:a="http://schemas.openxmlformats.org/drawingml/2006/main" noGrp="1"/>
          </p:cNvSpPr>
          <p:nvPr/>
        </p:nvSpPr>
        <p:spPr>
          <a:xfrm xmlns:a="http://schemas.openxmlformats.org/drawingml/2006/main">
            <a:off x="3076575" y="3105150"/>
            <a:ext cx="1123950" cy="285750"/>
          </a:xfrm>
          <a:prstGeom xmlns:a="http://schemas.openxmlformats.org/drawingml/2006/main" prst="roundRect">
            <a:avLst>
              <a:gd name="adj" fmla="val 26667"/>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Location</a:t>
            </a:r>
          </a:p>
        </p:txBody>
      </p:sp>
      <p:sp>
        <p:nvSpPr>
          <p:cNvPr id="37" name="">
            <a:extLst xmlns:a="http://schemas.openxmlformats.org/drawingml/2006/main">
              <a:ext uri="{FF2B5EF4-FFF2-40B4-BE49-F238E27FC236}">
                <a16:creationId xmlns:a16="http://schemas.microsoft.com/office/drawing/2014/main" id="{0ED8D2D5-16AC-4FA3-B4A3-747D3F87E880}"/>
              </a:ext>
            </a:extLst>
          </p:cNvPr>
          <p:cNvSpPr>
            <a:spLocks xmlns:a="http://schemas.openxmlformats.org/drawingml/2006/main" noGrp="1"/>
          </p:cNvSpPr>
          <p:nvPr/>
        </p:nvSpPr>
        <p:spPr>
          <a:xfrm xmlns:a="http://schemas.openxmlformats.org/drawingml/2006/main">
            <a:off x="4229100" y="31242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10%</a:t>
            </a:r>
          </a:p>
        </p:txBody>
      </p:sp>
      <p:sp>
        <p:nvSpPr>
          <p:cNvPr id="38" name="">
            <a:extLst xmlns:a="http://schemas.openxmlformats.org/drawingml/2006/main">
              <a:ext uri="{FF2B5EF4-FFF2-40B4-BE49-F238E27FC236}">
                <a16:creationId xmlns:a16="http://schemas.microsoft.com/office/drawing/2014/main" id="{F1505618-E559-4DD4-9784-6CF2EE10DCDD}"/>
              </a:ext>
            </a:extLst>
          </p:cNvPr>
          <p:cNvSpPr>
            <a:spLocks xmlns:a="http://schemas.openxmlformats.org/drawingml/2006/main" noGrp="1"/>
          </p:cNvSpPr>
          <p:nvPr/>
        </p:nvSpPr>
        <p:spPr>
          <a:xfrm xmlns:a="http://schemas.openxmlformats.org/drawingml/2006/main">
            <a:off x="4629150" y="3105150"/>
            <a:ext cx="1123950" cy="285750"/>
          </a:xfrm>
          <a:prstGeom xmlns:a="http://schemas.openxmlformats.org/drawingml/2006/main" prst="roundRect">
            <a:avLst>
              <a:gd name="adj" fmla="val 26667"/>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Projects</a:t>
            </a:r>
          </a:p>
        </p:txBody>
      </p:sp>
      <p:sp>
        <p:nvSpPr>
          <p:cNvPr id="39" name="">
            <a:extLst xmlns:a="http://schemas.openxmlformats.org/drawingml/2006/main">
              <a:ext uri="{FF2B5EF4-FFF2-40B4-BE49-F238E27FC236}">
                <a16:creationId xmlns:a16="http://schemas.microsoft.com/office/drawing/2014/main" id="{0A458F73-3E86-4B8D-AB5E-8006029386E3}"/>
              </a:ext>
            </a:extLst>
          </p:cNvPr>
          <p:cNvSpPr>
            <a:spLocks xmlns:a="http://schemas.openxmlformats.org/drawingml/2006/main" noGrp="1"/>
          </p:cNvSpPr>
          <p:nvPr/>
        </p:nvSpPr>
        <p:spPr>
          <a:xfrm xmlns:a="http://schemas.openxmlformats.org/drawingml/2006/main">
            <a:off x="5781675" y="31242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5%</a:t>
            </a:r>
          </a:p>
        </p:txBody>
      </p:sp>
      <p:sp>
        <p:nvSpPr>
          <p:cNvPr id="40" name="">
            <a:extLst xmlns:a="http://schemas.openxmlformats.org/drawingml/2006/main">
              <a:ext uri="{FF2B5EF4-FFF2-40B4-BE49-F238E27FC236}">
                <a16:creationId xmlns:a16="http://schemas.microsoft.com/office/drawing/2014/main" id="{CB2A109A-B90B-4F48-8AB6-833CC1655938}"/>
              </a:ext>
            </a:extLst>
          </p:cNvPr>
          <p:cNvSpPr>
            <a:spLocks xmlns:a="http://schemas.openxmlformats.org/drawingml/2006/main" noGrp="1"/>
          </p:cNvSpPr>
          <p:nvPr/>
        </p:nvSpPr>
        <p:spPr>
          <a:xfrm xmlns:a="http://schemas.openxmlformats.org/drawingml/2006/main">
            <a:off x="3076575" y="3619500"/>
            <a:ext cx="1123950" cy="285750"/>
          </a:xfrm>
          <a:prstGeom xmlns:a="http://schemas.openxmlformats.org/drawingml/2006/main" prst="roundRect">
            <a:avLst>
              <a:gd name="adj" fmla="val 26667"/>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Salary</a:t>
            </a:r>
          </a:p>
        </p:txBody>
      </p:sp>
      <p:sp>
        <p:nvSpPr>
          <p:cNvPr id="41" name="">
            <a:extLst xmlns:a="http://schemas.openxmlformats.org/drawingml/2006/main">
              <a:ext uri="{FF2B5EF4-FFF2-40B4-BE49-F238E27FC236}">
                <a16:creationId xmlns:a16="http://schemas.microsoft.com/office/drawing/2014/main" id="{6779ACB5-A0D1-4F8F-88A6-4774F7736B35}"/>
              </a:ext>
            </a:extLst>
          </p:cNvPr>
          <p:cNvSpPr>
            <a:spLocks xmlns:a="http://schemas.openxmlformats.org/drawingml/2006/main" noGrp="1"/>
          </p:cNvSpPr>
          <p:nvPr/>
        </p:nvSpPr>
        <p:spPr>
          <a:xfrm xmlns:a="http://schemas.openxmlformats.org/drawingml/2006/main">
            <a:off x="4229100" y="36385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5%</a:t>
            </a:r>
          </a:p>
        </p:txBody>
      </p:sp>
      <p:sp>
        <p:nvSpPr>
          <p:cNvPr id="42" name="">
            <a:extLst xmlns:a="http://schemas.openxmlformats.org/drawingml/2006/main">
              <a:ext uri="{FF2B5EF4-FFF2-40B4-BE49-F238E27FC236}">
                <a16:creationId xmlns:a16="http://schemas.microsoft.com/office/drawing/2014/main" id="{67D50FA9-9D6D-4AF0-BB64-D1365D72A8B4}"/>
              </a:ext>
            </a:extLst>
          </p:cNvPr>
          <p:cNvSpPr>
            <a:spLocks xmlns:a="http://schemas.openxmlformats.org/drawingml/2006/main" noGrp="1"/>
          </p:cNvSpPr>
          <p:nvPr/>
        </p:nvSpPr>
        <p:spPr>
          <a:xfrm xmlns:a="http://schemas.openxmlformats.org/drawingml/2006/main">
            <a:off x="4629150" y="3619500"/>
            <a:ext cx="1123950" cy="285750"/>
          </a:xfrm>
          <a:prstGeom xmlns:a="http://schemas.openxmlformats.org/drawingml/2006/main" prst="roundRect">
            <a:avLst>
              <a:gd name="adj" fmla="val 26667"/>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Preferences</a:t>
            </a:r>
          </a:p>
        </p:txBody>
      </p:sp>
      <p:sp>
        <p:nvSpPr>
          <p:cNvPr id="43" name="">
            <a:extLst xmlns:a="http://schemas.openxmlformats.org/drawingml/2006/main">
              <a:ext uri="{FF2B5EF4-FFF2-40B4-BE49-F238E27FC236}">
                <a16:creationId xmlns:a16="http://schemas.microsoft.com/office/drawing/2014/main" id="{4BF002D1-E376-448A-A9C1-FA2482B202A1}"/>
              </a:ext>
            </a:extLst>
          </p:cNvPr>
          <p:cNvSpPr>
            <a:spLocks xmlns:a="http://schemas.openxmlformats.org/drawingml/2006/main" noGrp="1"/>
          </p:cNvSpPr>
          <p:nvPr/>
        </p:nvSpPr>
        <p:spPr>
          <a:xfrm xmlns:a="http://schemas.openxmlformats.org/drawingml/2006/main">
            <a:off x="5781675" y="363855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825" b="1">
                <a:solidFill>
                  <a:srgbClr val="000000"/>
                </a:solidFill>
                <a:latin typeface="Times New Roman"/>
                <a:ea typeface="Times New Roman"/>
                <a:cs typeface="Times New Roman"/>
              </a:defRPr>
            </a:defPPr>
            <a:lvl1pPr algn="r">
              <a:defRPr sz="825" b="1">
                <a:solidFill>
                  <a:srgbClr val="000000"/>
                </a:solidFill>
                <a:latin typeface="Times New Roman"/>
                <a:ea typeface="Times New Roman"/>
                <a:cs typeface="Times New Roman"/>
              </a:defRPr>
            </a:lvl1pPr>
            <a:lvl2pPr algn="r">
              <a:defRPr sz="825" b="1">
                <a:solidFill>
                  <a:srgbClr val="000000"/>
                </a:solidFill>
                <a:latin typeface="Times New Roman"/>
                <a:ea typeface="Times New Roman"/>
                <a:cs typeface="Times New Roman"/>
              </a:defRPr>
            </a:lvl2pPr>
            <a:lvl3pPr algn="r">
              <a:defRPr sz="825" b="1">
                <a:solidFill>
                  <a:srgbClr val="000000"/>
                </a:solidFill>
                <a:latin typeface="Times New Roman"/>
                <a:ea typeface="Times New Roman"/>
                <a:cs typeface="Times New Roman"/>
              </a:defRPr>
            </a:lvl3pPr>
            <a:lvl4pPr algn="r">
              <a:defRPr sz="825" b="1">
                <a:solidFill>
                  <a:srgbClr val="000000"/>
                </a:solidFill>
                <a:latin typeface="Times New Roman"/>
                <a:ea typeface="Times New Roman"/>
                <a:cs typeface="Times New Roman"/>
              </a:defRPr>
            </a:lvl4pPr>
            <a:lvl5pPr algn="r">
              <a:defRPr sz="825" b="1">
                <a:solidFill>
                  <a:srgbClr val="000000"/>
                </a:solidFill>
                <a:latin typeface="Times New Roman"/>
                <a:ea typeface="Times New Roman"/>
                <a:cs typeface="Times New Roman"/>
              </a:defRPr>
            </a:lvl5pPr>
            <a:lvl6pPr algn="r">
              <a:defRPr sz="825" b="1">
                <a:solidFill>
                  <a:srgbClr val="000000"/>
                </a:solidFill>
                <a:latin typeface="Times New Roman"/>
                <a:ea typeface="Times New Roman"/>
                <a:cs typeface="Times New Roman"/>
              </a:defRPr>
            </a:lvl6pPr>
            <a:lvl7pPr algn="r">
              <a:defRPr sz="825" b="1">
                <a:solidFill>
                  <a:srgbClr val="000000"/>
                </a:solidFill>
                <a:latin typeface="Times New Roman"/>
                <a:ea typeface="Times New Roman"/>
                <a:cs typeface="Times New Roman"/>
              </a:defRPr>
            </a:lvl7pPr>
            <a:lvl8pPr algn="r">
              <a:defRPr sz="825" b="1">
                <a:solidFill>
                  <a:srgbClr val="000000"/>
                </a:solidFill>
                <a:latin typeface="Times New Roman"/>
                <a:ea typeface="Times New Roman"/>
                <a:cs typeface="Times New Roman"/>
              </a:defRPr>
            </a:lvl8pPr>
            <a:lvl9pPr algn="r">
              <a:defRPr sz="825" b="1">
                <a:solidFill>
                  <a:srgbClr val="000000"/>
                </a:solidFill>
                <a:latin typeface="Times New Roman"/>
                <a:ea typeface="Times New Roman"/>
                <a:cs typeface="Times New Roman"/>
              </a:defRPr>
            </a:lvl9pPr>
          </a:lstStyle>
          <a:p xmlns:a="http://schemas.openxmlformats.org/drawingml/2006/main">
            <a:pPr algn="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5%</a:t>
            </a:r>
          </a:p>
        </p:txBody>
      </p:sp>
      <p:sp>
        <p:nvSpPr>
          <p:cNvPr id="44" name="">
            <a:extLst xmlns:a="http://schemas.openxmlformats.org/drawingml/2006/main">
              <a:ext uri="{FF2B5EF4-FFF2-40B4-BE49-F238E27FC236}">
                <a16:creationId xmlns:a16="http://schemas.microsoft.com/office/drawing/2014/main" id="{92A09707-0330-489C-9BBD-D416A251009A}"/>
              </a:ext>
            </a:extLst>
          </p:cNvPr>
          <p:cNvSpPr>
            <a:spLocks xmlns:a="http://schemas.openxmlformats.org/drawingml/2006/main" noGrp="1"/>
          </p:cNvSpPr>
          <p:nvPr/>
        </p:nvSpPr>
        <p:spPr>
          <a:xfrm xmlns:a="http://schemas.openxmlformats.org/drawingml/2006/main">
            <a:off x="3105150" y="4171950"/>
            <a:ext cx="2990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Transparent fit signals + listing quality</a:t>
            </a:r>
          </a:p>
        </p:txBody>
      </p:sp>
      <p:sp>
        <p:nvSpPr>
          <p:cNvPr id="45" name="">
            <a:extLst xmlns:a="http://schemas.openxmlformats.org/drawingml/2006/main">
              <a:ext uri="{FF2B5EF4-FFF2-40B4-BE49-F238E27FC236}">
                <a16:creationId xmlns:a16="http://schemas.microsoft.com/office/drawing/2014/main" id="{29493719-EC52-4C3C-BCB7-A6767BC71D10}"/>
              </a:ext>
            </a:extLst>
          </p:cNvPr>
          <p:cNvSpPr>
            <a:spLocks xmlns:a="http://schemas.openxmlformats.org/drawingml/2006/main" noGrp="1"/>
          </p:cNvSpPr>
          <p:nvPr/>
        </p:nvSpPr>
        <p:spPr>
          <a:xfrm xmlns:a="http://schemas.openxmlformats.org/drawingml/2006/main">
            <a:off x="6667500" y="2238375"/>
            <a:ext cx="1762125" cy="933450"/>
          </a:xfrm>
          <a:prstGeom xmlns:a="http://schemas.openxmlformats.org/drawingml/2006/main" prst="roundRect">
            <a:avLst>
              <a:gd name="adj" fmla="val 8163"/>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DENSE RANKER + FIT</a:t>
            </a:r>
          </a:p>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0.6 neural + 0.4 structured</a:t>
            </a:r>
          </a:p>
        </p:txBody>
      </p:sp>
      <p:sp>
        <p:nvSpPr>
          <p:cNvPr id="46" name="">
            <a:extLst xmlns:a="http://schemas.openxmlformats.org/drawingml/2006/main">
              <a:ext uri="{FF2B5EF4-FFF2-40B4-BE49-F238E27FC236}">
                <a16:creationId xmlns:a16="http://schemas.microsoft.com/office/drawing/2014/main" id="{1B475471-60D6-4AD8-A40B-8600BEDA43F8}"/>
              </a:ext>
            </a:extLst>
          </p:cNvPr>
          <p:cNvSpPr>
            <a:spLocks xmlns:a="http://schemas.openxmlformats.org/drawingml/2006/main" noGrp="1"/>
          </p:cNvSpPr>
          <p:nvPr/>
        </p:nvSpPr>
        <p:spPr>
          <a:xfrm xmlns:a="http://schemas.openxmlformats.org/drawingml/2006/main">
            <a:off x="8858250" y="2238375"/>
            <a:ext cx="1428750" cy="933450"/>
          </a:xfrm>
          <a:prstGeom xmlns:a="http://schemas.openxmlformats.org/drawingml/2006/main" prst="roundRect">
            <a:avLst>
              <a:gd name="adj" fmla="val 8163"/>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MATCH GATE</a:t>
            </a:r>
          </a:p>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≥70 / 100</a:t>
            </a:r>
          </a:p>
        </p:txBody>
      </p:sp>
      <p:sp>
        <p:nvSpPr>
          <p:cNvPr id="47" name="">
            <a:extLst xmlns:a="http://schemas.openxmlformats.org/drawingml/2006/main">
              <a:ext uri="{FF2B5EF4-FFF2-40B4-BE49-F238E27FC236}">
                <a16:creationId xmlns:a16="http://schemas.microsoft.com/office/drawing/2014/main" id="{49C66A49-718D-41D6-95CA-240718626E83}"/>
              </a:ext>
            </a:extLst>
          </p:cNvPr>
          <p:cNvSpPr>
            <a:spLocks xmlns:a="http://schemas.openxmlformats.org/drawingml/2006/main" noGrp="1"/>
          </p:cNvSpPr>
          <p:nvPr/>
        </p:nvSpPr>
        <p:spPr>
          <a:xfrm xmlns:a="http://schemas.openxmlformats.org/drawingml/2006/main">
            <a:off x="10534650" y="1657350"/>
            <a:ext cx="1333500" cy="2952750"/>
          </a:xfrm>
          <a:prstGeom xmlns:a="http://schemas.openxmlformats.org/drawingml/2006/main" prst="roundRect">
            <a:avLst>
              <a:gd name="adj" fmla="val 10714"/>
            </a:avLst>
          </a:prstGeom>
          <a:solidFill xmlns:a="http://schemas.openxmlformats.org/drawingml/2006/main">
            <a:srgbClr val="E9F4FD"/>
          </a:solidFill>
          <a:ln xmlns:a="http://schemas.openxmlformats.org/drawingml/2006/main" w="14288">
            <a:solidFill>
              <a:srgbClr val="1686D9"/>
            </a:solidFill>
            <a:prstDash val="solid"/>
          </a:ln>
        </p:spPr>
      </p:sp>
      <p:sp>
        <p:nvSpPr>
          <p:cNvPr id="48" name="">
            <a:extLst xmlns:a="http://schemas.openxmlformats.org/drawingml/2006/main">
              <a:ext uri="{FF2B5EF4-FFF2-40B4-BE49-F238E27FC236}">
                <a16:creationId xmlns:a16="http://schemas.microsoft.com/office/drawing/2014/main" id="{B5799EEB-32C9-49FE-975E-0BD483E27378}"/>
              </a:ext>
            </a:extLst>
          </p:cNvPr>
          <p:cNvSpPr>
            <a:spLocks xmlns:a="http://schemas.openxmlformats.org/drawingml/2006/main" noGrp="1"/>
          </p:cNvSpPr>
          <p:nvPr/>
        </p:nvSpPr>
        <p:spPr>
          <a:xfrm xmlns:a="http://schemas.openxmlformats.org/drawingml/2006/main">
            <a:off x="10648950" y="1790700"/>
            <a:ext cx="1104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PERSONAL FEED</a:t>
            </a:r>
          </a:p>
        </p:txBody>
      </p:sp>
      <p:sp>
        <p:nvSpPr>
          <p:cNvPr id="49" name="">
            <a:extLst xmlns:a="http://schemas.openxmlformats.org/drawingml/2006/main">
              <a:ext uri="{FF2B5EF4-FFF2-40B4-BE49-F238E27FC236}">
                <a16:creationId xmlns:a16="http://schemas.microsoft.com/office/drawing/2014/main" id="{41AB3D66-A331-4134-B035-0DDCE36FBF35}"/>
              </a:ext>
            </a:extLst>
          </p:cNvPr>
          <p:cNvSpPr>
            <a:spLocks xmlns:a="http://schemas.openxmlformats.org/drawingml/2006/main" noGrp="1"/>
          </p:cNvSpPr>
          <p:nvPr/>
        </p:nvSpPr>
        <p:spPr>
          <a:xfrm xmlns:a="http://schemas.openxmlformats.org/drawingml/2006/main">
            <a:off x="10648950" y="2190750"/>
            <a:ext cx="110490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863" b="1">
                <a:solidFill>
                  <a:srgbClr val="000000"/>
                </a:solidFill>
                <a:latin typeface="Times New Roman"/>
                <a:ea typeface="Times New Roman"/>
                <a:cs typeface="Times New Roman"/>
              </a:defRPr>
            </a:defPPr>
            <a:lvl1pPr algn="ctr">
              <a:defRPr sz="863" b="1">
                <a:solidFill>
                  <a:srgbClr val="000000"/>
                </a:solidFill>
                <a:latin typeface="Times New Roman"/>
                <a:ea typeface="Times New Roman"/>
                <a:cs typeface="Times New Roman"/>
              </a:defRPr>
            </a:lvl1pPr>
            <a:lvl2pPr algn="ctr">
              <a:defRPr sz="863" b="1">
                <a:solidFill>
                  <a:srgbClr val="000000"/>
                </a:solidFill>
                <a:latin typeface="Times New Roman"/>
                <a:ea typeface="Times New Roman"/>
                <a:cs typeface="Times New Roman"/>
              </a:defRPr>
            </a:lvl2pPr>
            <a:lvl3pPr algn="ctr">
              <a:defRPr sz="863" b="1">
                <a:solidFill>
                  <a:srgbClr val="000000"/>
                </a:solidFill>
                <a:latin typeface="Times New Roman"/>
                <a:ea typeface="Times New Roman"/>
                <a:cs typeface="Times New Roman"/>
              </a:defRPr>
            </a:lvl3pPr>
            <a:lvl4pPr algn="ctr">
              <a:defRPr sz="863" b="1">
                <a:solidFill>
                  <a:srgbClr val="000000"/>
                </a:solidFill>
                <a:latin typeface="Times New Roman"/>
                <a:ea typeface="Times New Roman"/>
                <a:cs typeface="Times New Roman"/>
              </a:defRPr>
            </a:lvl4pPr>
            <a:lvl5pPr algn="ctr">
              <a:defRPr sz="863" b="1">
                <a:solidFill>
                  <a:srgbClr val="000000"/>
                </a:solidFill>
                <a:latin typeface="Times New Roman"/>
                <a:ea typeface="Times New Roman"/>
                <a:cs typeface="Times New Roman"/>
              </a:defRPr>
            </a:lvl5pPr>
            <a:lvl6pPr algn="ctr">
              <a:defRPr sz="863" b="1">
                <a:solidFill>
                  <a:srgbClr val="000000"/>
                </a:solidFill>
                <a:latin typeface="Times New Roman"/>
                <a:ea typeface="Times New Roman"/>
                <a:cs typeface="Times New Roman"/>
              </a:defRPr>
            </a:lvl6pPr>
            <a:lvl7pPr algn="ctr">
              <a:defRPr sz="863" b="1">
                <a:solidFill>
                  <a:srgbClr val="000000"/>
                </a:solidFill>
                <a:latin typeface="Times New Roman"/>
                <a:ea typeface="Times New Roman"/>
                <a:cs typeface="Times New Roman"/>
              </a:defRPr>
            </a:lvl7pPr>
            <a:lvl8pPr algn="ctr">
              <a:defRPr sz="863" b="1">
                <a:solidFill>
                  <a:srgbClr val="000000"/>
                </a:solidFill>
                <a:latin typeface="Times New Roman"/>
                <a:ea typeface="Times New Roman"/>
                <a:cs typeface="Times New Roman"/>
              </a:defRPr>
            </a:lvl8pPr>
            <a:lvl9pPr algn="ctr">
              <a:defRPr sz="863" b="1">
                <a:solidFill>
                  <a:srgbClr val="000000"/>
                </a:solidFill>
                <a:latin typeface="Times New Roman"/>
                <a:ea typeface="Times New Roman"/>
                <a:cs typeface="Times New Roman"/>
              </a:defRPr>
            </a:lvl9pPr>
          </a:lstStyle>
          <a:p xmlns:a="http://schemas.openxmlformats.org/drawingml/2006/main">
            <a:pPr algn="ctr">
              <a:defRPr sz="863" b="1">
                <a:solidFill>
                  <a:srgbClr val="000000"/>
                </a:solidFill>
                <a:latin typeface="Times New Roman"/>
                <a:ea typeface="Times New Roman"/>
                <a:cs typeface="Times New Roman"/>
              </a:defRPr>
            </a:pPr>
            <a:r>
              <a:rPr sz="863" b="1">
                <a:solidFill>
                  <a:srgbClr val="000000"/>
                </a:solidFill>
                <a:latin typeface="Times New Roman"/>
                <a:ea typeface="Times New Roman"/>
                <a:cs typeface="Times New Roman"/>
              </a:rPr>
              <a:t>Role match</a:t>
            </a:r>
          </a:p>
        </p:txBody>
      </p:sp>
      <p:sp>
        <p:nvSpPr>
          <p:cNvPr id="50" name="">
            <a:extLst xmlns:a="http://schemas.openxmlformats.org/drawingml/2006/main">
              <a:ext uri="{FF2B5EF4-FFF2-40B4-BE49-F238E27FC236}">
                <a16:creationId xmlns:a16="http://schemas.microsoft.com/office/drawing/2014/main" id="{730B64FA-4FCC-41C5-A543-8B2E6C00DC52}"/>
              </a:ext>
            </a:extLst>
          </p:cNvPr>
          <p:cNvSpPr>
            <a:spLocks xmlns:a="http://schemas.openxmlformats.org/drawingml/2006/main" noGrp="1"/>
          </p:cNvSpPr>
          <p:nvPr/>
        </p:nvSpPr>
        <p:spPr>
          <a:xfrm xmlns:a="http://schemas.openxmlformats.org/drawingml/2006/main">
            <a:off x="10648950" y="2790825"/>
            <a:ext cx="110490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863" b="1">
                <a:solidFill>
                  <a:srgbClr val="000000"/>
                </a:solidFill>
                <a:latin typeface="Times New Roman"/>
                <a:ea typeface="Times New Roman"/>
                <a:cs typeface="Times New Roman"/>
              </a:defRPr>
            </a:defPPr>
            <a:lvl1pPr algn="ctr">
              <a:defRPr sz="863" b="1">
                <a:solidFill>
                  <a:srgbClr val="000000"/>
                </a:solidFill>
                <a:latin typeface="Times New Roman"/>
                <a:ea typeface="Times New Roman"/>
                <a:cs typeface="Times New Roman"/>
              </a:defRPr>
            </a:lvl1pPr>
            <a:lvl2pPr algn="ctr">
              <a:defRPr sz="863" b="1">
                <a:solidFill>
                  <a:srgbClr val="000000"/>
                </a:solidFill>
                <a:latin typeface="Times New Roman"/>
                <a:ea typeface="Times New Roman"/>
                <a:cs typeface="Times New Roman"/>
              </a:defRPr>
            </a:lvl2pPr>
            <a:lvl3pPr algn="ctr">
              <a:defRPr sz="863" b="1">
                <a:solidFill>
                  <a:srgbClr val="000000"/>
                </a:solidFill>
                <a:latin typeface="Times New Roman"/>
                <a:ea typeface="Times New Roman"/>
                <a:cs typeface="Times New Roman"/>
              </a:defRPr>
            </a:lvl3pPr>
            <a:lvl4pPr algn="ctr">
              <a:defRPr sz="863" b="1">
                <a:solidFill>
                  <a:srgbClr val="000000"/>
                </a:solidFill>
                <a:latin typeface="Times New Roman"/>
                <a:ea typeface="Times New Roman"/>
                <a:cs typeface="Times New Roman"/>
              </a:defRPr>
            </a:lvl4pPr>
            <a:lvl5pPr algn="ctr">
              <a:defRPr sz="863" b="1">
                <a:solidFill>
                  <a:srgbClr val="000000"/>
                </a:solidFill>
                <a:latin typeface="Times New Roman"/>
                <a:ea typeface="Times New Roman"/>
                <a:cs typeface="Times New Roman"/>
              </a:defRPr>
            </a:lvl5pPr>
            <a:lvl6pPr algn="ctr">
              <a:defRPr sz="863" b="1">
                <a:solidFill>
                  <a:srgbClr val="000000"/>
                </a:solidFill>
                <a:latin typeface="Times New Roman"/>
                <a:ea typeface="Times New Roman"/>
                <a:cs typeface="Times New Roman"/>
              </a:defRPr>
            </a:lvl6pPr>
            <a:lvl7pPr algn="ctr">
              <a:defRPr sz="863" b="1">
                <a:solidFill>
                  <a:srgbClr val="000000"/>
                </a:solidFill>
                <a:latin typeface="Times New Roman"/>
                <a:ea typeface="Times New Roman"/>
                <a:cs typeface="Times New Roman"/>
              </a:defRPr>
            </a:lvl7pPr>
            <a:lvl8pPr algn="ctr">
              <a:defRPr sz="863" b="1">
                <a:solidFill>
                  <a:srgbClr val="000000"/>
                </a:solidFill>
                <a:latin typeface="Times New Roman"/>
                <a:ea typeface="Times New Roman"/>
                <a:cs typeface="Times New Roman"/>
              </a:defRPr>
            </a:lvl8pPr>
            <a:lvl9pPr algn="ctr">
              <a:defRPr sz="863" b="1">
                <a:solidFill>
                  <a:srgbClr val="000000"/>
                </a:solidFill>
                <a:latin typeface="Times New Roman"/>
                <a:ea typeface="Times New Roman"/>
                <a:cs typeface="Times New Roman"/>
              </a:defRPr>
            </a:lvl9pPr>
          </a:lstStyle>
          <a:p xmlns:a="http://schemas.openxmlformats.org/drawingml/2006/main">
            <a:pPr algn="ctr">
              <a:defRPr sz="863" b="1">
                <a:solidFill>
                  <a:srgbClr val="000000"/>
                </a:solidFill>
                <a:latin typeface="Times New Roman"/>
                <a:ea typeface="Times New Roman"/>
                <a:cs typeface="Times New Roman"/>
              </a:defRPr>
            </a:pPr>
            <a:r>
              <a:rPr sz="863" b="1">
                <a:solidFill>
                  <a:srgbClr val="000000"/>
                </a:solidFill>
                <a:latin typeface="Times New Roman"/>
                <a:ea typeface="Times New Roman"/>
                <a:cs typeface="Times New Roman"/>
              </a:rPr>
              <a:t>Skills + gaps</a:t>
            </a:r>
          </a:p>
        </p:txBody>
      </p:sp>
      <p:sp>
        <p:nvSpPr>
          <p:cNvPr id="51" name="">
            <a:extLst xmlns:a="http://schemas.openxmlformats.org/drawingml/2006/main">
              <a:ext uri="{FF2B5EF4-FFF2-40B4-BE49-F238E27FC236}">
                <a16:creationId xmlns:a16="http://schemas.microsoft.com/office/drawing/2014/main" id="{0B99CA0C-979D-4FB9-B8BF-8DA1D405EA86}"/>
              </a:ext>
            </a:extLst>
          </p:cNvPr>
          <p:cNvSpPr>
            <a:spLocks xmlns:a="http://schemas.openxmlformats.org/drawingml/2006/main" noGrp="1"/>
          </p:cNvSpPr>
          <p:nvPr/>
        </p:nvSpPr>
        <p:spPr>
          <a:xfrm xmlns:a="http://schemas.openxmlformats.org/drawingml/2006/main">
            <a:off x="10648950" y="3390900"/>
            <a:ext cx="110490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863" b="1">
                <a:solidFill>
                  <a:srgbClr val="000000"/>
                </a:solidFill>
                <a:latin typeface="Times New Roman"/>
                <a:ea typeface="Times New Roman"/>
                <a:cs typeface="Times New Roman"/>
              </a:defRPr>
            </a:defPPr>
            <a:lvl1pPr algn="ctr">
              <a:defRPr sz="863" b="1">
                <a:solidFill>
                  <a:srgbClr val="000000"/>
                </a:solidFill>
                <a:latin typeface="Times New Roman"/>
                <a:ea typeface="Times New Roman"/>
                <a:cs typeface="Times New Roman"/>
              </a:defRPr>
            </a:lvl1pPr>
            <a:lvl2pPr algn="ctr">
              <a:defRPr sz="863" b="1">
                <a:solidFill>
                  <a:srgbClr val="000000"/>
                </a:solidFill>
                <a:latin typeface="Times New Roman"/>
                <a:ea typeface="Times New Roman"/>
                <a:cs typeface="Times New Roman"/>
              </a:defRPr>
            </a:lvl2pPr>
            <a:lvl3pPr algn="ctr">
              <a:defRPr sz="863" b="1">
                <a:solidFill>
                  <a:srgbClr val="000000"/>
                </a:solidFill>
                <a:latin typeface="Times New Roman"/>
                <a:ea typeface="Times New Roman"/>
                <a:cs typeface="Times New Roman"/>
              </a:defRPr>
            </a:lvl3pPr>
            <a:lvl4pPr algn="ctr">
              <a:defRPr sz="863" b="1">
                <a:solidFill>
                  <a:srgbClr val="000000"/>
                </a:solidFill>
                <a:latin typeface="Times New Roman"/>
                <a:ea typeface="Times New Roman"/>
                <a:cs typeface="Times New Roman"/>
              </a:defRPr>
            </a:lvl4pPr>
            <a:lvl5pPr algn="ctr">
              <a:defRPr sz="863" b="1">
                <a:solidFill>
                  <a:srgbClr val="000000"/>
                </a:solidFill>
                <a:latin typeface="Times New Roman"/>
                <a:ea typeface="Times New Roman"/>
                <a:cs typeface="Times New Roman"/>
              </a:defRPr>
            </a:lvl5pPr>
            <a:lvl6pPr algn="ctr">
              <a:defRPr sz="863" b="1">
                <a:solidFill>
                  <a:srgbClr val="000000"/>
                </a:solidFill>
                <a:latin typeface="Times New Roman"/>
                <a:ea typeface="Times New Roman"/>
                <a:cs typeface="Times New Roman"/>
              </a:defRPr>
            </a:lvl6pPr>
            <a:lvl7pPr algn="ctr">
              <a:defRPr sz="863" b="1">
                <a:solidFill>
                  <a:srgbClr val="000000"/>
                </a:solidFill>
                <a:latin typeface="Times New Roman"/>
                <a:ea typeface="Times New Roman"/>
                <a:cs typeface="Times New Roman"/>
              </a:defRPr>
            </a:lvl7pPr>
            <a:lvl8pPr algn="ctr">
              <a:defRPr sz="863" b="1">
                <a:solidFill>
                  <a:srgbClr val="000000"/>
                </a:solidFill>
                <a:latin typeface="Times New Roman"/>
                <a:ea typeface="Times New Roman"/>
                <a:cs typeface="Times New Roman"/>
              </a:defRPr>
            </a:lvl8pPr>
            <a:lvl9pPr algn="ctr">
              <a:defRPr sz="863" b="1">
                <a:solidFill>
                  <a:srgbClr val="000000"/>
                </a:solidFill>
                <a:latin typeface="Times New Roman"/>
                <a:ea typeface="Times New Roman"/>
                <a:cs typeface="Times New Roman"/>
              </a:defRPr>
            </a:lvl9pPr>
          </a:lstStyle>
          <a:p xmlns:a="http://schemas.openxmlformats.org/drawingml/2006/main">
            <a:pPr algn="ctr">
              <a:defRPr sz="863" b="1">
                <a:solidFill>
                  <a:srgbClr val="000000"/>
                </a:solidFill>
                <a:latin typeface="Times New Roman"/>
                <a:ea typeface="Times New Roman"/>
                <a:cs typeface="Times New Roman"/>
              </a:defRPr>
            </a:pPr>
            <a:r>
              <a:rPr sz="863" b="1">
                <a:solidFill>
                  <a:srgbClr val="000000"/>
                </a:solidFill>
                <a:latin typeface="Times New Roman"/>
                <a:ea typeface="Times New Roman"/>
                <a:cs typeface="Times New Roman"/>
              </a:rPr>
              <a:t>Fit reasons</a:t>
            </a:r>
          </a:p>
        </p:txBody>
      </p:sp>
      <p:sp>
        <p:nvSpPr>
          <p:cNvPr id="52" name="">
            <a:extLst xmlns:a="http://schemas.openxmlformats.org/drawingml/2006/main">
              <a:ext uri="{FF2B5EF4-FFF2-40B4-BE49-F238E27FC236}">
                <a16:creationId xmlns:a16="http://schemas.microsoft.com/office/drawing/2014/main" id="{307C42D8-870A-45E8-89C2-63DA953E3F21}"/>
              </a:ext>
            </a:extLst>
          </p:cNvPr>
          <p:cNvSpPr>
            <a:spLocks xmlns:a="http://schemas.openxmlformats.org/drawingml/2006/main" noGrp="1"/>
          </p:cNvSpPr>
          <p:nvPr/>
        </p:nvSpPr>
        <p:spPr>
          <a:xfrm xmlns:a="http://schemas.openxmlformats.org/drawingml/2006/main">
            <a:off x="10648950" y="4000500"/>
            <a:ext cx="1104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863" b="1">
                <a:solidFill>
                  <a:srgbClr val="000000"/>
                </a:solidFill>
                <a:latin typeface="Times New Roman"/>
                <a:ea typeface="Times New Roman"/>
                <a:cs typeface="Times New Roman"/>
              </a:defRPr>
            </a:defPPr>
            <a:lvl1pPr algn="ctr">
              <a:defRPr sz="863" b="1">
                <a:solidFill>
                  <a:srgbClr val="000000"/>
                </a:solidFill>
                <a:latin typeface="Times New Roman"/>
                <a:ea typeface="Times New Roman"/>
                <a:cs typeface="Times New Roman"/>
              </a:defRPr>
            </a:lvl1pPr>
            <a:lvl2pPr algn="ctr">
              <a:defRPr sz="863" b="1">
                <a:solidFill>
                  <a:srgbClr val="000000"/>
                </a:solidFill>
                <a:latin typeface="Times New Roman"/>
                <a:ea typeface="Times New Roman"/>
                <a:cs typeface="Times New Roman"/>
              </a:defRPr>
            </a:lvl2pPr>
            <a:lvl3pPr algn="ctr">
              <a:defRPr sz="863" b="1">
                <a:solidFill>
                  <a:srgbClr val="000000"/>
                </a:solidFill>
                <a:latin typeface="Times New Roman"/>
                <a:ea typeface="Times New Roman"/>
                <a:cs typeface="Times New Roman"/>
              </a:defRPr>
            </a:lvl3pPr>
            <a:lvl4pPr algn="ctr">
              <a:defRPr sz="863" b="1">
                <a:solidFill>
                  <a:srgbClr val="000000"/>
                </a:solidFill>
                <a:latin typeface="Times New Roman"/>
                <a:ea typeface="Times New Roman"/>
                <a:cs typeface="Times New Roman"/>
              </a:defRPr>
            </a:lvl4pPr>
            <a:lvl5pPr algn="ctr">
              <a:defRPr sz="863" b="1">
                <a:solidFill>
                  <a:srgbClr val="000000"/>
                </a:solidFill>
                <a:latin typeface="Times New Roman"/>
                <a:ea typeface="Times New Roman"/>
                <a:cs typeface="Times New Roman"/>
              </a:defRPr>
            </a:lvl5pPr>
            <a:lvl6pPr algn="ctr">
              <a:defRPr sz="863" b="1">
                <a:solidFill>
                  <a:srgbClr val="000000"/>
                </a:solidFill>
                <a:latin typeface="Times New Roman"/>
                <a:ea typeface="Times New Roman"/>
                <a:cs typeface="Times New Roman"/>
              </a:defRPr>
            </a:lvl6pPr>
            <a:lvl7pPr algn="ctr">
              <a:defRPr sz="863" b="1">
                <a:solidFill>
                  <a:srgbClr val="000000"/>
                </a:solidFill>
                <a:latin typeface="Times New Roman"/>
                <a:ea typeface="Times New Roman"/>
                <a:cs typeface="Times New Roman"/>
              </a:defRPr>
            </a:lvl7pPr>
            <a:lvl8pPr algn="ctr">
              <a:defRPr sz="863" b="1">
                <a:solidFill>
                  <a:srgbClr val="000000"/>
                </a:solidFill>
                <a:latin typeface="Times New Roman"/>
                <a:ea typeface="Times New Roman"/>
                <a:cs typeface="Times New Roman"/>
              </a:defRPr>
            </a:lvl8pPr>
            <a:lvl9pPr algn="ctr">
              <a:defRPr sz="863" b="1">
                <a:solidFill>
                  <a:srgbClr val="000000"/>
                </a:solidFill>
                <a:latin typeface="Times New Roman"/>
                <a:ea typeface="Times New Roman"/>
                <a:cs typeface="Times New Roman"/>
              </a:defRPr>
            </a:lvl9pPr>
          </a:lstStyle>
          <a:p xmlns:a="http://schemas.openxmlformats.org/drawingml/2006/main">
            <a:pPr algn="ctr">
              <a:defRPr sz="863" b="1">
                <a:solidFill>
                  <a:srgbClr val="000000"/>
                </a:solidFill>
                <a:latin typeface="Times New Roman"/>
                <a:ea typeface="Times New Roman"/>
                <a:cs typeface="Times New Roman"/>
              </a:defRPr>
            </a:pPr>
            <a:r>
              <a:rPr sz="863" b="1">
                <a:solidFill>
                  <a:srgbClr val="000000"/>
                </a:solidFill>
                <a:latin typeface="Times New Roman"/>
                <a:ea typeface="Times New Roman"/>
                <a:cs typeface="Times New Roman"/>
              </a:rPr>
              <a:t>Top 50 per profile</a:t>
            </a:r>
          </a:p>
        </p:txBody>
      </p:sp>
      <p:sp>
        <p:nvSpPr>
          <p:cNvPr id="58" name="">
            <a:extLst xmlns:a="http://schemas.openxmlformats.org/drawingml/2006/main">
              <a:ext uri="{FF2B5EF4-FFF2-40B4-BE49-F238E27FC236}">
                <a16:creationId xmlns:a16="http://schemas.microsoft.com/office/drawing/2014/main" id="{F06BB49E-42C4-4DE0-A827-7EA47E517FBE}"/>
              </a:ext>
            </a:extLst>
          </p:cNvPr>
          <p:cNvSpPr>
            <a:spLocks xmlns:a="http://schemas.openxmlformats.org/drawingml/2006/main" noGrp="1"/>
          </p:cNvSpPr>
          <p:nvPr/>
        </p:nvSpPr>
        <p:spPr>
          <a:xfrm xmlns:a="http://schemas.openxmlformats.org/drawingml/2006/main">
            <a:off x="2933700" y="4914900"/>
            <a:ext cx="3352800" cy="352425"/>
          </a:xfrm>
          <a:prstGeom xmlns:a="http://schemas.openxmlformats.org/drawingml/2006/main" prst="roundRect">
            <a:avLst>
              <a:gd name="adj" fmla="val 21622"/>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SEPARATE JOB QUALITY GATE</a:t>
            </a:r>
          </a:p>
        </p:txBody>
      </p:sp>
      <p:sp>
        <p:nvSpPr>
          <p:cNvPr id="59" name="">
            <a:extLst xmlns:a="http://schemas.openxmlformats.org/drawingml/2006/main">
              <a:ext uri="{FF2B5EF4-FFF2-40B4-BE49-F238E27FC236}">
                <a16:creationId xmlns:a16="http://schemas.microsoft.com/office/drawing/2014/main" id="{E5020E9C-FFA2-416E-946F-49392CC41974}"/>
              </a:ext>
            </a:extLst>
          </p:cNvPr>
          <p:cNvSpPr>
            <a:spLocks xmlns:a="http://schemas.openxmlformats.org/drawingml/2006/main" noGrp="1"/>
          </p:cNvSpPr>
          <p:nvPr/>
        </p:nvSpPr>
        <p:spPr>
          <a:xfrm xmlns:a="http://schemas.openxmlformats.org/drawingml/2006/main">
            <a:off x="3048000" y="53435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666666"/>
                </a:solidFill>
                <a:latin typeface="Times New Roman"/>
                <a:ea typeface="Times New Roman"/>
                <a:cs typeface="Times New Roman"/>
              </a:defRPr>
            </a:defPPr>
            <a:lvl1pPr algn="ctr">
              <a:defRPr sz="975" b="0">
                <a:solidFill>
                  <a:srgbClr val="666666"/>
                </a:solidFill>
                <a:latin typeface="Times New Roman"/>
                <a:ea typeface="Times New Roman"/>
                <a:cs typeface="Times New Roman"/>
              </a:defRPr>
            </a:lvl1pPr>
            <a:lvl2pPr algn="ctr">
              <a:defRPr sz="975" b="0">
                <a:solidFill>
                  <a:srgbClr val="666666"/>
                </a:solidFill>
                <a:latin typeface="Times New Roman"/>
                <a:ea typeface="Times New Roman"/>
                <a:cs typeface="Times New Roman"/>
              </a:defRPr>
            </a:lvl2pPr>
            <a:lvl3pPr algn="ctr">
              <a:defRPr sz="975" b="0">
                <a:solidFill>
                  <a:srgbClr val="666666"/>
                </a:solidFill>
                <a:latin typeface="Times New Roman"/>
                <a:ea typeface="Times New Roman"/>
                <a:cs typeface="Times New Roman"/>
              </a:defRPr>
            </a:lvl3pPr>
            <a:lvl4pPr algn="ctr">
              <a:defRPr sz="975" b="0">
                <a:solidFill>
                  <a:srgbClr val="666666"/>
                </a:solidFill>
                <a:latin typeface="Times New Roman"/>
                <a:ea typeface="Times New Roman"/>
                <a:cs typeface="Times New Roman"/>
              </a:defRPr>
            </a:lvl4pPr>
            <a:lvl5pPr algn="ctr">
              <a:defRPr sz="975" b="0">
                <a:solidFill>
                  <a:srgbClr val="666666"/>
                </a:solidFill>
                <a:latin typeface="Times New Roman"/>
                <a:ea typeface="Times New Roman"/>
                <a:cs typeface="Times New Roman"/>
              </a:defRPr>
            </a:lvl5pPr>
            <a:lvl6pPr algn="ctr">
              <a:defRPr sz="975" b="0">
                <a:solidFill>
                  <a:srgbClr val="666666"/>
                </a:solidFill>
                <a:latin typeface="Times New Roman"/>
                <a:ea typeface="Times New Roman"/>
                <a:cs typeface="Times New Roman"/>
              </a:defRPr>
            </a:lvl6pPr>
            <a:lvl7pPr algn="ctr">
              <a:defRPr sz="975" b="0">
                <a:solidFill>
                  <a:srgbClr val="666666"/>
                </a:solidFill>
                <a:latin typeface="Times New Roman"/>
                <a:ea typeface="Times New Roman"/>
                <a:cs typeface="Times New Roman"/>
              </a:defRPr>
            </a:lvl7pPr>
            <a:lvl8pPr algn="ctr">
              <a:defRPr sz="975" b="0">
                <a:solidFill>
                  <a:srgbClr val="666666"/>
                </a:solidFill>
                <a:latin typeface="Times New Roman"/>
                <a:ea typeface="Times New Roman"/>
                <a:cs typeface="Times New Roman"/>
              </a:defRPr>
            </a:lvl8pPr>
            <a:lvl9pPr algn="ctr">
              <a:defRPr sz="975" b="0">
                <a:solidFill>
                  <a:srgbClr val="666666"/>
                </a:solidFill>
                <a:latin typeface="Times New Roman"/>
                <a:ea typeface="Times New Roman"/>
                <a:cs typeface="Times New Roman"/>
              </a:defRPr>
            </a:lvl9pPr>
          </a:lstStyle>
          <a:p xmlns:a="http://schemas.openxmlformats.org/drawingml/2006/main">
            <a:pPr algn="ctr">
              <a:defRPr sz="975" b="0">
                <a:solidFill>
                  <a:srgbClr val="666666"/>
                </a:solidFill>
                <a:latin typeface="Times New Roman"/>
                <a:ea typeface="Times New Roman"/>
                <a:cs typeface="Times New Roman"/>
              </a:defRPr>
            </a:pPr>
            <a:r>
              <a:rPr sz="975" b="0">
                <a:solidFill>
                  <a:srgbClr val="666666"/>
                </a:solidFill>
                <a:latin typeface="Times New Roman"/>
                <a:ea typeface="Times New Roman"/>
                <a:cs typeface="Times New Roman"/>
              </a:rPr>
              <a:t>Only active + published listings with job trust &gt;70 enter candidate matching.</a:t>
            </a:r>
          </a:p>
        </p:txBody>
      </p:sp>
      <p:sp>
        <p:nvSpPr>
          <p:cNvPr id="60" name="">
            <a:extLst xmlns:a="http://schemas.openxmlformats.org/drawingml/2006/main">
              <a:ext uri="{FF2B5EF4-FFF2-40B4-BE49-F238E27FC236}">
                <a16:creationId xmlns:a16="http://schemas.microsoft.com/office/drawing/2014/main" id="{956312D7-3A98-4C0E-A427-2B8EE39150AA}"/>
              </a:ext>
            </a:extLst>
          </p:cNvPr>
          <p:cNvSpPr>
            <a:spLocks xmlns:a="http://schemas.openxmlformats.org/drawingml/2006/main" noGrp="1"/>
          </p:cNvSpPr>
          <p:nvPr/>
        </p:nvSpPr>
        <p:spPr>
          <a:xfrm xmlns:a="http://schemas.openxmlformats.org/drawingml/2006/main">
            <a:off x="6667500" y="4914900"/>
            <a:ext cx="3619500" cy="352425"/>
          </a:xfrm>
          <a:prstGeom xmlns:a="http://schemas.openxmlformats.org/drawingml/2006/main" prst="roundRect">
            <a:avLst>
              <a:gd name="adj" fmla="val 21622"/>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70/100 IS A MATCH CUTOFF</a:t>
            </a:r>
          </a:p>
        </p:txBody>
      </p:sp>
      <p:sp>
        <p:nvSpPr>
          <p:cNvPr id="61" name="">
            <a:extLst xmlns:a="http://schemas.openxmlformats.org/drawingml/2006/main">
              <a:ext uri="{FF2B5EF4-FFF2-40B4-BE49-F238E27FC236}">
                <a16:creationId xmlns:a16="http://schemas.microsoft.com/office/drawing/2014/main" id="{B09AC53F-6C0E-4E54-B77A-DA1164540C9D}"/>
              </a:ext>
            </a:extLst>
          </p:cNvPr>
          <p:cNvSpPr>
            <a:spLocks xmlns:a="http://schemas.openxmlformats.org/drawingml/2006/main" noGrp="1"/>
          </p:cNvSpPr>
          <p:nvPr/>
        </p:nvSpPr>
        <p:spPr>
          <a:xfrm xmlns:a="http://schemas.openxmlformats.org/drawingml/2006/main">
            <a:off x="6781800" y="5343525"/>
            <a:ext cx="33909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666666"/>
                </a:solidFill>
                <a:latin typeface="Times New Roman"/>
                <a:ea typeface="Times New Roman"/>
                <a:cs typeface="Times New Roman"/>
              </a:defRPr>
            </a:defPPr>
            <a:lvl1pPr algn="ctr">
              <a:defRPr sz="975" b="0">
                <a:solidFill>
                  <a:srgbClr val="666666"/>
                </a:solidFill>
                <a:latin typeface="Times New Roman"/>
                <a:ea typeface="Times New Roman"/>
                <a:cs typeface="Times New Roman"/>
              </a:defRPr>
            </a:lvl1pPr>
            <a:lvl2pPr algn="ctr">
              <a:defRPr sz="975" b="0">
                <a:solidFill>
                  <a:srgbClr val="666666"/>
                </a:solidFill>
                <a:latin typeface="Times New Roman"/>
                <a:ea typeface="Times New Roman"/>
                <a:cs typeface="Times New Roman"/>
              </a:defRPr>
            </a:lvl2pPr>
            <a:lvl3pPr algn="ctr">
              <a:defRPr sz="975" b="0">
                <a:solidFill>
                  <a:srgbClr val="666666"/>
                </a:solidFill>
                <a:latin typeface="Times New Roman"/>
                <a:ea typeface="Times New Roman"/>
                <a:cs typeface="Times New Roman"/>
              </a:defRPr>
            </a:lvl3pPr>
            <a:lvl4pPr algn="ctr">
              <a:defRPr sz="975" b="0">
                <a:solidFill>
                  <a:srgbClr val="666666"/>
                </a:solidFill>
                <a:latin typeface="Times New Roman"/>
                <a:ea typeface="Times New Roman"/>
                <a:cs typeface="Times New Roman"/>
              </a:defRPr>
            </a:lvl4pPr>
            <a:lvl5pPr algn="ctr">
              <a:defRPr sz="975" b="0">
                <a:solidFill>
                  <a:srgbClr val="666666"/>
                </a:solidFill>
                <a:latin typeface="Times New Roman"/>
                <a:ea typeface="Times New Roman"/>
                <a:cs typeface="Times New Roman"/>
              </a:defRPr>
            </a:lvl5pPr>
            <a:lvl6pPr algn="ctr">
              <a:defRPr sz="975" b="0">
                <a:solidFill>
                  <a:srgbClr val="666666"/>
                </a:solidFill>
                <a:latin typeface="Times New Roman"/>
                <a:ea typeface="Times New Roman"/>
                <a:cs typeface="Times New Roman"/>
              </a:defRPr>
            </a:lvl6pPr>
            <a:lvl7pPr algn="ctr">
              <a:defRPr sz="975" b="0">
                <a:solidFill>
                  <a:srgbClr val="666666"/>
                </a:solidFill>
                <a:latin typeface="Times New Roman"/>
                <a:ea typeface="Times New Roman"/>
                <a:cs typeface="Times New Roman"/>
              </a:defRPr>
            </a:lvl7pPr>
            <a:lvl8pPr algn="ctr">
              <a:defRPr sz="975" b="0">
                <a:solidFill>
                  <a:srgbClr val="666666"/>
                </a:solidFill>
                <a:latin typeface="Times New Roman"/>
                <a:ea typeface="Times New Roman"/>
                <a:cs typeface="Times New Roman"/>
              </a:defRPr>
            </a:lvl8pPr>
            <a:lvl9pPr algn="ctr">
              <a:defRPr sz="975" b="0">
                <a:solidFill>
                  <a:srgbClr val="666666"/>
                </a:solidFill>
                <a:latin typeface="Times New Roman"/>
                <a:ea typeface="Times New Roman"/>
                <a:cs typeface="Times New Roman"/>
              </a:defRPr>
            </a:lvl9pPr>
          </a:lstStyle>
          <a:p xmlns:a="http://schemas.openxmlformats.org/drawingml/2006/main">
            <a:pPr algn="ctr">
              <a:defRPr sz="975" b="0">
                <a:solidFill>
                  <a:srgbClr val="666666"/>
                </a:solidFill>
                <a:latin typeface="Times New Roman"/>
                <a:ea typeface="Times New Roman"/>
                <a:cs typeface="Times New Roman"/>
              </a:defRPr>
            </a:pPr>
            <a:r>
              <a:rPr sz="975" b="0">
                <a:solidFill>
                  <a:srgbClr val="666666"/>
                </a:solidFill>
                <a:latin typeface="Times New Roman"/>
                <a:ea typeface="Times New Roman"/>
                <a:cs typeface="Times New Roman"/>
              </a:rPr>
              <a:t>It is not model accuracy or a 70% chance of being hired. The current network has no held-out ranking evaluation.</a:t>
            </a:r>
          </a:p>
        </p:txBody>
      </p:sp>
      <p:sp>
        <p:nvSpPr>
          <p:cNvPr id="62" name="">
            <a:extLst xmlns:a="http://schemas.openxmlformats.org/drawingml/2006/main">
              <a:ext uri="{FF2B5EF4-FFF2-40B4-BE49-F238E27FC236}">
                <a16:creationId xmlns:a16="http://schemas.microsoft.com/office/drawing/2014/main" id="{F25EEDBF-7D89-4880-9FDF-5B4A9985DF7D}"/>
              </a:ext>
            </a:extLst>
          </p:cNvPr>
          <p:cNvSpPr>
            <a:spLocks xmlns:a="http://schemas.openxmlformats.org/drawingml/2006/main" noGrp="1"/>
          </p:cNvSpPr>
          <p:nvPr/>
        </p:nvSpPr>
        <p:spPr>
          <a:xfrm xmlns:a="http://schemas.openxmlformats.org/drawingml/2006/main">
            <a:off x="742950" y="59721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Eight fit dimensions: skills · experience · role · education · location · projects · salary · preferences. Listing trust is a ninth model input.</a:t>
            </a:r>
          </a:p>
        </p:txBody>
      </p:sp>
    </p:spTree>
    <p:extLst>
      <p:ext uri="{BB962C8B-B14F-4D97-AF65-F5344CB8AC3E}">
        <p14:creationId xmlns:p14="http://schemas.microsoft.com/office/powerpoint/2010/main" val="20356709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1" name="">
            <a:extLst xmlns:a="http://schemas.openxmlformats.org/drawingml/2006/main">
              <a:ext uri="{FF2B5EF4-FFF2-40B4-BE49-F238E27FC236}">
                <a16:creationId xmlns:a16="http://schemas.microsoft.com/office/drawing/2014/main" id="{1087ED94-D110-47D2-ACFD-1B6CF4275B21}"/>
              </a:ext>
            </a:extLst>
          </p:cNvPr>
          <p:cNvCxnSpPr>
            <a:stCxn xmlns:a="http://schemas.openxmlformats.org/drawingml/2006/main" id="37" idx="3"/>
            <a:endCxn xmlns:a="http://schemas.openxmlformats.org/drawingml/2006/main" id="38" idx="1"/>
          </p:cNvCxnSpPr>
          <p:nvPr/>
        </p:nvCxnSpPr>
        <p:spPr>
          <a:xfrm xmlns:a="http://schemas.openxmlformats.org/drawingml/2006/main">
            <a:off x="8810625" y="3757613"/>
            <a:ext cx="4286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0" name="">
            <a:extLst xmlns:a="http://schemas.openxmlformats.org/drawingml/2006/main">
              <a:ext uri="{FF2B5EF4-FFF2-40B4-BE49-F238E27FC236}">
                <a16:creationId xmlns:a16="http://schemas.microsoft.com/office/drawing/2014/main" id="{5C5F7529-5BFE-42A1-AA26-B441AC767EEF}"/>
              </a:ext>
            </a:extLst>
          </p:cNvPr>
          <p:cNvCxnSpPr>
            <a:stCxn xmlns:a="http://schemas.openxmlformats.org/drawingml/2006/main" id="36" idx="2"/>
            <a:endCxn xmlns:a="http://schemas.openxmlformats.org/drawingml/2006/main" id="37" idx="0"/>
          </p:cNvCxnSpPr>
          <p:nvPr/>
        </p:nvCxnSpPr>
        <p:spPr>
          <a:xfrm xmlns:a="http://schemas.openxmlformats.org/drawingml/2006/main" flipH="1">
            <a:off x="7620000" y="2876550"/>
            <a:ext cx="2809875" cy="428625"/>
          </a:xfrm>
          <a:prstGeom xmlns:a="http://schemas.openxmlformats.org/drawingml/2006/main" prst="bentConnector4">
            <a:avLst>
              <a:gd name="adj1" fmla="val 0"/>
              <a:gd name="adj2" fmla="val 50000"/>
            </a:avLst>
          </a:prstGeom>
          <a:ln xmlns:a="http://schemas.openxmlformats.org/drawingml/2006/main" w="19050">
            <a:solidFill>
              <a:srgbClr val="354D76"/>
            </a:solidFill>
            <a:prstDash val="solid"/>
            <a:tailEnd type="arrow" w="sm" len="sm"/>
          </a:ln>
        </p:spPr>
      </p:cxnSp>
      <p:cxnSp>
        <p:nvCxnSpPr>
          <p:cNvPr id="39" name="">
            <a:extLst xmlns:a="http://schemas.openxmlformats.org/drawingml/2006/main">
              <a:ext uri="{FF2B5EF4-FFF2-40B4-BE49-F238E27FC236}">
                <a16:creationId xmlns:a16="http://schemas.microsoft.com/office/drawing/2014/main" id="{37A916E9-F350-4E03-B4EF-D1B4182D6F95}"/>
              </a:ext>
            </a:extLst>
          </p:cNvPr>
          <p:cNvCxnSpPr>
            <a:stCxn xmlns:a="http://schemas.openxmlformats.org/drawingml/2006/main" id="35" idx="3"/>
            <a:endCxn xmlns:a="http://schemas.openxmlformats.org/drawingml/2006/main" id="36" idx="1"/>
          </p:cNvCxnSpPr>
          <p:nvPr/>
        </p:nvCxnSpPr>
        <p:spPr>
          <a:xfrm xmlns:a="http://schemas.openxmlformats.org/drawingml/2006/main">
            <a:off x="8810625" y="2424113"/>
            <a:ext cx="4286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2" name="">
            <a:extLst xmlns:a="http://schemas.openxmlformats.org/drawingml/2006/main">
              <a:ext uri="{FF2B5EF4-FFF2-40B4-BE49-F238E27FC236}">
                <a16:creationId xmlns:a16="http://schemas.microsoft.com/office/drawing/2014/main" id="{0980899C-2A8A-4367-8C73-A58075AF62A0}"/>
              </a:ext>
            </a:extLst>
          </p:cNvPr>
          <p:cNvCxnSpPr>
            <a:stCxn xmlns:a="http://schemas.openxmlformats.org/drawingml/2006/main" id="28" idx="0"/>
            <a:endCxn xmlns:a="http://schemas.openxmlformats.org/drawingml/2006/main" id="25" idx="2"/>
          </p:cNvCxnSpPr>
          <p:nvPr/>
        </p:nvCxnSpPr>
        <p:spPr>
          <a:xfrm xmlns:a="http://schemas.openxmlformats.org/drawingml/2006/main" flipV="1">
            <a:off x="1714500" y="2819400"/>
            <a:ext cx="0" cy="695325"/>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1" name="">
            <a:extLst xmlns:a="http://schemas.openxmlformats.org/drawingml/2006/main">
              <a:ext uri="{FF2B5EF4-FFF2-40B4-BE49-F238E27FC236}">
                <a16:creationId xmlns:a16="http://schemas.microsoft.com/office/drawing/2014/main" id="{4D066119-3A77-4DF6-83D1-DBB00FC69593}"/>
              </a:ext>
            </a:extLst>
          </p:cNvPr>
          <p:cNvCxnSpPr>
            <a:stCxn xmlns:a="http://schemas.openxmlformats.org/drawingml/2006/main" id="27" idx="1"/>
            <a:endCxn xmlns:a="http://schemas.openxmlformats.org/drawingml/2006/main" id="28" idx="3"/>
          </p:cNvCxnSpPr>
          <p:nvPr/>
        </p:nvCxnSpPr>
        <p:spPr>
          <a:xfrm xmlns:a="http://schemas.openxmlformats.org/drawingml/2006/main" flipH="1">
            <a:off x="2524125" y="3895725"/>
            <a:ext cx="6667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0" name="">
            <a:extLst xmlns:a="http://schemas.openxmlformats.org/drawingml/2006/main">
              <a:ext uri="{FF2B5EF4-FFF2-40B4-BE49-F238E27FC236}">
                <a16:creationId xmlns:a16="http://schemas.microsoft.com/office/drawing/2014/main" id="{F29341B1-0D66-462A-B616-42BFEC3CDE00}"/>
              </a:ext>
            </a:extLst>
          </p:cNvPr>
          <p:cNvCxnSpPr>
            <a:stCxn xmlns:a="http://schemas.openxmlformats.org/drawingml/2006/main" id="26" idx="2"/>
            <a:endCxn xmlns:a="http://schemas.openxmlformats.org/drawingml/2006/main" id="27" idx="0"/>
          </p:cNvCxnSpPr>
          <p:nvPr/>
        </p:nvCxnSpPr>
        <p:spPr>
          <a:xfrm xmlns:a="http://schemas.openxmlformats.org/drawingml/2006/main">
            <a:off x="4000500" y="2819400"/>
            <a:ext cx="0" cy="695325"/>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DE5F3213-A905-4D21-A9DD-531B994981C8}"/>
              </a:ext>
            </a:extLst>
          </p:cNvPr>
          <p:cNvCxnSpPr>
            <a:stCxn xmlns:a="http://schemas.openxmlformats.org/drawingml/2006/main" id="25" idx="3"/>
            <a:endCxn xmlns:a="http://schemas.openxmlformats.org/drawingml/2006/main" id="26" idx="1"/>
          </p:cNvCxnSpPr>
          <p:nvPr/>
        </p:nvCxnSpPr>
        <p:spPr>
          <a:xfrm xmlns:a="http://schemas.openxmlformats.org/drawingml/2006/main">
            <a:off x="2524125" y="2438400"/>
            <a:ext cx="6667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sp>
        <p:nvSpPr>
          <p:cNvPr id="47" name="">
            <a:extLst xmlns:a="http://schemas.openxmlformats.org/drawingml/2006/main">
              <a:ext uri="{FF2B5EF4-FFF2-40B4-BE49-F238E27FC236}">
                <a16:creationId xmlns:a16="http://schemas.microsoft.com/office/drawing/2014/main" id="{04CC9010-FCBF-4AC1-B78E-38C01AA4E14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4A8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527E87-5B27-4C0A-BE8B-830AFA88AFEC}"/>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967543B1-D2F5-4FCA-B696-9D48E7730C42}"/>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1D0F3C-F080-41E3-BAF0-CB3F4783DEA2}"/>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C0639661-0641-4816-AECF-3790E91814F5}"/>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AE53723-9229-4ABB-922C-4579B5C5C6D2}"/>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41537B3D-5102-4EE2-9D54-C469C7F36F23}"/>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C98C32-95FC-4151-8E88-C247C23BA7D6}"/>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BEFDA3B9-AE8B-4AF8-81DD-8D0A5EFD698D}"/>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6FECAEA-A066-49F3-9F16-DA2363E3E1CB}"/>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9B92FF97-EC4D-4A83-A82B-9DDB549988F9}"/>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D36AFB-6C1A-468C-B6D0-3E4F5469F7A6}"/>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BAE517AD-AEB8-493D-B09F-DE2C3958D227}"/>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558F85-9468-4364-8521-340883E30F83}"/>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ABAF3D02-01DF-4C90-A21A-607757F6CACA}"/>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Phase 4 · Automate repeat work; keep candidate decisions manual</a:t>
            </a:r>
          </a:p>
        </p:txBody>
      </p:sp>
      <p:sp>
        <p:nvSpPr>
          <p:cNvPr id="16" name="">
            <a:extLst xmlns:a="http://schemas.openxmlformats.org/drawingml/2006/main">
              <a:ext uri="{FF2B5EF4-FFF2-40B4-BE49-F238E27FC236}">
                <a16:creationId xmlns:a16="http://schemas.microsoft.com/office/drawing/2014/main" id="{214530AC-6301-40C2-8CC6-AE63158CCFE3}"/>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MIXED FLOW · ON-DEMAND GEMINI DRAFTS</a:t>
            </a:r>
          </a:p>
        </p:txBody>
      </p:sp>
      <p:sp>
        <p:nvSpPr>
          <p:cNvPr id="17" name="">
            <a:extLst xmlns:a="http://schemas.openxmlformats.org/drawingml/2006/main">
              <a:ext uri="{FF2B5EF4-FFF2-40B4-BE49-F238E27FC236}">
                <a16:creationId xmlns:a16="http://schemas.microsoft.com/office/drawing/2014/main" id="{F822638D-0DD4-441F-B458-6B7A0F6199D6}"/>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D4A8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4EF45D9-2F68-4C29-9361-FB60A9D7FF9C}"/>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D65E123-AE01-476C-A7C1-80AD8F33439C}"/>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E4683A43-856D-4313-85E9-97B2C27F4363}"/>
              </a:ext>
            </a:extLst>
          </p:cNvPr>
          <p:cNvPicPr>
            <a:picLocks xmlns:a="http://schemas.openxmlformats.org/drawingml/2006/main" noChangeAspect="1"/>
          </p:cNvPicPr>
          <p:nvPr/>
        </p:nvPicPr>
        <p:blipFill>
          <a:blip xmlns:r="http://schemas.openxmlformats.org/officeDocument/2006/relationships" xmlns:a="http://schemas.openxmlformats.org/drawingml/2006/main" r:embed="Rdd1fcc9019564d1a"/>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5893E615-F324-4CE5-85D3-129F3927F2BE}"/>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FEF00D90-CEA8-4FB5-8C88-33B335BC5B04}"/>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10 / 15</a:t>
            </a:r>
          </a:p>
        </p:txBody>
      </p:sp>
      <p:sp>
        <p:nvSpPr>
          <p:cNvPr id="23" name="">
            <a:extLst xmlns:a="http://schemas.openxmlformats.org/drawingml/2006/main">
              <a:ext uri="{FF2B5EF4-FFF2-40B4-BE49-F238E27FC236}">
                <a16:creationId xmlns:a16="http://schemas.microsoft.com/office/drawing/2014/main" id="{3ACDCE4A-39F4-453D-811D-AA01FDB82A91}"/>
              </a:ext>
            </a:extLst>
          </p:cNvPr>
          <p:cNvSpPr>
            <a:spLocks xmlns:a="http://schemas.openxmlformats.org/drawingml/2006/main" noGrp="1"/>
          </p:cNvSpPr>
          <p:nvPr/>
        </p:nvSpPr>
        <p:spPr>
          <a:xfrm xmlns:a="http://schemas.openxmlformats.org/drawingml/2006/main">
            <a:off x="723900" y="11430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66666"/>
                </a:solidFill>
                <a:latin typeface="Times New Roman"/>
                <a:ea typeface="Times New Roman"/>
                <a:cs typeface="Times New Roman"/>
              </a:defRPr>
            </a:defPPr>
            <a:lvl1pPr algn="l">
              <a:defRPr sz="1200" b="0">
                <a:solidFill>
                  <a:srgbClr val="666666"/>
                </a:solidFill>
                <a:latin typeface="Times New Roman"/>
                <a:ea typeface="Times New Roman"/>
                <a:cs typeface="Times New Roman"/>
              </a:defRPr>
            </a:lvl1pPr>
            <a:lvl2pPr algn="l">
              <a:defRPr sz="1200" b="0">
                <a:solidFill>
                  <a:srgbClr val="666666"/>
                </a:solidFill>
                <a:latin typeface="Times New Roman"/>
                <a:ea typeface="Times New Roman"/>
                <a:cs typeface="Times New Roman"/>
              </a:defRPr>
            </a:lvl2pPr>
            <a:lvl3pPr algn="l">
              <a:defRPr sz="1200" b="0">
                <a:solidFill>
                  <a:srgbClr val="666666"/>
                </a:solidFill>
                <a:latin typeface="Times New Roman"/>
                <a:ea typeface="Times New Roman"/>
                <a:cs typeface="Times New Roman"/>
              </a:defRPr>
            </a:lvl3pPr>
            <a:lvl4pPr algn="l">
              <a:defRPr sz="1200" b="0">
                <a:solidFill>
                  <a:srgbClr val="666666"/>
                </a:solidFill>
                <a:latin typeface="Times New Roman"/>
                <a:ea typeface="Times New Roman"/>
                <a:cs typeface="Times New Roman"/>
              </a:defRPr>
            </a:lvl4pPr>
            <a:lvl5pPr algn="l">
              <a:defRPr sz="1200" b="0">
                <a:solidFill>
                  <a:srgbClr val="666666"/>
                </a:solidFill>
                <a:latin typeface="Times New Roman"/>
                <a:ea typeface="Times New Roman"/>
                <a:cs typeface="Times New Roman"/>
              </a:defRPr>
            </a:lvl5pPr>
            <a:lvl6pPr algn="l">
              <a:defRPr sz="1200" b="0">
                <a:solidFill>
                  <a:srgbClr val="666666"/>
                </a:solidFill>
                <a:latin typeface="Times New Roman"/>
                <a:ea typeface="Times New Roman"/>
                <a:cs typeface="Times New Roman"/>
              </a:defRPr>
            </a:lvl6pPr>
            <a:lvl7pPr algn="l">
              <a:defRPr sz="1200" b="0">
                <a:solidFill>
                  <a:srgbClr val="666666"/>
                </a:solidFill>
                <a:latin typeface="Times New Roman"/>
                <a:ea typeface="Times New Roman"/>
                <a:cs typeface="Times New Roman"/>
              </a:defRPr>
            </a:lvl7pPr>
            <a:lvl8pPr algn="l">
              <a:defRPr sz="1200" b="0">
                <a:solidFill>
                  <a:srgbClr val="666666"/>
                </a:solidFill>
                <a:latin typeface="Times New Roman"/>
                <a:ea typeface="Times New Roman"/>
                <a:cs typeface="Times New Roman"/>
              </a:defRPr>
            </a:lvl8pPr>
            <a:lvl9pPr algn="l">
              <a:defRPr sz="1200" b="0">
                <a:solidFill>
                  <a:srgbClr val="666666"/>
                </a:solidFill>
                <a:latin typeface="Times New Roman"/>
                <a:ea typeface="Times New Roman"/>
                <a:cs typeface="Times New Roman"/>
              </a:defRPr>
            </a:lvl9pPr>
          </a:lstStyle>
          <a:p xmlns:a="http://schemas.openxmlformats.org/drawingml/2006/main">
            <a:pPr algn="l">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Workers repeat the routine pipeline; the user still triggers preparation, reviews drafts and submits applications.</a:t>
            </a:r>
          </a:p>
        </p:txBody>
      </p:sp>
      <p:sp>
        <p:nvSpPr>
          <p:cNvPr id="24" name="">
            <a:extLst xmlns:a="http://schemas.openxmlformats.org/drawingml/2006/main">
              <a:ext uri="{FF2B5EF4-FFF2-40B4-BE49-F238E27FC236}">
                <a16:creationId xmlns:a16="http://schemas.microsoft.com/office/drawing/2014/main" id="{827F3895-14B7-4ADB-BBAD-E0B29B82A69B}"/>
              </a:ext>
            </a:extLst>
          </p:cNvPr>
          <p:cNvSpPr>
            <a:spLocks xmlns:a="http://schemas.openxmlformats.org/drawingml/2006/main" noGrp="1"/>
          </p:cNvSpPr>
          <p:nvPr/>
        </p:nvSpPr>
        <p:spPr>
          <a:xfrm xmlns:a="http://schemas.openxmlformats.org/drawingml/2006/main">
            <a:off x="723900" y="1543050"/>
            <a:ext cx="528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1686D9"/>
                </a:solidFill>
                <a:latin typeface="Times New Roman"/>
                <a:ea typeface="Times New Roman"/>
                <a:cs typeface="Times New Roman"/>
              </a:defRPr>
            </a:defPPr>
            <a:lvl1pPr algn="l">
              <a:defRPr sz="1050" b="1">
                <a:solidFill>
                  <a:srgbClr val="1686D9"/>
                </a:solidFill>
                <a:latin typeface="Times New Roman"/>
                <a:ea typeface="Times New Roman"/>
                <a:cs typeface="Times New Roman"/>
              </a:defRPr>
            </a:lvl1pPr>
            <a:lvl2pPr algn="l">
              <a:defRPr sz="1050" b="1">
                <a:solidFill>
                  <a:srgbClr val="1686D9"/>
                </a:solidFill>
                <a:latin typeface="Times New Roman"/>
                <a:ea typeface="Times New Roman"/>
                <a:cs typeface="Times New Roman"/>
              </a:defRPr>
            </a:lvl2pPr>
            <a:lvl3pPr algn="l">
              <a:defRPr sz="1050" b="1">
                <a:solidFill>
                  <a:srgbClr val="1686D9"/>
                </a:solidFill>
                <a:latin typeface="Times New Roman"/>
                <a:ea typeface="Times New Roman"/>
                <a:cs typeface="Times New Roman"/>
              </a:defRPr>
            </a:lvl3pPr>
            <a:lvl4pPr algn="l">
              <a:defRPr sz="1050" b="1">
                <a:solidFill>
                  <a:srgbClr val="1686D9"/>
                </a:solidFill>
                <a:latin typeface="Times New Roman"/>
                <a:ea typeface="Times New Roman"/>
                <a:cs typeface="Times New Roman"/>
              </a:defRPr>
            </a:lvl4pPr>
            <a:lvl5pPr algn="l">
              <a:defRPr sz="1050" b="1">
                <a:solidFill>
                  <a:srgbClr val="1686D9"/>
                </a:solidFill>
                <a:latin typeface="Times New Roman"/>
                <a:ea typeface="Times New Roman"/>
                <a:cs typeface="Times New Roman"/>
              </a:defRPr>
            </a:lvl5pPr>
            <a:lvl6pPr algn="l">
              <a:defRPr sz="1050" b="1">
                <a:solidFill>
                  <a:srgbClr val="1686D9"/>
                </a:solidFill>
                <a:latin typeface="Times New Roman"/>
                <a:ea typeface="Times New Roman"/>
                <a:cs typeface="Times New Roman"/>
              </a:defRPr>
            </a:lvl6pPr>
            <a:lvl7pPr algn="l">
              <a:defRPr sz="1050" b="1">
                <a:solidFill>
                  <a:srgbClr val="1686D9"/>
                </a:solidFill>
                <a:latin typeface="Times New Roman"/>
                <a:ea typeface="Times New Roman"/>
                <a:cs typeface="Times New Roman"/>
              </a:defRPr>
            </a:lvl7pPr>
            <a:lvl8pPr algn="l">
              <a:defRPr sz="1050" b="1">
                <a:solidFill>
                  <a:srgbClr val="1686D9"/>
                </a:solidFill>
                <a:latin typeface="Times New Roman"/>
                <a:ea typeface="Times New Roman"/>
                <a:cs typeface="Times New Roman"/>
              </a:defRPr>
            </a:lvl8pPr>
            <a:lvl9pPr algn="l">
              <a:defRPr sz="1050" b="1">
                <a:solidFill>
                  <a:srgbClr val="1686D9"/>
                </a:solidFill>
                <a:latin typeface="Times New Roman"/>
                <a:ea typeface="Times New Roman"/>
                <a:cs typeface="Times New Roman"/>
              </a:defRPr>
            </a:lvl9pPr>
          </a:lstStyle>
          <a:p xmlns:a="http://schemas.openxmlformats.org/drawingml/2006/main">
            <a:pPr algn="l">
              <a:defRPr sz="1050" b="1">
                <a:solidFill>
                  <a:srgbClr val="1686D9"/>
                </a:solidFill>
                <a:latin typeface="Times New Roman"/>
                <a:ea typeface="Times New Roman"/>
                <a:cs typeface="Times New Roman"/>
              </a:defRPr>
            </a:pPr>
            <a:r>
              <a:rPr sz="1050" b="1">
                <a:solidFill>
                  <a:srgbClr val="1686D9"/>
                </a:solidFill>
                <a:latin typeface="Times New Roman"/>
                <a:ea typeface="Times New Roman"/>
                <a:cs typeface="Times New Roman"/>
              </a:rPr>
              <a:t>AUTOMATION LOOP</a:t>
            </a:r>
          </a:p>
        </p:txBody>
      </p:sp>
      <p:sp>
        <p:nvSpPr>
          <p:cNvPr id="25" name="">
            <a:extLst xmlns:a="http://schemas.openxmlformats.org/drawingml/2006/main">
              <a:ext uri="{FF2B5EF4-FFF2-40B4-BE49-F238E27FC236}">
                <a16:creationId xmlns:a16="http://schemas.microsoft.com/office/drawing/2014/main" id="{C9733D61-072B-4BBB-8B59-1D06AC969D28}"/>
              </a:ext>
            </a:extLst>
          </p:cNvPr>
          <p:cNvSpPr>
            <a:spLocks xmlns:a="http://schemas.openxmlformats.org/drawingml/2006/main" noGrp="1"/>
          </p:cNvSpPr>
          <p:nvPr/>
        </p:nvSpPr>
        <p:spPr>
          <a:xfrm xmlns:a="http://schemas.openxmlformats.org/drawingml/2006/main">
            <a:off x="904875" y="2057400"/>
            <a:ext cx="1619250" cy="762000"/>
          </a:xfrm>
          <a:prstGeom xmlns:a="http://schemas.openxmlformats.org/drawingml/2006/main" prst="roundRect">
            <a:avLst>
              <a:gd name="adj" fmla="val 10000"/>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Python</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Scheduler</a:t>
            </a:r>
          </a:p>
        </p:txBody>
      </p:sp>
      <p:sp>
        <p:nvSpPr>
          <p:cNvPr id="26" name="">
            <a:extLst xmlns:a="http://schemas.openxmlformats.org/drawingml/2006/main">
              <a:ext uri="{FF2B5EF4-FFF2-40B4-BE49-F238E27FC236}">
                <a16:creationId xmlns:a16="http://schemas.microsoft.com/office/drawing/2014/main" id="{28E6F61E-B9AA-4519-A89D-0997D3628835}"/>
              </a:ext>
            </a:extLst>
          </p:cNvPr>
          <p:cNvSpPr>
            <a:spLocks xmlns:a="http://schemas.openxmlformats.org/drawingml/2006/main" noGrp="1"/>
          </p:cNvSpPr>
          <p:nvPr/>
        </p:nvSpPr>
        <p:spPr>
          <a:xfrm xmlns:a="http://schemas.openxmlformats.org/drawingml/2006/main">
            <a:off x="3190875" y="2057400"/>
            <a:ext cx="1619250" cy="762000"/>
          </a:xfrm>
          <a:prstGeom xmlns:a="http://schemas.openxmlformats.org/drawingml/2006/main" prst="roundRect">
            <a:avLst>
              <a:gd name="adj" fmla="val 10000"/>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Redis</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Queue</a:t>
            </a:r>
          </a:p>
        </p:txBody>
      </p:sp>
      <p:sp>
        <p:nvSpPr>
          <p:cNvPr id="27" name="">
            <a:extLst xmlns:a="http://schemas.openxmlformats.org/drawingml/2006/main">
              <a:ext uri="{FF2B5EF4-FFF2-40B4-BE49-F238E27FC236}">
                <a16:creationId xmlns:a16="http://schemas.microsoft.com/office/drawing/2014/main" id="{4EECABA1-30BF-4C5C-8852-E857CFE68C1C}"/>
              </a:ext>
            </a:extLst>
          </p:cNvPr>
          <p:cNvSpPr>
            <a:spLocks xmlns:a="http://schemas.openxmlformats.org/drawingml/2006/main" noGrp="1"/>
          </p:cNvSpPr>
          <p:nvPr/>
        </p:nvSpPr>
        <p:spPr>
          <a:xfrm xmlns:a="http://schemas.openxmlformats.org/drawingml/2006/main">
            <a:off x="3190875" y="3514725"/>
            <a:ext cx="1619250" cy="762000"/>
          </a:xfrm>
          <a:prstGeom xmlns:a="http://schemas.openxmlformats.org/drawingml/2006/main" prst="roundRect">
            <a:avLst>
              <a:gd name="adj" fmla="val 10000"/>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Scrape + process</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workers</a:t>
            </a:r>
          </a:p>
        </p:txBody>
      </p:sp>
      <p:sp>
        <p:nvSpPr>
          <p:cNvPr id="28" name="">
            <a:extLst xmlns:a="http://schemas.openxmlformats.org/drawingml/2006/main">
              <a:ext uri="{FF2B5EF4-FFF2-40B4-BE49-F238E27FC236}">
                <a16:creationId xmlns:a16="http://schemas.microsoft.com/office/drawing/2014/main" id="{EF60B00D-B6F0-4E5C-9F1E-193BAEB6C654}"/>
              </a:ext>
            </a:extLst>
          </p:cNvPr>
          <p:cNvSpPr>
            <a:spLocks xmlns:a="http://schemas.openxmlformats.org/drawingml/2006/main" noGrp="1"/>
          </p:cNvSpPr>
          <p:nvPr/>
        </p:nvSpPr>
        <p:spPr>
          <a:xfrm xmlns:a="http://schemas.openxmlformats.org/drawingml/2006/main">
            <a:off x="904875" y="3514725"/>
            <a:ext cx="1619250" cy="762000"/>
          </a:xfrm>
          <a:prstGeom xmlns:a="http://schemas.openxmlformats.org/drawingml/2006/main" prst="roundRect">
            <a:avLst>
              <a:gd name="adj" fmla="val 10000"/>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Normalize · verify</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store · release</a:t>
            </a:r>
          </a:p>
        </p:txBody>
      </p:sp>
      <p:sp>
        <p:nvSpPr>
          <p:cNvPr id="33" name="">
            <a:extLst xmlns:a="http://schemas.openxmlformats.org/drawingml/2006/main">
              <a:ext uri="{FF2B5EF4-FFF2-40B4-BE49-F238E27FC236}">
                <a16:creationId xmlns:a16="http://schemas.microsoft.com/office/drawing/2014/main" id="{159EEE37-CEED-437C-9548-03CE3A02887C}"/>
              </a:ext>
            </a:extLst>
          </p:cNvPr>
          <p:cNvSpPr>
            <a:spLocks xmlns:a="http://schemas.openxmlformats.org/drawingml/2006/main" noGrp="1"/>
          </p:cNvSpPr>
          <p:nvPr/>
        </p:nvSpPr>
        <p:spPr>
          <a:xfrm xmlns:a="http://schemas.openxmlformats.org/drawingml/2006/main">
            <a:off x="647700" y="4619625"/>
            <a:ext cx="5095875"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938" b="0">
                <a:solidFill>
                  <a:srgbClr val="000000"/>
                </a:solidFill>
                <a:latin typeface="Times New Roman"/>
                <a:ea typeface="Times New Roman"/>
                <a:cs typeface="Times New Roman"/>
              </a:defRPr>
            </a:defPPr>
            <a:lvl1pPr algn="ctr">
              <a:defRPr sz="938" b="0">
                <a:solidFill>
                  <a:srgbClr val="000000"/>
                </a:solidFill>
                <a:latin typeface="Times New Roman"/>
                <a:ea typeface="Times New Roman"/>
                <a:cs typeface="Times New Roman"/>
              </a:defRPr>
            </a:lvl1pPr>
            <a:lvl2pPr algn="ctr">
              <a:defRPr sz="938" b="0">
                <a:solidFill>
                  <a:srgbClr val="000000"/>
                </a:solidFill>
                <a:latin typeface="Times New Roman"/>
                <a:ea typeface="Times New Roman"/>
                <a:cs typeface="Times New Roman"/>
              </a:defRPr>
            </a:lvl2pPr>
            <a:lvl3pPr algn="ctr">
              <a:defRPr sz="938" b="0">
                <a:solidFill>
                  <a:srgbClr val="000000"/>
                </a:solidFill>
                <a:latin typeface="Times New Roman"/>
                <a:ea typeface="Times New Roman"/>
                <a:cs typeface="Times New Roman"/>
              </a:defRPr>
            </a:lvl3pPr>
            <a:lvl4pPr algn="ctr">
              <a:defRPr sz="938" b="0">
                <a:solidFill>
                  <a:srgbClr val="000000"/>
                </a:solidFill>
                <a:latin typeface="Times New Roman"/>
                <a:ea typeface="Times New Roman"/>
                <a:cs typeface="Times New Roman"/>
              </a:defRPr>
            </a:lvl4pPr>
            <a:lvl5pPr algn="ctr">
              <a:defRPr sz="938" b="0">
                <a:solidFill>
                  <a:srgbClr val="000000"/>
                </a:solidFill>
                <a:latin typeface="Times New Roman"/>
                <a:ea typeface="Times New Roman"/>
                <a:cs typeface="Times New Roman"/>
              </a:defRPr>
            </a:lvl5pPr>
            <a:lvl6pPr algn="ctr">
              <a:defRPr sz="938" b="0">
                <a:solidFill>
                  <a:srgbClr val="000000"/>
                </a:solidFill>
                <a:latin typeface="Times New Roman"/>
                <a:ea typeface="Times New Roman"/>
                <a:cs typeface="Times New Roman"/>
              </a:defRPr>
            </a:lvl6pPr>
            <a:lvl7pPr algn="ctr">
              <a:defRPr sz="938" b="0">
                <a:solidFill>
                  <a:srgbClr val="000000"/>
                </a:solidFill>
                <a:latin typeface="Times New Roman"/>
                <a:ea typeface="Times New Roman"/>
                <a:cs typeface="Times New Roman"/>
              </a:defRPr>
            </a:lvl7pPr>
            <a:lvl8pPr algn="ctr">
              <a:defRPr sz="938" b="0">
                <a:solidFill>
                  <a:srgbClr val="000000"/>
                </a:solidFill>
                <a:latin typeface="Times New Roman"/>
                <a:ea typeface="Times New Roman"/>
                <a:cs typeface="Times New Roman"/>
              </a:defRPr>
            </a:lvl8pPr>
            <a:lvl9pPr algn="ctr">
              <a:defRPr sz="938" b="0">
                <a:solidFill>
                  <a:srgbClr val="000000"/>
                </a:solidFill>
                <a:latin typeface="Times New Roman"/>
                <a:ea typeface="Times New Roman"/>
                <a:cs typeface="Times New Roman"/>
              </a:defRPr>
            </a:lvl9pPr>
          </a:lstStyle>
          <a:p xmlns:a="http://schemas.openxmlformats.org/drawingml/2006/main">
            <a:pPr algn="ctr">
              <a:defRPr sz="938" b="0">
                <a:solidFill>
                  <a:srgbClr val="000000"/>
                </a:solidFill>
                <a:latin typeface="Times New Roman"/>
                <a:ea typeface="Times New Roman"/>
                <a:cs typeface="Times New Roman"/>
              </a:defRPr>
            </a:pPr>
            <a:r>
              <a:rPr sz="938" b="0">
                <a:solidFill>
                  <a:srgbClr val="000000"/>
                </a:solidFill>
                <a:latin typeface="Times New Roman"/>
                <a:ea typeface="Times New Roman"/>
                <a:cs typeface="Times New Roman"/>
              </a:rPr>
              <a:t>n8n is configured in Compose; a complete workflow definition is not tracked. Current schedules run in Python + Redis.</a:t>
            </a:r>
          </a:p>
        </p:txBody>
      </p:sp>
      <p:sp>
        <p:nvSpPr>
          <p:cNvPr id="34" name="">
            <a:extLst xmlns:a="http://schemas.openxmlformats.org/drawingml/2006/main">
              <a:ext uri="{FF2B5EF4-FFF2-40B4-BE49-F238E27FC236}">
                <a16:creationId xmlns:a16="http://schemas.microsoft.com/office/drawing/2014/main" id="{550CC83C-67D1-4B6C-A841-AB0BBD1713B1}"/>
              </a:ext>
            </a:extLst>
          </p:cNvPr>
          <p:cNvSpPr>
            <a:spLocks xmlns:a="http://schemas.openxmlformats.org/drawingml/2006/main" noGrp="1"/>
          </p:cNvSpPr>
          <p:nvPr/>
        </p:nvSpPr>
        <p:spPr>
          <a:xfrm xmlns:a="http://schemas.openxmlformats.org/drawingml/2006/main">
            <a:off x="6419850" y="15430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737C8"/>
                </a:solidFill>
                <a:latin typeface="Times New Roman"/>
                <a:ea typeface="Times New Roman"/>
                <a:cs typeface="Times New Roman"/>
              </a:defRPr>
            </a:defPPr>
            <a:lvl1pPr algn="l">
              <a:defRPr sz="1050" b="1">
                <a:solidFill>
                  <a:srgbClr val="6737C8"/>
                </a:solidFill>
                <a:latin typeface="Times New Roman"/>
                <a:ea typeface="Times New Roman"/>
                <a:cs typeface="Times New Roman"/>
              </a:defRPr>
            </a:lvl1pPr>
            <a:lvl2pPr algn="l">
              <a:defRPr sz="1050" b="1">
                <a:solidFill>
                  <a:srgbClr val="6737C8"/>
                </a:solidFill>
                <a:latin typeface="Times New Roman"/>
                <a:ea typeface="Times New Roman"/>
                <a:cs typeface="Times New Roman"/>
              </a:defRPr>
            </a:lvl2pPr>
            <a:lvl3pPr algn="l">
              <a:defRPr sz="1050" b="1">
                <a:solidFill>
                  <a:srgbClr val="6737C8"/>
                </a:solidFill>
                <a:latin typeface="Times New Roman"/>
                <a:ea typeface="Times New Roman"/>
                <a:cs typeface="Times New Roman"/>
              </a:defRPr>
            </a:lvl3pPr>
            <a:lvl4pPr algn="l">
              <a:defRPr sz="1050" b="1">
                <a:solidFill>
                  <a:srgbClr val="6737C8"/>
                </a:solidFill>
                <a:latin typeface="Times New Roman"/>
                <a:ea typeface="Times New Roman"/>
                <a:cs typeface="Times New Roman"/>
              </a:defRPr>
            </a:lvl4pPr>
            <a:lvl5pPr algn="l">
              <a:defRPr sz="1050" b="1">
                <a:solidFill>
                  <a:srgbClr val="6737C8"/>
                </a:solidFill>
                <a:latin typeface="Times New Roman"/>
                <a:ea typeface="Times New Roman"/>
                <a:cs typeface="Times New Roman"/>
              </a:defRPr>
            </a:lvl5pPr>
            <a:lvl6pPr algn="l">
              <a:defRPr sz="1050" b="1">
                <a:solidFill>
                  <a:srgbClr val="6737C8"/>
                </a:solidFill>
                <a:latin typeface="Times New Roman"/>
                <a:ea typeface="Times New Roman"/>
                <a:cs typeface="Times New Roman"/>
              </a:defRPr>
            </a:lvl6pPr>
            <a:lvl7pPr algn="l">
              <a:defRPr sz="1050" b="1">
                <a:solidFill>
                  <a:srgbClr val="6737C8"/>
                </a:solidFill>
                <a:latin typeface="Times New Roman"/>
                <a:ea typeface="Times New Roman"/>
                <a:cs typeface="Times New Roman"/>
              </a:defRPr>
            </a:lvl7pPr>
            <a:lvl8pPr algn="l">
              <a:defRPr sz="1050" b="1">
                <a:solidFill>
                  <a:srgbClr val="6737C8"/>
                </a:solidFill>
                <a:latin typeface="Times New Roman"/>
                <a:ea typeface="Times New Roman"/>
                <a:cs typeface="Times New Roman"/>
              </a:defRPr>
            </a:lvl8pPr>
            <a:lvl9pPr algn="l">
              <a:defRPr sz="1050" b="1">
                <a:solidFill>
                  <a:srgbClr val="6737C8"/>
                </a:solidFill>
                <a:latin typeface="Times New Roman"/>
                <a:ea typeface="Times New Roman"/>
                <a:cs typeface="Times New Roman"/>
              </a:defRPr>
            </a:lvl9pPr>
          </a:lstStyle>
          <a:p xmlns:a="http://schemas.openxmlformats.org/drawingml/2006/main">
            <a:pPr algn="l">
              <a:defRPr sz="1050" b="1">
                <a:solidFill>
                  <a:srgbClr val="6737C8"/>
                </a:solidFill>
                <a:latin typeface="Times New Roman"/>
                <a:ea typeface="Times New Roman"/>
                <a:cs typeface="Times New Roman"/>
              </a:defRPr>
            </a:pPr>
            <a:r>
              <a:rPr sz="1050" b="1">
                <a:solidFill>
                  <a:srgbClr val="6737C8"/>
                </a:solidFill>
                <a:latin typeface="Times New Roman"/>
                <a:ea typeface="Times New Roman"/>
                <a:cs typeface="Times New Roman"/>
              </a:rPr>
              <a:t>USER ACTIONS</a:t>
            </a:r>
          </a:p>
        </p:txBody>
      </p:sp>
      <p:sp>
        <p:nvSpPr>
          <p:cNvPr id="35" name="">
            <a:extLst xmlns:a="http://schemas.openxmlformats.org/drawingml/2006/main">
              <a:ext uri="{FF2B5EF4-FFF2-40B4-BE49-F238E27FC236}">
                <a16:creationId xmlns:a16="http://schemas.microsoft.com/office/drawing/2014/main" id="{C4AED7CE-B4DE-4E50-A56A-A5C9241B416D}"/>
              </a:ext>
            </a:extLst>
          </p:cNvPr>
          <p:cNvSpPr>
            <a:spLocks xmlns:a="http://schemas.openxmlformats.org/drawingml/2006/main" noGrp="1"/>
          </p:cNvSpPr>
          <p:nvPr/>
        </p:nvSpPr>
        <p:spPr>
          <a:xfrm xmlns:a="http://schemas.openxmlformats.org/drawingml/2006/main">
            <a:off x="6429375" y="1971675"/>
            <a:ext cx="2381250" cy="904875"/>
          </a:xfrm>
          <a:prstGeom xmlns:a="http://schemas.openxmlformats.org/drawingml/2006/main" prst="roundRect">
            <a:avLst>
              <a:gd name="adj" fmla="val 842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SAVE OR PREPARE</a:t>
            </a:r>
          </a:p>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Candidate chooses a role and explicitly requests preparation.</a:t>
            </a:r>
          </a:p>
        </p:txBody>
      </p:sp>
      <p:sp>
        <p:nvSpPr>
          <p:cNvPr id="36" name="">
            <a:extLst xmlns:a="http://schemas.openxmlformats.org/drawingml/2006/main">
              <a:ext uri="{FF2B5EF4-FFF2-40B4-BE49-F238E27FC236}">
                <a16:creationId xmlns:a16="http://schemas.microsoft.com/office/drawing/2014/main" id="{7A4E33A0-0FCC-441A-A720-243C15F7CCFC}"/>
              </a:ext>
            </a:extLst>
          </p:cNvPr>
          <p:cNvSpPr>
            <a:spLocks xmlns:a="http://schemas.openxmlformats.org/drawingml/2006/main" noGrp="1"/>
          </p:cNvSpPr>
          <p:nvPr/>
        </p:nvSpPr>
        <p:spPr>
          <a:xfrm xmlns:a="http://schemas.openxmlformats.org/drawingml/2006/main">
            <a:off x="9239250" y="1971675"/>
            <a:ext cx="2381250" cy="904875"/>
          </a:xfrm>
          <a:prstGeom xmlns:a="http://schemas.openxmlformats.org/drawingml/2006/main" prst="roundRect">
            <a:avLst>
              <a:gd name="adj" fmla="val 8421"/>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OPTIONAL GEMINI</a:t>
            </a:r>
          </a:p>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On-demand draft; local fallback if API is not configured.</a:t>
            </a:r>
          </a:p>
        </p:txBody>
      </p:sp>
      <p:sp>
        <p:nvSpPr>
          <p:cNvPr id="37" name="">
            <a:extLst xmlns:a="http://schemas.openxmlformats.org/drawingml/2006/main">
              <a:ext uri="{FF2B5EF4-FFF2-40B4-BE49-F238E27FC236}">
                <a16:creationId xmlns:a16="http://schemas.microsoft.com/office/drawing/2014/main" id="{80E73357-5919-4B7B-BFE9-14F9A6B28095}"/>
              </a:ext>
            </a:extLst>
          </p:cNvPr>
          <p:cNvSpPr>
            <a:spLocks xmlns:a="http://schemas.openxmlformats.org/drawingml/2006/main" noGrp="1"/>
          </p:cNvSpPr>
          <p:nvPr/>
        </p:nvSpPr>
        <p:spPr>
          <a:xfrm xmlns:a="http://schemas.openxmlformats.org/drawingml/2006/main">
            <a:off x="6429375" y="3305175"/>
            <a:ext cx="2381250" cy="904875"/>
          </a:xfrm>
          <a:prstGeom xmlns:a="http://schemas.openxmlformats.org/drawingml/2006/main" prst="roundRect">
            <a:avLst>
              <a:gd name="adj" fmla="val 8421"/>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REVIEW + EXPORT</a:t>
            </a:r>
          </a:p>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Edit email and choose Classic, Modern or Compact PDF.</a:t>
            </a:r>
          </a:p>
        </p:txBody>
      </p:sp>
      <p:sp>
        <p:nvSpPr>
          <p:cNvPr id="38" name="">
            <a:extLst xmlns:a="http://schemas.openxmlformats.org/drawingml/2006/main">
              <a:ext uri="{FF2B5EF4-FFF2-40B4-BE49-F238E27FC236}">
                <a16:creationId xmlns:a16="http://schemas.microsoft.com/office/drawing/2014/main" id="{BCE5D701-D799-49FE-AD7D-504556FA6503}"/>
              </a:ext>
            </a:extLst>
          </p:cNvPr>
          <p:cNvSpPr>
            <a:spLocks xmlns:a="http://schemas.openxmlformats.org/drawingml/2006/main" noGrp="1"/>
          </p:cNvSpPr>
          <p:nvPr/>
        </p:nvSpPr>
        <p:spPr>
          <a:xfrm xmlns:a="http://schemas.openxmlformats.org/drawingml/2006/main">
            <a:off x="9239250" y="3305175"/>
            <a:ext cx="2381250" cy="904875"/>
          </a:xfrm>
          <a:prstGeom xmlns:a="http://schemas.openxmlformats.org/drawingml/2006/main" prst="roundRect">
            <a:avLst>
              <a:gd name="adj" fmla="val 8421"/>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APPLY + TRACK</a:t>
            </a:r>
          </a:p>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Candidate submits on employer site; HIREGEN records stages/replies.</a:t>
            </a:r>
          </a:p>
        </p:txBody>
      </p:sp>
      <p:sp>
        <p:nvSpPr>
          <p:cNvPr id="42" name="">
            <a:extLst xmlns:a="http://schemas.openxmlformats.org/drawingml/2006/main">
              <a:ext uri="{FF2B5EF4-FFF2-40B4-BE49-F238E27FC236}">
                <a16:creationId xmlns:a16="http://schemas.microsoft.com/office/drawing/2014/main" id="{50766BED-C9F6-4E43-9C06-F622D7E4925F}"/>
              </a:ext>
            </a:extLst>
          </p:cNvPr>
          <p:cNvSpPr>
            <a:spLocks xmlns:a="http://schemas.openxmlformats.org/drawingml/2006/main" noGrp="1"/>
          </p:cNvSpPr>
          <p:nvPr/>
        </p:nvSpPr>
        <p:spPr>
          <a:xfrm xmlns:a="http://schemas.openxmlformats.org/drawingml/2006/main">
            <a:off x="6496050" y="4600575"/>
            <a:ext cx="501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75" b="0">
                <a:solidFill>
                  <a:srgbClr val="666666"/>
                </a:solidFill>
                <a:latin typeface="Times New Roman"/>
                <a:ea typeface="Times New Roman"/>
                <a:cs typeface="Times New Roman"/>
              </a:defRPr>
            </a:defPPr>
            <a:lvl1pPr algn="ctr">
              <a:defRPr sz="975" b="0">
                <a:solidFill>
                  <a:srgbClr val="666666"/>
                </a:solidFill>
                <a:latin typeface="Times New Roman"/>
                <a:ea typeface="Times New Roman"/>
                <a:cs typeface="Times New Roman"/>
              </a:defRPr>
            </a:lvl1pPr>
            <a:lvl2pPr algn="ctr">
              <a:defRPr sz="975" b="0">
                <a:solidFill>
                  <a:srgbClr val="666666"/>
                </a:solidFill>
                <a:latin typeface="Times New Roman"/>
                <a:ea typeface="Times New Roman"/>
                <a:cs typeface="Times New Roman"/>
              </a:defRPr>
            </a:lvl2pPr>
            <a:lvl3pPr algn="ctr">
              <a:defRPr sz="975" b="0">
                <a:solidFill>
                  <a:srgbClr val="666666"/>
                </a:solidFill>
                <a:latin typeface="Times New Roman"/>
                <a:ea typeface="Times New Roman"/>
                <a:cs typeface="Times New Roman"/>
              </a:defRPr>
            </a:lvl3pPr>
            <a:lvl4pPr algn="ctr">
              <a:defRPr sz="975" b="0">
                <a:solidFill>
                  <a:srgbClr val="666666"/>
                </a:solidFill>
                <a:latin typeface="Times New Roman"/>
                <a:ea typeface="Times New Roman"/>
                <a:cs typeface="Times New Roman"/>
              </a:defRPr>
            </a:lvl4pPr>
            <a:lvl5pPr algn="ctr">
              <a:defRPr sz="975" b="0">
                <a:solidFill>
                  <a:srgbClr val="666666"/>
                </a:solidFill>
                <a:latin typeface="Times New Roman"/>
                <a:ea typeface="Times New Roman"/>
                <a:cs typeface="Times New Roman"/>
              </a:defRPr>
            </a:lvl5pPr>
            <a:lvl6pPr algn="ctr">
              <a:defRPr sz="975" b="0">
                <a:solidFill>
                  <a:srgbClr val="666666"/>
                </a:solidFill>
                <a:latin typeface="Times New Roman"/>
                <a:ea typeface="Times New Roman"/>
                <a:cs typeface="Times New Roman"/>
              </a:defRPr>
            </a:lvl6pPr>
            <a:lvl7pPr algn="ctr">
              <a:defRPr sz="975" b="0">
                <a:solidFill>
                  <a:srgbClr val="666666"/>
                </a:solidFill>
                <a:latin typeface="Times New Roman"/>
                <a:ea typeface="Times New Roman"/>
                <a:cs typeface="Times New Roman"/>
              </a:defRPr>
            </a:lvl7pPr>
            <a:lvl8pPr algn="ctr">
              <a:defRPr sz="975" b="0">
                <a:solidFill>
                  <a:srgbClr val="666666"/>
                </a:solidFill>
                <a:latin typeface="Times New Roman"/>
                <a:ea typeface="Times New Roman"/>
                <a:cs typeface="Times New Roman"/>
              </a:defRPr>
            </a:lvl8pPr>
            <a:lvl9pPr algn="ctr">
              <a:defRPr sz="975" b="0">
                <a:solidFill>
                  <a:srgbClr val="666666"/>
                </a:solidFill>
                <a:latin typeface="Times New Roman"/>
                <a:ea typeface="Times New Roman"/>
                <a:cs typeface="Times New Roman"/>
              </a:defRPr>
            </a:lvl9pPr>
          </a:lstStyle>
          <a:p xmlns:a="http://schemas.openxmlformats.org/drawingml/2006/main">
            <a:pPr algn="ctr">
              <a:defRPr sz="975" b="0">
                <a:solidFill>
                  <a:srgbClr val="666666"/>
                </a:solidFill>
                <a:latin typeface="Times New Roman"/>
                <a:ea typeface="Times New Roman"/>
                <a:cs typeface="Times New Roman"/>
              </a:defRPr>
            </a:pPr>
            <a:r>
              <a:rPr sz="975" b="0">
                <a:solidFill>
                  <a:srgbClr val="666666"/>
                </a:solidFill>
                <a:latin typeface="Times New Roman"/>
                <a:ea typeface="Times New Roman"/>
                <a:cs typeface="Times New Roman"/>
              </a:rPr>
              <a:t>Manual review protects consent, accuracy and API cost; no job application is submitted automatically.</a:t>
            </a:r>
          </a:p>
        </p:txBody>
      </p:sp>
      <p:sp>
        <p:nvSpPr>
          <p:cNvPr id="43" name="">
            <a:extLst xmlns:a="http://schemas.openxmlformats.org/drawingml/2006/main">
              <a:ext uri="{FF2B5EF4-FFF2-40B4-BE49-F238E27FC236}">
                <a16:creationId xmlns:a16="http://schemas.microsoft.com/office/drawing/2014/main" id="{0B55A158-F740-4A72-AC75-7F589BFBFD4E}"/>
              </a:ext>
            </a:extLst>
          </p:cNvPr>
          <p:cNvSpPr>
            <a:spLocks xmlns:a="http://schemas.openxmlformats.org/drawingml/2006/main" noGrp="1"/>
          </p:cNvSpPr>
          <p:nvPr/>
        </p:nvSpPr>
        <p:spPr>
          <a:xfrm xmlns:a="http://schemas.openxmlformats.org/drawingml/2006/main">
            <a:off x="857250" y="5324475"/>
            <a:ext cx="2457450" cy="361950"/>
          </a:xfrm>
          <a:prstGeom xmlns:a="http://schemas.openxmlformats.org/drawingml/2006/main" prst="roundRect">
            <a:avLst>
              <a:gd name="adj" fmla="val 21053"/>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AUTOMATED DATA WORK</a:t>
            </a:r>
          </a:p>
        </p:txBody>
      </p:sp>
      <p:sp>
        <p:nvSpPr>
          <p:cNvPr id="44" name="">
            <a:extLst xmlns:a="http://schemas.openxmlformats.org/drawingml/2006/main">
              <a:ext uri="{FF2B5EF4-FFF2-40B4-BE49-F238E27FC236}">
                <a16:creationId xmlns:a16="http://schemas.microsoft.com/office/drawing/2014/main" id="{A2498732-26B4-4769-9015-C8DB36C7E0BF}"/>
              </a:ext>
            </a:extLst>
          </p:cNvPr>
          <p:cNvSpPr>
            <a:spLocks xmlns:a="http://schemas.openxmlformats.org/drawingml/2006/main" noGrp="1"/>
          </p:cNvSpPr>
          <p:nvPr/>
        </p:nvSpPr>
        <p:spPr>
          <a:xfrm xmlns:a="http://schemas.openxmlformats.org/drawingml/2006/main">
            <a:off x="3676650" y="5324475"/>
            <a:ext cx="3067050" cy="361950"/>
          </a:xfrm>
          <a:prstGeom xmlns:a="http://schemas.openxmlformats.org/drawingml/2006/main" prst="roundRect">
            <a:avLst>
              <a:gd name="adj" fmla="val 21053"/>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CANDIDATE-CONTROLLED ACTION</a:t>
            </a:r>
          </a:p>
        </p:txBody>
      </p:sp>
      <p:sp>
        <p:nvSpPr>
          <p:cNvPr id="45" name="">
            <a:extLst xmlns:a="http://schemas.openxmlformats.org/drawingml/2006/main">
              <a:ext uri="{FF2B5EF4-FFF2-40B4-BE49-F238E27FC236}">
                <a16:creationId xmlns:a16="http://schemas.microsoft.com/office/drawing/2014/main" id="{453D9C07-4D3F-46A6-8447-C0C9B34A2B0A}"/>
              </a:ext>
            </a:extLst>
          </p:cNvPr>
          <p:cNvSpPr>
            <a:spLocks xmlns:a="http://schemas.openxmlformats.org/drawingml/2006/main" noGrp="1"/>
          </p:cNvSpPr>
          <p:nvPr/>
        </p:nvSpPr>
        <p:spPr>
          <a:xfrm xmlns:a="http://schemas.openxmlformats.org/drawingml/2006/main">
            <a:off x="7105650" y="5324475"/>
            <a:ext cx="2381250" cy="361950"/>
          </a:xfrm>
          <a:prstGeom xmlns:a="http://schemas.openxmlformats.org/drawingml/2006/main" prst="roundRect">
            <a:avLst>
              <a:gd name="adj" fmla="val 21053"/>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OPTIONAL API CALL</a:t>
            </a:r>
          </a:p>
        </p:txBody>
      </p:sp>
      <p:sp>
        <p:nvSpPr>
          <p:cNvPr id="46" name="">
            <a:extLst xmlns:a="http://schemas.openxmlformats.org/drawingml/2006/main">
              <a:ext uri="{FF2B5EF4-FFF2-40B4-BE49-F238E27FC236}">
                <a16:creationId xmlns:a16="http://schemas.microsoft.com/office/drawing/2014/main" id="{688580A0-F0D2-498C-A466-47DDE008DB1B}"/>
              </a:ext>
            </a:extLst>
          </p:cNvPr>
          <p:cNvSpPr>
            <a:spLocks xmlns:a="http://schemas.openxmlformats.org/drawingml/2006/main" noGrp="1"/>
          </p:cNvSpPr>
          <p:nvPr/>
        </p:nvSpPr>
        <p:spPr>
          <a:xfrm xmlns:a="http://schemas.openxmlformats.org/drawingml/2006/main">
            <a:off x="762000" y="58483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The control points are part of the architecture—not hidden automation.</a:t>
            </a:r>
          </a:p>
        </p:txBody>
      </p:sp>
    </p:spTree>
    <p:extLst>
      <p:ext uri="{BB962C8B-B14F-4D97-AF65-F5344CB8AC3E}">
        <p14:creationId xmlns:p14="http://schemas.microsoft.com/office/powerpoint/2010/main" val="20922671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5" name="">
            <a:extLst xmlns:a="http://schemas.openxmlformats.org/drawingml/2006/main">
              <a:ext uri="{FF2B5EF4-FFF2-40B4-BE49-F238E27FC236}">
                <a16:creationId xmlns:a16="http://schemas.microsoft.com/office/drawing/2014/main" id="{A17B5C56-A5BD-4F13-AB66-704C4217B857}"/>
              </a:ext>
            </a:extLst>
          </p:cNvPr>
          <p:cNvCxnSpPr>
            <a:stCxn xmlns:a="http://schemas.openxmlformats.org/drawingml/2006/main" id="85" idx="2"/>
            <a:endCxn xmlns:a="http://schemas.openxmlformats.org/drawingml/2006/main" id="94" idx="0"/>
          </p:cNvCxnSpPr>
          <p:nvPr/>
        </p:nvCxnSpPr>
        <p:spPr>
          <a:xfrm xmlns:a="http://schemas.openxmlformats.org/drawingml/2006/main" flipH="1">
            <a:off x="10063163" y="4905375"/>
            <a:ext cx="795338" cy="466725"/>
          </a:xfrm>
          <a:prstGeom xmlns:a="http://schemas.openxmlformats.org/drawingml/2006/main" prst="bentConnector4">
            <a:avLst>
              <a:gd name="adj1" fmla="val 0"/>
              <a:gd name="adj2" fmla="val 50000"/>
            </a:avLst>
          </a:prstGeom>
          <a:ln xmlns:a="http://schemas.openxmlformats.org/drawingml/2006/main" w="13335">
            <a:solidFill>
              <a:srgbClr val="6737C8"/>
            </a:solidFill>
            <a:prstDash val="solid"/>
            <a:tailEnd type="arrow" w="sm" len="sm"/>
          </a:ln>
        </p:spPr>
      </p:cxnSp>
      <p:cxnSp>
        <p:nvCxnSpPr>
          <p:cNvPr id="90" name="">
            <a:extLst xmlns:a="http://schemas.openxmlformats.org/drawingml/2006/main">
              <a:ext uri="{FF2B5EF4-FFF2-40B4-BE49-F238E27FC236}">
                <a16:creationId xmlns:a16="http://schemas.microsoft.com/office/drawing/2014/main" id="{474CB7A7-C07E-49D2-AE7B-D406DE41D0E7}"/>
              </a:ext>
            </a:extLst>
          </p:cNvPr>
          <p:cNvCxnSpPr>
            <a:stCxn xmlns:a="http://schemas.openxmlformats.org/drawingml/2006/main" id="69" idx="3"/>
            <a:endCxn xmlns:a="http://schemas.openxmlformats.org/drawingml/2006/main" id="81" idx="1"/>
          </p:cNvCxnSpPr>
          <p:nvPr/>
        </p:nvCxnSpPr>
        <p:spPr>
          <a:xfrm xmlns:a="http://schemas.openxmlformats.org/drawingml/2006/main" flipV="1">
            <a:off x="9763125" y="2924175"/>
            <a:ext cx="238125" cy="962025"/>
          </a:xfrm>
          <a:prstGeom xmlns:a="http://schemas.openxmlformats.org/drawingml/2006/main" prst="straightConnector1">
            <a:avLst/>
          </a:prstGeom>
          <a:ln xmlns:a="http://schemas.openxmlformats.org/drawingml/2006/main" w="16193">
            <a:solidFill>
              <a:srgbClr val="1686D9"/>
            </a:solidFill>
            <a:prstDash val="solid"/>
            <a:tailEnd type="arrow" w="sm" len="sm"/>
          </a:ln>
        </p:spPr>
      </p:cxnSp>
      <p:cxnSp>
        <p:nvCxnSpPr>
          <p:cNvPr id="89" name="">
            <a:extLst xmlns:a="http://schemas.openxmlformats.org/drawingml/2006/main">
              <a:ext uri="{FF2B5EF4-FFF2-40B4-BE49-F238E27FC236}">
                <a16:creationId xmlns:a16="http://schemas.microsoft.com/office/drawing/2014/main" id="{D888804A-1D46-4CD9-961F-C3BB80623AF8}"/>
              </a:ext>
            </a:extLst>
          </p:cNvPr>
          <p:cNvCxnSpPr>
            <a:stCxn xmlns:a="http://schemas.openxmlformats.org/drawingml/2006/main" id="84" idx="2"/>
            <a:endCxn xmlns:a="http://schemas.openxmlformats.org/drawingml/2006/main" id="85" idx="0"/>
          </p:cNvCxnSpPr>
          <p:nvPr/>
        </p:nvCxnSpPr>
        <p:spPr>
          <a:xfrm xmlns:a="http://schemas.openxmlformats.org/drawingml/2006/main">
            <a:off x="10858500" y="4457700"/>
            <a:ext cx="0" cy="66675"/>
          </a:xfrm>
          <a:prstGeom xmlns:a="http://schemas.openxmlformats.org/drawingml/2006/main" prst="straightConnector1">
            <a:avLst/>
          </a:prstGeom>
          <a:ln xmlns:a="http://schemas.openxmlformats.org/drawingml/2006/main" w="11430">
            <a:solidFill>
              <a:srgbClr val="354D76"/>
            </a:solidFill>
            <a:prstDash val="solid"/>
            <a:tailEnd type="arrow" w="sm" len="sm"/>
          </a:ln>
        </p:spPr>
      </p:cxnSp>
      <p:cxnSp>
        <p:nvCxnSpPr>
          <p:cNvPr id="88" name="">
            <a:extLst xmlns:a="http://schemas.openxmlformats.org/drawingml/2006/main">
              <a:ext uri="{FF2B5EF4-FFF2-40B4-BE49-F238E27FC236}">
                <a16:creationId xmlns:a16="http://schemas.microsoft.com/office/drawing/2014/main" id="{83A31EAC-0B8B-445C-A217-F84135222234}"/>
              </a:ext>
            </a:extLst>
          </p:cNvPr>
          <p:cNvCxnSpPr>
            <a:stCxn xmlns:a="http://schemas.openxmlformats.org/drawingml/2006/main" id="83" idx="2"/>
            <a:endCxn xmlns:a="http://schemas.openxmlformats.org/drawingml/2006/main" id="84" idx="0"/>
          </p:cNvCxnSpPr>
          <p:nvPr/>
        </p:nvCxnSpPr>
        <p:spPr>
          <a:xfrm xmlns:a="http://schemas.openxmlformats.org/drawingml/2006/main">
            <a:off x="10858500" y="4010025"/>
            <a:ext cx="0" cy="66675"/>
          </a:xfrm>
          <a:prstGeom xmlns:a="http://schemas.openxmlformats.org/drawingml/2006/main" prst="straightConnector1">
            <a:avLst/>
          </a:prstGeom>
          <a:ln xmlns:a="http://schemas.openxmlformats.org/drawingml/2006/main" w="11430">
            <a:solidFill>
              <a:srgbClr val="354D76"/>
            </a:solidFill>
            <a:prstDash val="solid"/>
            <a:tailEnd type="arrow" w="sm" len="sm"/>
          </a:ln>
        </p:spPr>
      </p:cxnSp>
      <p:cxnSp>
        <p:nvCxnSpPr>
          <p:cNvPr id="87" name="">
            <a:extLst xmlns:a="http://schemas.openxmlformats.org/drawingml/2006/main">
              <a:ext uri="{FF2B5EF4-FFF2-40B4-BE49-F238E27FC236}">
                <a16:creationId xmlns:a16="http://schemas.microsoft.com/office/drawing/2014/main" id="{88AC66BA-AF31-4FBC-AAF5-46D3596C9012}"/>
              </a:ext>
            </a:extLst>
          </p:cNvPr>
          <p:cNvCxnSpPr>
            <a:stCxn xmlns:a="http://schemas.openxmlformats.org/drawingml/2006/main" id="82" idx="2"/>
            <a:endCxn xmlns:a="http://schemas.openxmlformats.org/drawingml/2006/main" id="83" idx="0"/>
          </p:cNvCxnSpPr>
          <p:nvPr/>
        </p:nvCxnSpPr>
        <p:spPr>
          <a:xfrm xmlns:a="http://schemas.openxmlformats.org/drawingml/2006/main">
            <a:off x="10858500" y="3562350"/>
            <a:ext cx="0" cy="66675"/>
          </a:xfrm>
          <a:prstGeom xmlns:a="http://schemas.openxmlformats.org/drawingml/2006/main" prst="straightConnector1">
            <a:avLst/>
          </a:prstGeom>
          <a:ln xmlns:a="http://schemas.openxmlformats.org/drawingml/2006/main" w="11430">
            <a:solidFill>
              <a:srgbClr val="354D76"/>
            </a:solidFill>
            <a:prstDash val="solid"/>
            <a:tailEnd type="arrow" w="sm" len="sm"/>
          </a:ln>
        </p:spPr>
      </p:cxnSp>
      <p:cxnSp>
        <p:nvCxnSpPr>
          <p:cNvPr id="86" name="">
            <a:extLst xmlns:a="http://schemas.openxmlformats.org/drawingml/2006/main">
              <a:ext uri="{FF2B5EF4-FFF2-40B4-BE49-F238E27FC236}">
                <a16:creationId xmlns:a16="http://schemas.microsoft.com/office/drawing/2014/main" id="{C302F488-7C35-493E-860F-826F07A84474}"/>
              </a:ext>
            </a:extLst>
          </p:cNvPr>
          <p:cNvCxnSpPr>
            <a:stCxn xmlns:a="http://schemas.openxmlformats.org/drawingml/2006/main" id="81" idx="2"/>
            <a:endCxn xmlns:a="http://schemas.openxmlformats.org/drawingml/2006/main" id="82" idx="0"/>
          </p:cNvCxnSpPr>
          <p:nvPr/>
        </p:nvCxnSpPr>
        <p:spPr>
          <a:xfrm xmlns:a="http://schemas.openxmlformats.org/drawingml/2006/main">
            <a:off x="10858500" y="3114675"/>
            <a:ext cx="0" cy="66675"/>
          </a:xfrm>
          <a:prstGeom xmlns:a="http://schemas.openxmlformats.org/drawingml/2006/main" prst="straightConnector1">
            <a:avLst/>
          </a:prstGeom>
          <a:ln xmlns:a="http://schemas.openxmlformats.org/drawingml/2006/main" w="11430">
            <a:solidFill>
              <a:srgbClr val="354D76"/>
            </a:solidFill>
            <a:prstDash val="solid"/>
            <a:tailEnd type="arrow" w="sm" len="sm"/>
          </a:ln>
        </p:spPr>
      </p:cxnSp>
      <p:cxnSp>
        <p:nvCxnSpPr>
          <p:cNvPr id="79" name="">
            <a:extLst xmlns:a="http://schemas.openxmlformats.org/drawingml/2006/main">
              <a:ext uri="{FF2B5EF4-FFF2-40B4-BE49-F238E27FC236}">
                <a16:creationId xmlns:a16="http://schemas.microsoft.com/office/drawing/2014/main" id="{6AF5B659-F748-4A6B-BB0B-756C8DEB2BC0}"/>
              </a:ext>
            </a:extLst>
          </p:cNvPr>
          <p:cNvCxnSpPr>
            <a:stCxn xmlns:a="http://schemas.openxmlformats.org/drawingml/2006/main" id="45" idx="2"/>
            <a:endCxn xmlns:a="http://schemas.openxmlformats.org/drawingml/2006/main" id="69" idx="0"/>
          </p:cNvCxnSpPr>
          <p:nvPr/>
        </p:nvCxnSpPr>
        <p:spPr>
          <a:xfrm xmlns:a="http://schemas.openxmlformats.org/drawingml/2006/main" flipH="1">
            <a:off x="8786813" y="2362200"/>
            <a:ext cx="1976438" cy="314325"/>
          </a:xfrm>
          <a:prstGeom xmlns:a="http://schemas.openxmlformats.org/drawingml/2006/main" prst="bentConnector4">
            <a:avLst>
              <a:gd name="adj1" fmla="val 0"/>
              <a:gd name="adj2" fmla="val 50000"/>
            </a:avLst>
          </a:prstGeom>
          <a:ln xmlns:a="http://schemas.openxmlformats.org/drawingml/2006/main" w="15240">
            <a:solidFill>
              <a:srgbClr val="405DE0"/>
            </a:solidFill>
            <a:prstDash val="solid"/>
            <a:tailEnd type="arrow" w="sm" len="sm"/>
          </a:ln>
        </p:spPr>
      </p:cxnSp>
      <p:cxnSp>
        <p:nvCxnSpPr>
          <p:cNvPr id="78" name="">
            <a:extLst xmlns:a="http://schemas.openxmlformats.org/drawingml/2006/main">
              <a:ext uri="{FF2B5EF4-FFF2-40B4-BE49-F238E27FC236}">
                <a16:creationId xmlns:a16="http://schemas.microsoft.com/office/drawing/2014/main" id="{635A94FF-F6F6-4F05-94E7-FFE36562C2F7}"/>
              </a:ext>
            </a:extLst>
          </p:cNvPr>
          <p:cNvCxnSpPr>
            <a:stCxn xmlns:a="http://schemas.openxmlformats.org/drawingml/2006/main" id="64" idx="3"/>
            <a:endCxn xmlns:a="http://schemas.openxmlformats.org/drawingml/2006/main" id="69" idx="1"/>
          </p:cNvCxnSpPr>
          <p:nvPr/>
        </p:nvCxnSpPr>
        <p:spPr>
          <a:xfrm xmlns:a="http://schemas.openxmlformats.org/drawingml/2006/main">
            <a:off x="7562850" y="3614738"/>
            <a:ext cx="247650" cy="271463"/>
          </a:xfrm>
          <a:prstGeom xmlns:a="http://schemas.openxmlformats.org/drawingml/2006/main" prst="straightConnector1">
            <a:avLst/>
          </a:prstGeom>
          <a:ln xmlns:a="http://schemas.openxmlformats.org/drawingml/2006/main" w="16193">
            <a:solidFill>
              <a:srgbClr val="6737C8"/>
            </a:solidFill>
            <a:prstDash val="solid"/>
            <a:tailEnd type="arrow" w="sm" len="sm"/>
          </a:ln>
        </p:spPr>
      </p:cxnSp>
      <p:cxnSp>
        <p:nvCxnSpPr>
          <p:cNvPr id="77" name="">
            <a:extLst xmlns:a="http://schemas.openxmlformats.org/drawingml/2006/main">
              <a:ext uri="{FF2B5EF4-FFF2-40B4-BE49-F238E27FC236}">
                <a16:creationId xmlns:a16="http://schemas.microsoft.com/office/drawing/2014/main" id="{6EDF4821-7C4C-4464-B587-8418A756FAD1}"/>
              </a:ext>
            </a:extLst>
          </p:cNvPr>
          <p:cNvCxnSpPr>
            <a:stCxn xmlns:a="http://schemas.openxmlformats.org/drawingml/2006/main" id="73" idx="2"/>
            <a:endCxn xmlns:a="http://schemas.openxmlformats.org/drawingml/2006/main" id="74" idx="0"/>
          </p:cNvCxnSpPr>
          <p:nvPr/>
        </p:nvCxnSpPr>
        <p:spPr>
          <a:xfrm xmlns:a="http://schemas.openxmlformats.org/drawingml/2006/main">
            <a:off x="8786813" y="4391025"/>
            <a:ext cx="0" cy="85725"/>
          </a:xfrm>
          <a:prstGeom xmlns:a="http://schemas.openxmlformats.org/drawingml/2006/main" prst="straightConnector1">
            <a:avLst/>
          </a:prstGeom>
          <a:ln xmlns:a="http://schemas.openxmlformats.org/drawingml/2006/main" w="10478">
            <a:solidFill>
              <a:srgbClr val="354D76"/>
            </a:solidFill>
            <a:prstDash val="solid"/>
            <a:tailEnd type="arrow" w="sm" len="sm"/>
          </a:ln>
        </p:spPr>
      </p:cxnSp>
      <p:cxnSp>
        <p:nvCxnSpPr>
          <p:cNvPr id="76" name="">
            <a:extLst xmlns:a="http://schemas.openxmlformats.org/drawingml/2006/main">
              <a:ext uri="{FF2B5EF4-FFF2-40B4-BE49-F238E27FC236}">
                <a16:creationId xmlns:a16="http://schemas.microsoft.com/office/drawing/2014/main" id="{07641F4E-52AB-4657-A68A-BB133D9B03E4}"/>
              </a:ext>
            </a:extLst>
          </p:cNvPr>
          <p:cNvCxnSpPr>
            <a:stCxn xmlns:a="http://schemas.openxmlformats.org/drawingml/2006/main" id="72" idx="2"/>
            <a:endCxn xmlns:a="http://schemas.openxmlformats.org/drawingml/2006/main" id="73" idx="0"/>
          </p:cNvCxnSpPr>
          <p:nvPr/>
        </p:nvCxnSpPr>
        <p:spPr>
          <a:xfrm xmlns:a="http://schemas.openxmlformats.org/drawingml/2006/main">
            <a:off x="8786813" y="3933825"/>
            <a:ext cx="0" cy="85725"/>
          </a:xfrm>
          <a:prstGeom xmlns:a="http://schemas.openxmlformats.org/drawingml/2006/main" prst="straightConnector1">
            <a:avLst/>
          </a:prstGeom>
          <a:ln xmlns:a="http://schemas.openxmlformats.org/drawingml/2006/main" w="10478">
            <a:solidFill>
              <a:srgbClr val="354D76"/>
            </a:solidFill>
            <a:prstDash val="solid"/>
            <a:tailEnd type="arrow" w="sm" len="sm"/>
          </a:ln>
        </p:spPr>
      </p:cxnSp>
      <p:cxnSp>
        <p:nvCxnSpPr>
          <p:cNvPr id="75" name="">
            <a:extLst xmlns:a="http://schemas.openxmlformats.org/drawingml/2006/main">
              <a:ext uri="{FF2B5EF4-FFF2-40B4-BE49-F238E27FC236}">
                <a16:creationId xmlns:a16="http://schemas.microsoft.com/office/drawing/2014/main" id="{A3EAC589-E753-4804-8BA1-99AF83388807}"/>
              </a:ext>
            </a:extLst>
          </p:cNvPr>
          <p:cNvCxnSpPr>
            <a:stCxn xmlns:a="http://schemas.openxmlformats.org/drawingml/2006/main" id="71" idx="2"/>
            <a:endCxn xmlns:a="http://schemas.openxmlformats.org/drawingml/2006/main" id="72" idx="0"/>
          </p:cNvCxnSpPr>
          <p:nvPr/>
        </p:nvCxnSpPr>
        <p:spPr>
          <a:xfrm xmlns:a="http://schemas.openxmlformats.org/drawingml/2006/main">
            <a:off x="8786813" y="3476625"/>
            <a:ext cx="0" cy="85725"/>
          </a:xfrm>
          <a:prstGeom xmlns:a="http://schemas.openxmlformats.org/drawingml/2006/main" prst="straightConnector1">
            <a:avLst/>
          </a:prstGeom>
          <a:ln xmlns:a="http://schemas.openxmlformats.org/drawingml/2006/main" w="10478">
            <a:solidFill>
              <a:srgbClr val="354D76"/>
            </a:solidFill>
            <a:prstDash val="solid"/>
            <a:tailEnd type="arrow" w="sm" len="sm"/>
          </a:ln>
        </p:spPr>
      </p:cxnSp>
      <p:cxnSp>
        <p:nvCxnSpPr>
          <p:cNvPr id="68" name="">
            <a:extLst xmlns:a="http://schemas.openxmlformats.org/drawingml/2006/main">
              <a:ext uri="{FF2B5EF4-FFF2-40B4-BE49-F238E27FC236}">
                <a16:creationId xmlns:a16="http://schemas.microsoft.com/office/drawing/2014/main" id="{7E784C4C-6E49-47F9-878B-851D401653BE}"/>
              </a:ext>
            </a:extLst>
          </p:cNvPr>
          <p:cNvCxnSpPr>
            <a:stCxn xmlns:a="http://schemas.openxmlformats.org/drawingml/2006/main" id="58" idx="3"/>
            <a:endCxn xmlns:a="http://schemas.openxmlformats.org/drawingml/2006/main" id="64" idx="1"/>
          </p:cNvCxnSpPr>
          <p:nvPr/>
        </p:nvCxnSpPr>
        <p:spPr>
          <a:xfrm xmlns:a="http://schemas.openxmlformats.org/drawingml/2006/main" flipV="1">
            <a:off x="5743575" y="3614738"/>
            <a:ext cx="371475" cy="1023938"/>
          </a:xfrm>
          <a:prstGeom xmlns:a="http://schemas.openxmlformats.org/drawingml/2006/main" prst="bentConnector3">
            <a:avLst>
              <a:gd name="adj1" fmla="val 50000"/>
            </a:avLst>
          </a:prstGeom>
          <a:ln xmlns:a="http://schemas.openxmlformats.org/drawingml/2006/main" w="14288">
            <a:solidFill>
              <a:srgbClr val="6737C8"/>
            </a:solidFill>
            <a:prstDash val="solid"/>
            <a:tailEnd type="arrow" w="sm" len="sm"/>
          </a:ln>
        </p:spPr>
      </p:cxnSp>
      <p:cxnSp>
        <p:nvCxnSpPr>
          <p:cNvPr id="67" name="">
            <a:extLst xmlns:a="http://schemas.openxmlformats.org/drawingml/2006/main">
              <a:ext uri="{FF2B5EF4-FFF2-40B4-BE49-F238E27FC236}">
                <a16:creationId xmlns:a16="http://schemas.microsoft.com/office/drawing/2014/main" id="{17E83236-A470-43AB-8FC3-8D00182EFC88}"/>
              </a:ext>
            </a:extLst>
          </p:cNvPr>
          <p:cNvCxnSpPr>
            <a:stCxn xmlns:a="http://schemas.openxmlformats.org/drawingml/2006/main" id="57" idx="2"/>
            <a:endCxn xmlns:a="http://schemas.openxmlformats.org/drawingml/2006/main" id="58" idx="0"/>
          </p:cNvCxnSpPr>
          <p:nvPr/>
        </p:nvCxnSpPr>
        <p:spPr>
          <a:xfrm xmlns:a="http://schemas.openxmlformats.org/drawingml/2006/main" flipH="1">
            <a:off x="4086225" y="3762375"/>
            <a:ext cx="871538" cy="495300"/>
          </a:xfrm>
          <a:prstGeom xmlns:a="http://schemas.openxmlformats.org/drawingml/2006/main" prst="bentConnector4">
            <a:avLst>
              <a:gd name="adj1" fmla="val 0"/>
              <a:gd name="adj2" fmla="val 50000"/>
            </a:avLst>
          </a:prstGeom>
          <a:ln xmlns:a="http://schemas.openxmlformats.org/drawingml/2006/main" w="14288">
            <a:solidFill>
              <a:srgbClr val="6737C8"/>
            </a:solidFill>
            <a:prstDash val="solid"/>
            <a:tailEnd type="arrow" w="sm" len="sm"/>
          </a:ln>
        </p:spPr>
      </p:cxnSp>
      <p:cxnSp>
        <p:nvCxnSpPr>
          <p:cNvPr id="66" name="">
            <a:extLst xmlns:a="http://schemas.openxmlformats.org/drawingml/2006/main">
              <a:ext uri="{FF2B5EF4-FFF2-40B4-BE49-F238E27FC236}">
                <a16:creationId xmlns:a16="http://schemas.microsoft.com/office/drawing/2014/main" id="{D5D593DB-A158-479E-B9FC-D32A4BE2A9A9}"/>
              </a:ext>
            </a:extLst>
          </p:cNvPr>
          <p:cNvCxnSpPr>
            <a:stCxn xmlns:a="http://schemas.openxmlformats.org/drawingml/2006/main" id="56" idx="3"/>
            <a:endCxn xmlns:a="http://schemas.openxmlformats.org/drawingml/2006/main" id="57" idx="1"/>
          </p:cNvCxnSpPr>
          <p:nvPr/>
        </p:nvCxnSpPr>
        <p:spPr>
          <a:xfrm xmlns:a="http://schemas.openxmlformats.org/drawingml/2006/main">
            <a:off x="3857625" y="3324225"/>
            <a:ext cx="3143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65" name="">
            <a:extLst xmlns:a="http://schemas.openxmlformats.org/drawingml/2006/main">
              <a:ext uri="{FF2B5EF4-FFF2-40B4-BE49-F238E27FC236}">
                <a16:creationId xmlns:a16="http://schemas.microsoft.com/office/drawing/2014/main" id="{E3CCA73B-1524-4C8B-865B-439BFB786DCA}"/>
              </a:ext>
            </a:extLst>
          </p:cNvPr>
          <p:cNvCxnSpPr>
            <a:stCxn xmlns:a="http://schemas.openxmlformats.org/drawingml/2006/main" id="55" idx="3"/>
            <a:endCxn xmlns:a="http://schemas.openxmlformats.org/drawingml/2006/main" id="56" idx="1"/>
          </p:cNvCxnSpPr>
          <p:nvPr/>
        </p:nvCxnSpPr>
        <p:spPr>
          <a:xfrm xmlns:a="http://schemas.openxmlformats.org/drawingml/2006/main" flipV="1">
            <a:off x="2095500" y="3324225"/>
            <a:ext cx="333375" cy="7620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53" name="">
            <a:extLst xmlns:a="http://schemas.openxmlformats.org/drawingml/2006/main">
              <a:ext uri="{FF2B5EF4-FFF2-40B4-BE49-F238E27FC236}">
                <a16:creationId xmlns:a16="http://schemas.microsoft.com/office/drawing/2014/main" id="{FB2720B4-5D1D-410F-B347-7273A745DC83}"/>
              </a:ext>
            </a:extLst>
          </p:cNvPr>
          <p:cNvCxnSpPr>
            <a:stCxn xmlns:a="http://schemas.openxmlformats.org/drawingml/2006/main" id="41" idx="3"/>
            <a:endCxn xmlns:a="http://schemas.openxmlformats.org/drawingml/2006/main" id="45" idx="1"/>
          </p:cNvCxnSpPr>
          <p:nvPr/>
        </p:nvCxnSpPr>
        <p:spPr>
          <a:xfrm xmlns:a="http://schemas.openxmlformats.org/drawingml/2006/main">
            <a:off x="9715500" y="1971675"/>
            <a:ext cx="190500"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52" name="">
            <a:extLst xmlns:a="http://schemas.openxmlformats.org/drawingml/2006/main">
              <a:ext uri="{FF2B5EF4-FFF2-40B4-BE49-F238E27FC236}">
                <a16:creationId xmlns:a16="http://schemas.microsoft.com/office/drawing/2014/main" id="{B76725F1-2832-434D-B546-3F852145256A}"/>
              </a:ext>
            </a:extLst>
          </p:cNvPr>
          <p:cNvCxnSpPr>
            <a:stCxn xmlns:a="http://schemas.openxmlformats.org/drawingml/2006/main" id="37" idx="3"/>
            <a:endCxn xmlns:a="http://schemas.openxmlformats.org/drawingml/2006/main" id="41" idx="1"/>
          </p:cNvCxnSpPr>
          <p:nvPr/>
        </p:nvCxnSpPr>
        <p:spPr>
          <a:xfrm xmlns:a="http://schemas.openxmlformats.org/drawingml/2006/main">
            <a:off x="7810500" y="1971675"/>
            <a:ext cx="190500"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51" name="">
            <a:extLst xmlns:a="http://schemas.openxmlformats.org/drawingml/2006/main">
              <a:ext uri="{FF2B5EF4-FFF2-40B4-BE49-F238E27FC236}">
                <a16:creationId xmlns:a16="http://schemas.microsoft.com/office/drawing/2014/main" id="{083DEABF-781E-4993-8CE1-33FD8B90B409}"/>
              </a:ext>
            </a:extLst>
          </p:cNvPr>
          <p:cNvCxnSpPr>
            <a:stCxn xmlns:a="http://schemas.openxmlformats.org/drawingml/2006/main" id="33" idx="3"/>
            <a:endCxn xmlns:a="http://schemas.openxmlformats.org/drawingml/2006/main" id="37" idx="1"/>
          </p:cNvCxnSpPr>
          <p:nvPr/>
        </p:nvCxnSpPr>
        <p:spPr>
          <a:xfrm xmlns:a="http://schemas.openxmlformats.org/drawingml/2006/main">
            <a:off x="5905500" y="1971675"/>
            <a:ext cx="190500"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50" name="">
            <a:extLst xmlns:a="http://schemas.openxmlformats.org/drawingml/2006/main">
              <a:ext uri="{FF2B5EF4-FFF2-40B4-BE49-F238E27FC236}">
                <a16:creationId xmlns:a16="http://schemas.microsoft.com/office/drawing/2014/main" id="{715CCAD3-31C8-4755-9C7A-2D3378080765}"/>
              </a:ext>
            </a:extLst>
          </p:cNvPr>
          <p:cNvCxnSpPr>
            <a:stCxn xmlns:a="http://schemas.openxmlformats.org/drawingml/2006/main" id="29" idx="3"/>
            <a:endCxn xmlns:a="http://schemas.openxmlformats.org/drawingml/2006/main" id="33" idx="1"/>
          </p:cNvCxnSpPr>
          <p:nvPr/>
        </p:nvCxnSpPr>
        <p:spPr>
          <a:xfrm xmlns:a="http://schemas.openxmlformats.org/drawingml/2006/main">
            <a:off x="4000500" y="1971675"/>
            <a:ext cx="190500"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cxnSp>
        <p:nvCxnSpPr>
          <p:cNvPr id="49" name="">
            <a:extLst xmlns:a="http://schemas.openxmlformats.org/drawingml/2006/main">
              <a:ext uri="{FF2B5EF4-FFF2-40B4-BE49-F238E27FC236}">
                <a16:creationId xmlns:a16="http://schemas.microsoft.com/office/drawing/2014/main" id="{CDECAA45-9DFF-44D6-81B9-1F29BD9BCA39}"/>
              </a:ext>
            </a:extLst>
          </p:cNvPr>
          <p:cNvCxnSpPr>
            <a:stCxn xmlns:a="http://schemas.openxmlformats.org/drawingml/2006/main" id="25" idx="3"/>
            <a:endCxn xmlns:a="http://schemas.openxmlformats.org/drawingml/2006/main" id="29" idx="1"/>
          </p:cNvCxnSpPr>
          <p:nvPr/>
        </p:nvCxnSpPr>
        <p:spPr>
          <a:xfrm xmlns:a="http://schemas.openxmlformats.org/drawingml/2006/main">
            <a:off x="2095500" y="1971675"/>
            <a:ext cx="190500" cy="0"/>
          </a:xfrm>
          <a:prstGeom xmlns:a="http://schemas.openxmlformats.org/drawingml/2006/main" prst="straightConnector1">
            <a:avLst/>
          </a:prstGeom>
          <a:ln xmlns:a="http://schemas.openxmlformats.org/drawingml/2006/main" w="14288">
            <a:solidFill>
              <a:srgbClr val="354D76"/>
            </a:solidFill>
            <a:prstDash val="solid"/>
            <a:tailEnd type="arrow" w="sm" len="sm"/>
          </a:ln>
        </p:spPr>
      </p:cxnSp>
      <p:sp>
        <p:nvSpPr>
          <p:cNvPr id="98" name="">
            <a:extLst xmlns:a="http://schemas.openxmlformats.org/drawingml/2006/main">
              <a:ext uri="{FF2B5EF4-FFF2-40B4-BE49-F238E27FC236}">
                <a16:creationId xmlns:a16="http://schemas.microsoft.com/office/drawing/2014/main" id="{A8C9AA5A-A536-4D17-A7FD-34284808120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1EBF1F-374A-41BD-82C5-35257225E671}"/>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EBCBA3EA-0729-4C9E-AA21-FB726801C837}"/>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13DCAB-DA89-4B22-A3F2-27273E5EB7FB}"/>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015B2DB6-D179-4F16-9218-849693C6F1AD}"/>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1E981F7-9428-4E78-9375-C4A5F4693064}"/>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BEB62C13-E2BF-4BC6-B132-BAF2A352AD0F}"/>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8EDDE8C-FE66-478F-9652-558D3C21FAEA}"/>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D4CDED20-8F71-4303-AA6A-48ECB471F33A}"/>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F6E54A-8260-4BF8-B426-1D59495ECD77}"/>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2716493B-8B9D-40F4-93D8-C05CDEEE8C78}"/>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75F725-C353-46B5-B027-452E69C5CAA1}"/>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8CFDB53B-C7D1-4D68-B6E0-D1D178BA00E7}"/>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282156C-0966-470C-BD62-E7E652FE2189}"/>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9CB6F97F-AE48-4E3C-98EE-EDEDD59E38E5}"/>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000000"/>
                </a:solidFill>
                <a:latin typeface="Times New Roman"/>
                <a:ea typeface="Times New Roman"/>
                <a:cs typeface="Times New Roman"/>
              </a:defRPr>
            </a:defPPr>
            <a:lvl1pPr algn="l">
              <a:defRPr sz="2250" b="1">
                <a:solidFill>
                  <a:srgbClr val="000000"/>
                </a:solidFill>
                <a:latin typeface="Times New Roman"/>
                <a:ea typeface="Times New Roman"/>
                <a:cs typeface="Times New Roman"/>
              </a:defRPr>
            </a:lvl1pPr>
            <a:lvl2pPr algn="l">
              <a:defRPr sz="2250" b="1">
                <a:solidFill>
                  <a:srgbClr val="000000"/>
                </a:solidFill>
                <a:latin typeface="Times New Roman"/>
                <a:ea typeface="Times New Roman"/>
                <a:cs typeface="Times New Roman"/>
              </a:defRPr>
            </a:lvl2pPr>
            <a:lvl3pPr algn="l">
              <a:defRPr sz="2250" b="1">
                <a:solidFill>
                  <a:srgbClr val="000000"/>
                </a:solidFill>
                <a:latin typeface="Times New Roman"/>
                <a:ea typeface="Times New Roman"/>
                <a:cs typeface="Times New Roman"/>
              </a:defRPr>
            </a:lvl3pPr>
            <a:lvl4pPr algn="l">
              <a:defRPr sz="2250" b="1">
                <a:solidFill>
                  <a:srgbClr val="000000"/>
                </a:solidFill>
                <a:latin typeface="Times New Roman"/>
                <a:ea typeface="Times New Roman"/>
                <a:cs typeface="Times New Roman"/>
              </a:defRPr>
            </a:lvl4pPr>
            <a:lvl5pPr algn="l">
              <a:defRPr sz="2250" b="1">
                <a:solidFill>
                  <a:srgbClr val="000000"/>
                </a:solidFill>
                <a:latin typeface="Times New Roman"/>
                <a:ea typeface="Times New Roman"/>
                <a:cs typeface="Times New Roman"/>
              </a:defRPr>
            </a:lvl5pPr>
            <a:lvl6pPr algn="l">
              <a:defRPr sz="2250" b="1">
                <a:solidFill>
                  <a:srgbClr val="000000"/>
                </a:solidFill>
                <a:latin typeface="Times New Roman"/>
                <a:ea typeface="Times New Roman"/>
                <a:cs typeface="Times New Roman"/>
              </a:defRPr>
            </a:lvl6pPr>
            <a:lvl7pPr algn="l">
              <a:defRPr sz="2250" b="1">
                <a:solidFill>
                  <a:srgbClr val="000000"/>
                </a:solidFill>
                <a:latin typeface="Times New Roman"/>
                <a:ea typeface="Times New Roman"/>
                <a:cs typeface="Times New Roman"/>
              </a:defRPr>
            </a:lvl7pPr>
            <a:lvl8pPr algn="l">
              <a:defRPr sz="2250" b="1">
                <a:solidFill>
                  <a:srgbClr val="000000"/>
                </a:solidFill>
                <a:latin typeface="Times New Roman"/>
                <a:ea typeface="Times New Roman"/>
                <a:cs typeface="Times New Roman"/>
              </a:defRPr>
            </a:lvl8pPr>
            <a:lvl9pPr algn="l">
              <a:defRPr sz="2250" b="1">
                <a:solidFill>
                  <a:srgbClr val="000000"/>
                </a:solidFill>
                <a:latin typeface="Times New Roman"/>
                <a:ea typeface="Times New Roman"/>
                <a:cs typeface="Times New Roman"/>
              </a:defRPr>
            </a:lvl9pPr>
          </a:lstStyle>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HIREGEN · End-to-end working architecture</a:t>
            </a:r>
          </a:p>
        </p:txBody>
      </p:sp>
      <p:sp>
        <p:nvSpPr>
          <p:cNvPr id="16" name="">
            <a:extLst xmlns:a="http://schemas.openxmlformats.org/drawingml/2006/main">
              <a:ext uri="{FF2B5EF4-FFF2-40B4-BE49-F238E27FC236}">
                <a16:creationId xmlns:a16="http://schemas.microsoft.com/office/drawing/2014/main" id="{21FA67BB-7D73-4BAB-926C-BF19EEB2AC12}"/>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EDITABLE OVERVIEW · CURRENT + PROPOSED BOUNDARIES</a:t>
            </a:r>
          </a:p>
        </p:txBody>
      </p:sp>
      <p:sp>
        <p:nvSpPr>
          <p:cNvPr id="17" name="">
            <a:extLst xmlns:a="http://schemas.openxmlformats.org/drawingml/2006/main">
              <a:ext uri="{FF2B5EF4-FFF2-40B4-BE49-F238E27FC236}">
                <a16:creationId xmlns:a16="http://schemas.microsoft.com/office/drawing/2014/main" id="{0CAE9160-445A-4403-B022-62EC88390B71}"/>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0A2B805-C1BB-472C-8863-9ED8440335A6}"/>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9276142-AB62-4769-9473-E42ECFA6FF82}"/>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71CF0B7B-0321-41B7-B131-D75D5D71043D}"/>
              </a:ext>
            </a:extLst>
          </p:cNvPr>
          <p:cNvPicPr>
            <a:picLocks xmlns:a="http://schemas.openxmlformats.org/drawingml/2006/main" noChangeAspect="1"/>
          </p:cNvPicPr>
          <p:nvPr/>
        </p:nvPicPr>
        <p:blipFill>
          <a:blip xmlns:r="http://schemas.openxmlformats.org/officeDocument/2006/relationships" xmlns:a="http://schemas.openxmlformats.org/drawingml/2006/main" r:embed="R74a62b6635b94ae9"/>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B3F0377-30D5-4687-9EBD-A6368FEA3E91}"/>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015E376A-3A89-4D41-99DD-4DA665023099}"/>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11 / 15</a:t>
            </a:r>
          </a:p>
        </p:txBody>
      </p:sp>
      <p:sp>
        <p:nvSpPr>
          <p:cNvPr id="23" name="">
            <a:extLst xmlns:a="http://schemas.openxmlformats.org/drawingml/2006/main">
              <a:ext uri="{FF2B5EF4-FFF2-40B4-BE49-F238E27FC236}">
                <a16:creationId xmlns:a16="http://schemas.microsoft.com/office/drawing/2014/main" id="{753C3D54-662F-49CD-9749-E5FD43CA31AB}"/>
              </a:ext>
            </a:extLst>
          </p:cNvPr>
          <p:cNvSpPr>
            <a:spLocks xmlns:a="http://schemas.openxmlformats.org/drawingml/2006/main" noGrp="1"/>
          </p:cNvSpPr>
          <p:nvPr/>
        </p:nvSpPr>
        <p:spPr>
          <a:xfrm xmlns:a="http://schemas.openxmlformats.org/drawingml/2006/main">
            <a:off x="723900" y="11239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66666"/>
                </a:solidFill>
                <a:latin typeface="Times New Roman"/>
                <a:ea typeface="Times New Roman"/>
                <a:cs typeface="Times New Roman"/>
              </a:defRPr>
            </a:defPPr>
            <a:lvl1pPr algn="l">
              <a:defRPr sz="1200" b="0">
                <a:solidFill>
                  <a:srgbClr val="666666"/>
                </a:solidFill>
                <a:latin typeface="Times New Roman"/>
                <a:ea typeface="Times New Roman"/>
                <a:cs typeface="Times New Roman"/>
              </a:defRPr>
            </a:lvl1pPr>
            <a:lvl2pPr algn="l">
              <a:defRPr sz="1200" b="0">
                <a:solidFill>
                  <a:srgbClr val="666666"/>
                </a:solidFill>
                <a:latin typeface="Times New Roman"/>
                <a:ea typeface="Times New Roman"/>
                <a:cs typeface="Times New Roman"/>
              </a:defRPr>
            </a:lvl2pPr>
            <a:lvl3pPr algn="l">
              <a:defRPr sz="1200" b="0">
                <a:solidFill>
                  <a:srgbClr val="666666"/>
                </a:solidFill>
                <a:latin typeface="Times New Roman"/>
                <a:ea typeface="Times New Roman"/>
                <a:cs typeface="Times New Roman"/>
              </a:defRPr>
            </a:lvl3pPr>
            <a:lvl4pPr algn="l">
              <a:defRPr sz="1200" b="0">
                <a:solidFill>
                  <a:srgbClr val="666666"/>
                </a:solidFill>
                <a:latin typeface="Times New Roman"/>
                <a:ea typeface="Times New Roman"/>
                <a:cs typeface="Times New Roman"/>
              </a:defRPr>
            </a:lvl4pPr>
            <a:lvl5pPr algn="l">
              <a:defRPr sz="1200" b="0">
                <a:solidFill>
                  <a:srgbClr val="666666"/>
                </a:solidFill>
                <a:latin typeface="Times New Roman"/>
                <a:ea typeface="Times New Roman"/>
                <a:cs typeface="Times New Roman"/>
              </a:defRPr>
            </a:lvl5pPr>
            <a:lvl6pPr algn="l">
              <a:defRPr sz="1200" b="0">
                <a:solidFill>
                  <a:srgbClr val="666666"/>
                </a:solidFill>
                <a:latin typeface="Times New Roman"/>
                <a:ea typeface="Times New Roman"/>
                <a:cs typeface="Times New Roman"/>
              </a:defRPr>
            </a:lvl6pPr>
            <a:lvl7pPr algn="l">
              <a:defRPr sz="1200" b="0">
                <a:solidFill>
                  <a:srgbClr val="666666"/>
                </a:solidFill>
                <a:latin typeface="Times New Roman"/>
                <a:ea typeface="Times New Roman"/>
                <a:cs typeface="Times New Roman"/>
              </a:defRPr>
            </a:lvl7pPr>
            <a:lvl8pPr algn="l">
              <a:defRPr sz="1200" b="0">
                <a:solidFill>
                  <a:srgbClr val="666666"/>
                </a:solidFill>
                <a:latin typeface="Times New Roman"/>
                <a:ea typeface="Times New Roman"/>
                <a:cs typeface="Times New Roman"/>
              </a:defRPr>
            </a:lvl8pPr>
            <a:lvl9pPr algn="l">
              <a:defRPr sz="1200" b="0">
                <a:solidFill>
                  <a:srgbClr val="666666"/>
                </a:solidFill>
                <a:latin typeface="Times New Roman"/>
                <a:ea typeface="Times New Roman"/>
                <a:cs typeface="Times New Roman"/>
              </a:defRPr>
            </a:lvl9pPr>
          </a:lstStyle>
          <a:p xmlns:a="http://schemas.openxmlformats.org/drawingml/2006/main">
            <a:pPr algn="l">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Working architecture · job data, candidate profile, matching and user-controlled next steps.</a:t>
            </a:r>
          </a:p>
        </p:txBody>
      </p:sp>
      <p:sp>
        <p:nvSpPr>
          <p:cNvPr id="24" name="">
            <a:extLst xmlns:a="http://schemas.openxmlformats.org/drawingml/2006/main">
              <a:ext uri="{FF2B5EF4-FFF2-40B4-BE49-F238E27FC236}">
                <a16:creationId xmlns:a16="http://schemas.microsoft.com/office/drawing/2014/main" id="{6862A467-F153-41BD-BE40-41257F6FDB2D}"/>
              </a:ext>
            </a:extLst>
          </p:cNvPr>
          <p:cNvSpPr>
            <a:spLocks xmlns:a="http://schemas.openxmlformats.org/drawingml/2006/main" noGrp="1"/>
          </p:cNvSpPr>
          <p:nvPr/>
        </p:nvSpPr>
        <p:spPr>
          <a:xfrm xmlns:a="http://schemas.openxmlformats.org/drawingml/2006/main">
            <a:off x="495300" y="1362075"/>
            <a:ext cx="11144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1">
                <a:solidFill>
                  <a:srgbClr val="405DE0"/>
                </a:solidFill>
                <a:latin typeface="Times New Roman"/>
                <a:ea typeface="Times New Roman"/>
                <a:cs typeface="Times New Roman"/>
              </a:defRPr>
            </a:defPPr>
            <a:lvl1pPr algn="l">
              <a:defRPr sz="863" b="1">
                <a:solidFill>
                  <a:srgbClr val="405DE0"/>
                </a:solidFill>
                <a:latin typeface="Times New Roman"/>
                <a:ea typeface="Times New Roman"/>
                <a:cs typeface="Times New Roman"/>
              </a:defRPr>
            </a:lvl1pPr>
            <a:lvl2pPr algn="l">
              <a:defRPr sz="863" b="1">
                <a:solidFill>
                  <a:srgbClr val="405DE0"/>
                </a:solidFill>
                <a:latin typeface="Times New Roman"/>
                <a:ea typeface="Times New Roman"/>
                <a:cs typeface="Times New Roman"/>
              </a:defRPr>
            </a:lvl2pPr>
            <a:lvl3pPr algn="l">
              <a:defRPr sz="863" b="1">
                <a:solidFill>
                  <a:srgbClr val="405DE0"/>
                </a:solidFill>
                <a:latin typeface="Times New Roman"/>
                <a:ea typeface="Times New Roman"/>
                <a:cs typeface="Times New Roman"/>
              </a:defRPr>
            </a:lvl3pPr>
            <a:lvl4pPr algn="l">
              <a:defRPr sz="863" b="1">
                <a:solidFill>
                  <a:srgbClr val="405DE0"/>
                </a:solidFill>
                <a:latin typeface="Times New Roman"/>
                <a:ea typeface="Times New Roman"/>
                <a:cs typeface="Times New Roman"/>
              </a:defRPr>
            </a:lvl4pPr>
            <a:lvl5pPr algn="l">
              <a:defRPr sz="863" b="1">
                <a:solidFill>
                  <a:srgbClr val="405DE0"/>
                </a:solidFill>
                <a:latin typeface="Times New Roman"/>
                <a:ea typeface="Times New Roman"/>
                <a:cs typeface="Times New Roman"/>
              </a:defRPr>
            </a:lvl5pPr>
            <a:lvl6pPr algn="l">
              <a:defRPr sz="863" b="1">
                <a:solidFill>
                  <a:srgbClr val="405DE0"/>
                </a:solidFill>
                <a:latin typeface="Times New Roman"/>
                <a:ea typeface="Times New Roman"/>
                <a:cs typeface="Times New Roman"/>
              </a:defRPr>
            </a:lvl6pPr>
            <a:lvl7pPr algn="l">
              <a:defRPr sz="863" b="1">
                <a:solidFill>
                  <a:srgbClr val="405DE0"/>
                </a:solidFill>
                <a:latin typeface="Times New Roman"/>
                <a:ea typeface="Times New Roman"/>
                <a:cs typeface="Times New Roman"/>
              </a:defRPr>
            </a:lvl7pPr>
            <a:lvl8pPr algn="l">
              <a:defRPr sz="863" b="1">
                <a:solidFill>
                  <a:srgbClr val="405DE0"/>
                </a:solidFill>
                <a:latin typeface="Times New Roman"/>
                <a:ea typeface="Times New Roman"/>
                <a:cs typeface="Times New Roman"/>
              </a:defRPr>
            </a:lvl8pPr>
            <a:lvl9pPr algn="l">
              <a:defRPr sz="863" b="1">
                <a:solidFill>
                  <a:srgbClr val="405DE0"/>
                </a:solidFill>
                <a:latin typeface="Times New Roman"/>
                <a:ea typeface="Times New Roman"/>
                <a:cs typeface="Times New Roman"/>
              </a:defRPr>
            </a:lvl9pPr>
          </a:lstStyle>
          <a:p xmlns:a="http://schemas.openxmlformats.org/drawingml/2006/main">
            <a:pPr algn="l">
              <a:defRPr sz="863" b="1">
                <a:solidFill>
                  <a:srgbClr val="405DE0"/>
                </a:solidFill>
                <a:latin typeface="Times New Roman"/>
                <a:ea typeface="Times New Roman"/>
                <a:cs typeface="Times New Roman"/>
              </a:defRPr>
            </a:pPr>
            <a:r>
              <a:rPr sz="863" b="1">
                <a:solidFill>
                  <a:srgbClr val="405DE0"/>
                </a:solidFill>
                <a:latin typeface="Times New Roman"/>
                <a:ea typeface="Times New Roman"/>
                <a:cs typeface="Times New Roman"/>
              </a:rPr>
              <a:t>JOB INGESTION · PERMITTED SOURCES TO TRUSTED LISTINGS</a:t>
            </a:r>
          </a:p>
        </p:txBody>
      </p:sp>
      <p:sp>
        <p:nvSpPr>
          <p:cNvPr id="25" name="">
            <a:extLst xmlns:a="http://schemas.openxmlformats.org/drawingml/2006/main">
              <a:ext uri="{FF2B5EF4-FFF2-40B4-BE49-F238E27FC236}">
                <a16:creationId xmlns:a16="http://schemas.microsoft.com/office/drawing/2014/main" id="{4AD450B1-DACB-4F70-B3C6-10A1B661EA59}"/>
              </a:ext>
            </a:extLst>
          </p:cNvPr>
          <p:cNvSpPr>
            <a:spLocks xmlns:a="http://schemas.openxmlformats.org/drawingml/2006/main" noGrp="1"/>
          </p:cNvSpPr>
          <p:nvPr/>
        </p:nvSpPr>
        <p:spPr>
          <a:xfrm xmlns:a="http://schemas.openxmlformats.org/drawingml/2006/main">
            <a:off x="381000" y="1581150"/>
            <a:ext cx="1714500" cy="781050"/>
          </a:xfrm>
          <a:prstGeom xmlns:a="http://schemas.openxmlformats.org/drawingml/2006/main" prst="roundRect">
            <a:avLst>
              <a:gd name="adj" fmla="val 14634"/>
            </a:avLst>
          </a:prstGeom>
          <a:solidFill xmlns:a="http://schemas.openxmlformats.org/drawingml/2006/main">
            <a:srgbClr val="E9F4FD"/>
          </a:solidFill>
          <a:ln xmlns:a="http://schemas.openxmlformats.org/drawingml/2006/main" w="13335">
            <a:solidFill>
              <a:srgbClr val="1686D9"/>
            </a:solidFill>
            <a:prstDash val="solid"/>
          </a:ln>
        </p:spPr>
      </p:sp>
      <p:sp>
        <p:nvSpPr>
          <p:cNvPr id="26" name="">
            <a:extLst xmlns:a="http://schemas.openxmlformats.org/drawingml/2006/main">
              <a:ext uri="{FF2B5EF4-FFF2-40B4-BE49-F238E27FC236}">
                <a16:creationId xmlns:a16="http://schemas.microsoft.com/office/drawing/2014/main" id="{F211DF45-3640-4ED3-9D40-78A277EE30BD}"/>
              </a:ext>
            </a:extLst>
          </p:cNvPr>
          <p:cNvSpPr>
            <a:spLocks xmlns:a="http://schemas.openxmlformats.org/drawingml/2006/main" noGrp="1"/>
          </p:cNvSpPr>
          <p:nvPr/>
        </p:nvSpPr>
        <p:spPr>
          <a:xfrm xmlns:a="http://schemas.openxmlformats.org/drawingml/2006/main">
            <a:off x="457200" y="1666875"/>
            <a:ext cx="1562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JOB SOURCES</a:t>
            </a:r>
          </a:p>
        </p:txBody>
      </p:sp>
      <p:sp>
        <p:nvSpPr>
          <p:cNvPr id="27" name="">
            <a:extLst xmlns:a="http://schemas.openxmlformats.org/drawingml/2006/main">
              <a:ext uri="{FF2B5EF4-FFF2-40B4-BE49-F238E27FC236}">
                <a16:creationId xmlns:a16="http://schemas.microsoft.com/office/drawing/2014/main" id="{D37D380F-2194-4B9B-B5D0-C56528811841}"/>
              </a:ext>
            </a:extLst>
          </p:cNvPr>
          <p:cNvSpPr>
            <a:spLocks xmlns:a="http://schemas.openxmlformats.org/drawingml/2006/main" noGrp="1"/>
          </p:cNvSpPr>
          <p:nvPr/>
        </p:nvSpPr>
        <p:spPr>
          <a:xfrm xmlns:a="http://schemas.openxmlformats.org/drawingml/2006/main">
            <a:off x="504825" y="1943100"/>
            <a:ext cx="1466850"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BC90D59-C46A-4B19-8DCC-31BFF5F7BCBA}"/>
              </a:ext>
            </a:extLst>
          </p:cNvPr>
          <p:cNvSpPr>
            <a:spLocks xmlns:a="http://schemas.openxmlformats.org/drawingml/2006/main" noGrp="1"/>
          </p:cNvSpPr>
          <p:nvPr/>
        </p:nvSpPr>
        <p:spPr>
          <a:xfrm xmlns:a="http://schemas.openxmlformats.org/drawingml/2006/main">
            <a:off x="476250" y="2000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Company pages</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ATS APIs · public feeds</a:t>
            </a:r>
          </a:p>
        </p:txBody>
      </p:sp>
      <p:sp>
        <p:nvSpPr>
          <p:cNvPr id="29" name="">
            <a:extLst xmlns:a="http://schemas.openxmlformats.org/drawingml/2006/main">
              <a:ext uri="{FF2B5EF4-FFF2-40B4-BE49-F238E27FC236}">
                <a16:creationId xmlns:a16="http://schemas.microsoft.com/office/drawing/2014/main" id="{E145ECCB-AA2A-4FA3-B7C3-179F4FC5C815}"/>
              </a:ext>
            </a:extLst>
          </p:cNvPr>
          <p:cNvSpPr>
            <a:spLocks xmlns:a="http://schemas.openxmlformats.org/drawingml/2006/main" noGrp="1"/>
          </p:cNvSpPr>
          <p:nvPr/>
        </p:nvSpPr>
        <p:spPr>
          <a:xfrm xmlns:a="http://schemas.openxmlformats.org/drawingml/2006/main">
            <a:off x="2286000" y="1581150"/>
            <a:ext cx="1714500" cy="781050"/>
          </a:xfrm>
          <a:prstGeom xmlns:a="http://schemas.openxmlformats.org/drawingml/2006/main" prst="roundRect">
            <a:avLst>
              <a:gd name="adj" fmla="val 14634"/>
            </a:avLst>
          </a:prstGeom>
          <a:solidFill xmlns:a="http://schemas.openxmlformats.org/drawingml/2006/main">
            <a:srgbClr val="EEF0FF"/>
          </a:solidFill>
          <a:ln xmlns:a="http://schemas.openxmlformats.org/drawingml/2006/main" w="13335">
            <a:solidFill>
              <a:srgbClr val="405DE0"/>
            </a:solidFill>
            <a:prstDash val="solid"/>
          </a:ln>
        </p:spPr>
      </p:sp>
      <p:sp>
        <p:nvSpPr>
          <p:cNvPr id="30" name="">
            <a:extLst xmlns:a="http://schemas.openxmlformats.org/drawingml/2006/main">
              <a:ext uri="{FF2B5EF4-FFF2-40B4-BE49-F238E27FC236}">
                <a16:creationId xmlns:a16="http://schemas.microsoft.com/office/drawing/2014/main" id="{976332F6-ED80-4377-B7C2-3C9AD3E44122}"/>
              </a:ext>
            </a:extLst>
          </p:cNvPr>
          <p:cNvSpPr>
            <a:spLocks xmlns:a="http://schemas.openxmlformats.org/drawingml/2006/main" noGrp="1"/>
          </p:cNvSpPr>
          <p:nvPr/>
        </p:nvSpPr>
        <p:spPr>
          <a:xfrm xmlns:a="http://schemas.openxmlformats.org/drawingml/2006/main">
            <a:off x="2362200" y="1666875"/>
            <a:ext cx="1562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INGEST + SCHEDULE</a:t>
            </a:r>
          </a:p>
        </p:txBody>
      </p:sp>
      <p:sp>
        <p:nvSpPr>
          <p:cNvPr id="31" name="">
            <a:extLst xmlns:a="http://schemas.openxmlformats.org/drawingml/2006/main">
              <a:ext uri="{FF2B5EF4-FFF2-40B4-BE49-F238E27FC236}">
                <a16:creationId xmlns:a16="http://schemas.microsoft.com/office/drawing/2014/main" id="{DA9F3CA6-EDAF-4BF7-838D-4F427AC4CDD0}"/>
              </a:ext>
            </a:extLst>
          </p:cNvPr>
          <p:cNvSpPr>
            <a:spLocks xmlns:a="http://schemas.openxmlformats.org/drawingml/2006/main" noGrp="1"/>
          </p:cNvSpPr>
          <p:nvPr/>
        </p:nvSpPr>
        <p:spPr>
          <a:xfrm xmlns:a="http://schemas.openxmlformats.org/drawingml/2006/main">
            <a:off x="2409825" y="1943100"/>
            <a:ext cx="1466850"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D92BFEA-07F4-466F-BE80-439197461B9F}"/>
              </a:ext>
            </a:extLst>
          </p:cNvPr>
          <p:cNvSpPr>
            <a:spLocks xmlns:a="http://schemas.openxmlformats.org/drawingml/2006/main" noGrp="1"/>
          </p:cNvSpPr>
          <p:nvPr/>
        </p:nvSpPr>
        <p:spPr>
          <a:xfrm xmlns:a="http://schemas.openxmlformats.org/drawingml/2006/main">
            <a:off x="2381250" y="2000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Python workers</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Scrapy · HTTPX · Redis</a:t>
            </a:r>
          </a:p>
        </p:txBody>
      </p:sp>
      <p:sp>
        <p:nvSpPr>
          <p:cNvPr id="33" name="">
            <a:extLst xmlns:a="http://schemas.openxmlformats.org/drawingml/2006/main">
              <a:ext uri="{FF2B5EF4-FFF2-40B4-BE49-F238E27FC236}">
                <a16:creationId xmlns:a16="http://schemas.microsoft.com/office/drawing/2014/main" id="{28603F81-E680-43A6-B1D5-15980CDBC0FD}"/>
              </a:ext>
            </a:extLst>
          </p:cNvPr>
          <p:cNvSpPr>
            <a:spLocks xmlns:a="http://schemas.openxmlformats.org/drawingml/2006/main" noGrp="1"/>
          </p:cNvSpPr>
          <p:nvPr/>
        </p:nvSpPr>
        <p:spPr>
          <a:xfrm xmlns:a="http://schemas.openxmlformats.org/drawingml/2006/main">
            <a:off x="4191000" y="1581150"/>
            <a:ext cx="1714500" cy="781050"/>
          </a:xfrm>
          <a:prstGeom xmlns:a="http://schemas.openxmlformats.org/drawingml/2006/main" prst="roundRect">
            <a:avLst>
              <a:gd name="adj" fmla="val 14634"/>
            </a:avLst>
          </a:prstGeom>
          <a:solidFill xmlns:a="http://schemas.openxmlformats.org/drawingml/2006/main">
            <a:srgbClr val="F1ECFA"/>
          </a:solidFill>
          <a:ln xmlns:a="http://schemas.openxmlformats.org/drawingml/2006/main" w="13335">
            <a:solidFill>
              <a:srgbClr val="6737C8"/>
            </a:solidFill>
            <a:prstDash val="solid"/>
          </a:ln>
        </p:spPr>
      </p:sp>
      <p:sp>
        <p:nvSpPr>
          <p:cNvPr id="34" name="">
            <a:extLst xmlns:a="http://schemas.openxmlformats.org/drawingml/2006/main">
              <a:ext uri="{FF2B5EF4-FFF2-40B4-BE49-F238E27FC236}">
                <a16:creationId xmlns:a16="http://schemas.microsoft.com/office/drawing/2014/main" id="{76611EAD-7053-456C-9EF5-AF33695A3A20}"/>
              </a:ext>
            </a:extLst>
          </p:cNvPr>
          <p:cNvSpPr>
            <a:spLocks xmlns:a="http://schemas.openxmlformats.org/drawingml/2006/main" noGrp="1"/>
          </p:cNvSpPr>
          <p:nvPr/>
        </p:nvSpPr>
        <p:spPr>
          <a:xfrm xmlns:a="http://schemas.openxmlformats.org/drawingml/2006/main">
            <a:off x="4267200" y="1666875"/>
            <a:ext cx="1562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PARSE + NORMALIZE</a:t>
            </a:r>
          </a:p>
        </p:txBody>
      </p:sp>
      <p:sp>
        <p:nvSpPr>
          <p:cNvPr id="35" name="">
            <a:extLst xmlns:a="http://schemas.openxmlformats.org/drawingml/2006/main">
              <a:ext uri="{FF2B5EF4-FFF2-40B4-BE49-F238E27FC236}">
                <a16:creationId xmlns:a16="http://schemas.microsoft.com/office/drawing/2014/main" id="{A76EAC91-0D3A-488B-BAAD-09515996C3D2}"/>
              </a:ext>
            </a:extLst>
          </p:cNvPr>
          <p:cNvSpPr>
            <a:spLocks xmlns:a="http://schemas.openxmlformats.org/drawingml/2006/main" noGrp="1"/>
          </p:cNvSpPr>
          <p:nvPr/>
        </p:nvSpPr>
        <p:spPr>
          <a:xfrm xmlns:a="http://schemas.openxmlformats.org/drawingml/2006/main">
            <a:off x="4314825" y="1943100"/>
            <a:ext cx="1466850"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D9EEBC9-767B-4D00-BE90-8C5DC9B55E9E}"/>
              </a:ext>
            </a:extLst>
          </p:cNvPr>
          <p:cNvSpPr>
            <a:spLocks xmlns:a="http://schemas.openxmlformats.org/drawingml/2006/main" noGrp="1"/>
          </p:cNvSpPr>
          <p:nvPr/>
        </p:nvSpPr>
        <p:spPr>
          <a:xfrm xmlns:a="http://schemas.openxmlformats.org/drawingml/2006/main">
            <a:off x="4286250" y="2000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Role · company · skills</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Dates · location · apply URL</a:t>
            </a:r>
          </a:p>
        </p:txBody>
      </p:sp>
      <p:sp>
        <p:nvSpPr>
          <p:cNvPr id="37" name="">
            <a:extLst xmlns:a="http://schemas.openxmlformats.org/drawingml/2006/main">
              <a:ext uri="{FF2B5EF4-FFF2-40B4-BE49-F238E27FC236}">
                <a16:creationId xmlns:a16="http://schemas.microsoft.com/office/drawing/2014/main" id="{1C636F44-8813-4DA2-9C9D-1C1FB20BA38B}"/>
              </a:ext>
            </a:extLst>
          </p:cNvPr>
          <p:cNvSpPr>
            <a:spLocks xmlns:a="http://schemas.openxmlformats.org/drawingml/2006/main" noGrp="1"/>
          </p:cNvSpPr>
          <p:nvPr/>
        </p:nvSpPr>
        <p:spPr>
          <a:xfrm xmlns:a="http://schemas.openxmlformats.org/drawingml/2006/main">
            <a:off x="6096000" y="1581150"/>
            <a:ext cx="1714500" cy="781050"/>
          </a:xfrm>
          <a:prstGeom xmlns:a="http://schemas.openxmlformats.org/drawingml/2006/main" prst="roundRect">
            <a:avLst>
              <a:gd name="adj" fmla="val 14634"/>
            </a:avLst>
          </a:prstGeom>
          <a:solidFill xmlns:a="http://schemas.openxmlformats.org/drawingml/2006/main">
            <a:srgbClr val="F7EDF5"/>
          </a:solidFill>
          <a:ln xmlns:a="http://schemas.openxmlformats.org/drawingml/2006/main" w="13335">
            <a:solidFill>
              <a:srgbClr val="B95B9A"/>
            </a:solidFill>
            <a:prstDash val="solid"/>
          </a:ln>
        </p:spPr>
      </p:sp>
      <p:sp>
        <p:nvSpPr>
          <p:cNvPr id="38" name="">
            <a:extLst xmlns:a="http://schemas.openxmlformats.org/drawingml/2006/main">
              <a:ext uri="{FF2B5EF4-FFF2-40B4-BE49-F238E27FC236}">
                <a16:creationId xmlns:a16="http://schemas.microsoft.com/office/drawing/2014/main" id="{FFA0C955-75C5-49EB-AFFD-640043A9622B}"/>
              </a:ext>
            </a:extLst>
          </p:cNvPr>
          <p:cNvSpPr>
            <a:spLocks xmlns:a="http://schemas.openxmlformats.org/drawingml/2006/main" noGrp="1"/>
          </p:cNvSpPr>
          <p:nvPr/>
        </p:nvSpPr>
        <p:spPr>
          <a:xfrm xmlns:a="http://schemas.openxmlformats.org/drawingml/2006/main">
            <a:off x="6172200" y="1666875"/>
            <a:ext cx="1562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VERIFY + DEDUP</a:t>
            </a:r>
          </a:p>
        </p:txBody>
      </p:sp>
      <p:sp>
        <p:nvSpPr>
          <p:cNvPr id="39" name="">
            <a:extLst xmlns:a="http://schemas.openxmlformats.org/drawingml/2006/main">
              <a:ext uri="{FF2B5EF4-FFF2-40B4-BE49-F238E27FC236}">
                <a16:creationId xmlns:a16="http://schemas.microsoft.com/office/drawing/2014/main" id="{7DD61840-10DA-4C95-8B3E-F1674D63B400}"/>
              </a:ext>
            </a:extLst>
          </p:cNvPr>
          <p:cNvSpPr>
            <a:spLocks xmlns:a="http://schemas.openxmlformats.org/drawingml/2006/main" noGrp="1"/>
          </p:cNvSpPr>
          <p:nvPr/>
        </p:nvSpPr>
        <p:spPr>
          <a:xfrm xmlns:a="http://schemas.openxmlformats.org/drawingml/2006/main">
            <a:off x="6219825" y="1943100"/>
            <a:ext cx="1466850"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ECB9E8D-6543-4C05-9DE8-FD273935BD29}"/>
              </a:ext>
            </a:extLst>
          </p:cNvPr>
          <p:cNvSpPr>
            <a:spLocks xmlns:a="http://schemas.openxmlformats.org/drawingml/2006/main" noGrp="1"/>
          </p:cNvSpPr>
          <p:nvPr/>
        </p:nvSpPr>
        <p:spPr>
          <a:xfrm xmlns:a="http://schemas.openxmlformats.org/drawingml/2006/main">
            <a:off x="6191250" y="2000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Evidence · freshness</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Completeness · duplicates</a:t>
            </a:r>
          </a:p>
        </p:txBody>
      </p:sp>
      <p:sp>
        <p:nvSpPr>
          <p:cNvPr id="41" name="">
            <a:extLst xmlns:a="http://schemas.openxmlformats.org/drawingml/2006/main">
              <a:ext uri="{FF2B5EF4-FFF2-40B4-BE49-F238E27FC236}">
                <a16:creationId xmlns:a16="http://schemas.microsoft.com/office/drawing/2014/main" id="{ECE60FD0-5DBD-4981-BE52-9B8E075CF096}"/>
              </a:ext>
            </a:extLst>
          </p:cNvPr>
          <p:cNvSpPr>
            <a:spLocks xmlns:a="http://schemas.openxmlformats.org/drawingml/2006/main" noGrp="1"/>
          </p:cNvSpPr>
          <p:nvPr/>
        </p:nvSpPr>
        <p:spPr>
          <a:xfrm xmlns:a="http://schemas.openxmlformats.org/drawingml/2006/main">
            <a:off x="8001000" y="1581150"/>
            <a:ext cx="1714500" cy="781050"/>
          </a:xfrm>
          <a:prstGeom xmlns:a="http://schemas.openxmlformats.org/drawingml/2006/main" prst="roundRect">
            <a:avLst>
              <a:gd name="adj" fmla="val 14634"/>
            </a:avLst>
          </a:prstGeom>
          <a:solidFill xmlns:a="http://schemas.openxmlformats.org/drawingml/2006/main">
            <a:srgbClr val="ECF5EF"/>
          </a:solidFill>
          <a:ln xmlns:a="http://schemas.openxmlformats.org/drawingml/2006/main" w="13335">
            <a:solidFill>
              <a:srgbClr val="529C72"/>
            </a:solidFill>
            <a:prstDash val="solid"/>
          </a:ln>
        </p:spPr>
      </p:sp>
      <p:sp>
        <p:nvSpPr>
          <p:cNvPr id="42" name="">
            <a:extLst xmlns:a="http://schemas.openxmlformats.org/drawingml/2006/main">
              <a:ext uri="{FF2B5EF4-FFF2-40B4-BE49-F238E27FC236}">
                <a16:creationId xmlns:a16="http://schemas.microsoft.com/office/drawing/2014/main" id="{843834F8-E482-4504-8DD2-A7E059ED5669}"/>
              </a:ext>
            </a:extLst>
          </p:cNvPr>
          <p:cNvSpPr>
            <a:spLocks xmlns:a="http://schemas.openxmlformats.org/drawingml/2006/main" noGrp="1"/>
          </p:cNvSpPr>
          <p:nvPr/>
        </p:nvSpPr>
        <p:spPr>
          <a:xfrm xmlns:a="http://schemas.openxmlformats.org/drawingml/2006/main">
            <a:off x="8077200" y="1666875"/>
            <a:ext cx="1562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POSTGRESQL</a:t>
            </a:r>
          </a:p>
        </p:txBody>
      </p:sp>
      <p:sp>
        <p:nvSpPr>
          <p:cNvPr id="43" name="">
            <a:extLst xmlns:a="http://schemas.openxmlformats.org/drawingml/2006/main">
              <a:ext uri="{FF2B5EF4-FFF2-40B4-BE49-F238E27FC236}">
                <a16:creationId xmlns:a16="http://schemas.microsoft.com/office/drawing/2014/main" id="{75D3A85D-C5B1-43F1-A49F-39DBBF961F0E}"/>
              </a:ext>
            </a:extLst>
          </p:cNvPr>
          <p:cNvSpPr>
            <a:spLocks xmlns:a="http://schemas.openxmlformats.org/drawingml/2006/main" noGrp="1"/>
          </p:cNvSpPr>
          <p:nvPr/>
        </p:nvSpPr>
        <p:spPr>
          <a:xfrm xmlns:a="http://schemas.openxmlformats.org/drawingml/2006/main">
            <a:off x="8124825" y="1943100"/>
            <a:ext cx="1466850" cy="1905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E28038E-A385-4EDD-97A8-CE4B87975754}"/>
              </a:ext>
            </a:extLst>
          </p:cNvPr>
          <p:cNvSpPr>
            <a:spLocks xmlns:a="http://schemas.openxmlformats.org/drawingml/2006/main" noGrp="1"/>
          </p:cNvSpPr>
          <p:nvPr/>
        </p:nvSpPr>
        <p:spPr>
          <a:xfrm xmlns:a="http://schemas.openxmlformats.org/drawingml/2006/main">
            <a:off x="8096250" y="2000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Jobs · companies</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Optional public HR details</a:t>
            </a:r>
          </a:p>
        </p:txBody>
      </p:sp>
      <p:sp>
        <p:nvSpPr>
          <p:cNvPr id="45" name="">
            <a:extLst xmlns:a="http://schemas.openxmlformats.org/drawingml/2006/main">
              <a:ext uri="{FF2B5EF4-FFF2-40B4-BE49-F238E27FC236}">
                <a16:creationId xmlns:a16="http://schemas.microsoft.com/office/drawing/2014/main" id="{C6910634-120E-4717-81CA-541A346DF68B}"/>
              </a:ext>
            </a:extLst>
          </p:cNvPr>
          <p:cNvSpPr>
            <a:spLocks xmlns:a="http://schemas.openxmlformats.org/drawingml/2006/main" noGrp="1"/>
          </p:cNvSpPr>
          <p:nvPr/>
        </p:nvSpPr>
        <p:spPr>
          <a:xfrm xmlns:a="http://schemas.openxmlformats.org/drawingml/2006/main">
            <a:off x="9906000" y="1581150"/>
            <a:ext cx="1714500" cy="781050"/>
          </a:xfrm>
          <a:prstGeom xmlns:a="http://schemas.openxmlformats.org/drawingml/2006/main" prst="roundRect">
            <a:avLst>
              <a:gd name="adj" fmla="val 14634"/>
            </a:avLst>
          </a:prstGeom>
          <a:solidFill xmlns:a="http://schemas.openxmlformats.org/drawingml/2006/main">
            <a:srgbClr val="FFF7E3"/>
          </a:solidFill>
          <a:ln xmlns:a="http://schemas.openxmlformats.org/drawingml/2006/main" w="13335">
            <a:solidFill>
              <a:srgbClr val="D4A83C"/>
            </a:solidFill>
            <a:prstDash val="solid"/>
          </a:ln>
        </p:spPr>
      </p:sp>
      <p:sp>
        <p:nvSpPr>
          <p:cNvPr id="46" name="">
            <a:extLst xmlns:a="http://schemas.openxmlformats.org/drawingml/2006/main">
              <a:ext uri="{FF2B5EF4-FFF2-40B4-BE49-F238E27FC236}">
                <a16:creationId xmlns:a16="http://schemas.microsoft.com/office/drawing/2014/main" id="{C4D69D4C-C796-409B-BD93-15CC8182A7C0}"/>
              </a:ext>
            </a:extLst>
          </p:cNvPr>
          <p:cNvSpPr>
            <a:spLocks xmlns:a="http://schemas.openxmlformats.org/drawingml/2006/main" noGrp="1"/>
          </p:cNvSpPr>
          <p:nvPr/>
        </p:nvSpPr>
        <p:spPr>
          <a:xfrm xmlns:a="http://schemas.openxmlformats.org/drawingml/2006/main">
            <a:off x="9982200" y="1666875"/>
            <a:ext cx="1562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13" b="1">
                <a:solidFill>
                  <a:srgbClr val="000000"/>
                </a:solidFill>
                <a:latin typeface="Times New Roman"/>
                <a:ea typeface="Times New Roman"/>
                <a:cs typeface="Times New Roman"/>
              </a:defRPr>
            </a:defPPr>
            <a:lvl1pPr algn="ctr">
              <a:defRPr sz="1013" b="1">
                <a:solidFill>
                  <a:srgbClr val="000000"/>
                </a:solidFill>
                <a:latin typeface="Times New Roman"/>
                <a:ea typeface="Times New Roman"/>
                <a:cs typeface="Times New Roman"/>
              </a:defRPr>
            </a:lvl1pPr>
            <a:lvl2pPr algn="ctr">
              <a:defRPr sz="1013" b="1">
                <a:solidFill>
                  <a:srgbClr val="000000"/>
                </a:solidFill>
                <a:latin typeface="Times New Roman"/>
                <a:ea typeface="Times New Roman"/>
                <a:cs typeface="Times New Roman"/>
              </a:defRPr>
            </a:lvl2pPr>
            <a:lvl3pPr algn="ctr">
              <a:defRPr sz="1013" b="1">
                <a:solidFill>
                  <a:srgbClr val="000000"/>
                </a:solidFill>
                <a:latin typeface="Times New Roman"/>
                <a:ea typeface="Times New Roman"/>
                <a:cs typeface="Times New Roman"/>
              </a:defRPr>
            </a:lvl3pPr>
            <a:lvl4pPr algn="ctr">
              <a:defRPr sz="1013" b="1">
                <a:solidFill>
                  <a:srgbClr val="000000"/>
                </a:solidFill>
                <a:latin typeface="Times New Roman"/>
                <a:ea typeface="Times New Roman"/>
                <a:cs typeface="Times New Roman"/>
              </a:defRPr>
            </a:lvl4pPr>
            <a:lvl5pPr algn="ctr">
              <a:defRPr sz="1013" b="1">
                <a:solidFill>
                  <a:srgbClr val="000000"/>
                </a:solidFill>
                <a:latin typeface="Times New Roman"/>
                <a:ea typeface="Times New Roman"/>
                <a:cs typeface="Times New Roman"/>
              </a:defRPr>
            </a:lvl5pPr>
            <a:lvl6pPr algn="ctr">
              <a:defRPr sz="1013" b="1">
                <a:solidFill>
                  <a:srgbClr val="000000"/>
                </a:solidFill>
                <a:latin typeface="Times New Roman"/>
                <a:ea typeface="Times New Roman"/>
                <a:cs typeface="Times New Roman"/>
              </a:defRPr>
            </a:lvl6pPr>
            <a:lvl7pPr algn="ctr">
              <a:defRPr sz="1013" b="1">
                <a:solidFill>
                  <a:srgbClr val="000000"/>
                </a:solidFill>
                <a:latin typeface="Times New Roman"/>
                <a:ea typeface="Times New Roman"/>
                <a:cs typeface="Times New Roman"/>
              </a:defRPr>
            </a:lvl7pPr>
            <a:lvl8pPr algn="ctr">
              <a:defRPr sz="1013" b="1">
                <a:solidFill>
                  <a:srgbClr val="000000"/>
                </a:solidFill>
                <a:latin typeface="Times New Roman"/>
                <a:ea typeface="Times New Roman"/>
                <a:cs typeface="Times New Roman"/>
              </a:defRPr>
            </a:lvl8pPr>
            <a:lvl9pPr algn="ctr">
              <a:defRPr sz="1013" b="1">
                <a:solidFill>
                  <a:srgbClr val="000000"/>
                </a:solidFill>
                <a:latin typeface="Times New Roman"/>
                <a:ea typeface="Times New Roman"/>
                <a:cs typeface="Times New Roman"/>
              </a:defRPr>
            </a:lvl9pPr>
          </a:lstStyle>
          <a:p xmlns:a="http://schemas.openxmlformats.org/drawingml/2006/main">
            <a:pPr algn="ctr">
              <a:defRPr sz="1013" b="1">
                <a:solidFill>
                  <a:srgbClr val="000000"/>
                </a:solidFill>
                <a:latin typeface="Times New Roman"/>
                <a:ea typeface="Times New Roman"/>
                <a:cs typeface="Times New Roman"/>
              </a:defRPr>
            </a:pPr>
            <a:r>
              <a:rPr sz="1013" b="1">
                <a:solidFill>
                  <a:srgbClr val="000000"/>
                </a:solidFill>
                <a:latin typeface="Times New Roman"/>
                <a:ea typeface="Times New Roman"/>
                <a:cs typeface="Times New Roman"/>
              </a:rPr>
              <a:t>RELEASE GATE</a:t>
            </a:r>
          </a:p>
        </p:txBody>
      </p:sp>
      <p:sp>
        <p:nvSpPr>
          <p:cNvPr id="47" name="">
            <a:extLst xmlns:a="http://schemas.openxmlformats.org/drawingml/2006/main">
              <a:ext uri="{FF2B5EF4-FFF2-40B4-BE49-F238E27FC236}">
                <a16:creationId xmlns:a16="http://schemas.microsoft.com/office/drawing/2014/main" id="{1CEC75E2-7274-4DF8-81E6-C0CD2C65473C}"/>
              </a:ext>
            </a:extLst>
          </p:cNvPr>
          <p:cNvSpPr>
            <a:spLocks xmlns:a="http://schemas.openxmlformats.org/drawingml/2006/main" noGrp="1"/>
          </p:cNvSpPr>
          <p:nvPr/>
        </p:nvSpPr>
        <p:spPr>
          <a:xfrm xmlns:a="http://schemas.openxmlformats.org/drawingml/2006/main">
            <a:off x="10029825" y="1943100"/>
            <a:ext cx="1466850" cy="19050"/>
          </a:xfrm>
          <a:prstGeom xmlns:a="http://schemas.openxmlformats.org/drawingml/2006/main" prst="rect">
            <a:avLst/>
          </a:prstGeom>
          <a:solidFill xmlns:a="http://schemas.openxmlformats.org/drawingml/2006/main">
            <a:srgbClr val="D4A83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7E837ED-02FC-4FC8-BC30-9B40164B5029}"/>
              </a:ext>
            </a:extLst>
          </p:cNvPr>
          <p:cNvSpPr>
            <a:spLocks xmlns:a="http://schemas.openxmlformats.org/drawingml/2006/main" noGrp="1"/>
          </p:cNvSpPr>
          <p:nvPr/>
        </p:nvSpPr>
        <p:spPr>
          <a:xfrm xmlns:a="http://schemas.openxmlformats.org/drawingml/2006/main">
            <a:off x="10001250" y="20002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15" b="0">
                <a:solidFill>
                  <a:srgbClr val="666666"/>
                </a:solidFill>
                <a:latin typeface="Times New Roman"/>
                <a:ea typeface="Times New Roman"/>
                <a:cs typeface="Times New Roman"/>
              </a:defRPr>
            </a:defPPr>
            <a:lvl1pPr algn="ctr">
              <a:defRPr sz="915" b="0">
                <a:solidFill>
                  <a:srgbClr val="666666"/>
                </a:solidFill>
                <a:latin typeface="Times New Roman"/>
                <a:ea typeface="Times New Roman"/>
                <a:cs typeface="Times New Roman"/>
              </a:defRPr>
            </a:lvl1pPr>
            <a:lvl2pPr algn="ctr">
              <a:defRPr sz="915" b="0">
                <a:solidFill>
                  <a:srgbClr val="666666"/>
                </a:solidFill>
                <a:latin typeface="Times New Roman"/>
                <a:ea typeface="Times New Roman"/>
                <a:cs typeface="Times New Roman"/>
              </a:defRPr>
            </a:lvl2pPr>
            <a:lvl3pPr algn="ctr">
              <a:defRPr sz="915" b="0">
                <a:solidFill>
                  <a:srgbClr val="666666"/>
                </a:solidFill>
                <a:latin typeface="Times New Roman"/>
                <a:ea typeface="Times New Roman"/>
                <a:cs typeface="Times New Roman"/>
              </a:defRPr>
            </a:lvl3pPr>
            <a:lvl4pPr algn="ctr">
              <a:defRPr sz="915" b="0">
                <a:solidFill>
                  <a:srgbClr val="666666"/>
                </a:solidFill>
                <a:latin typeface="Times New Roman"/>
                <a:ea typeface="Times New Roman"/>
                <a:cs typeface="Times New Roman"/>
              </a:defRPr>
            </a:lvl4pPr>
            <a:lvl5pPr algn="ctr">
              <a:defRPr sz="915" b="0">
                <a:solidFill>
                  <a:srgbClr val="666666"/>
                </a:solidFill>
                <a:latin typeface="Times New Roman"/>
                <a:ea typeface="Times New Roman"/>
                <a:cs typeface="Times New Roman"/>
              </a:defRPr>
            </a:lvl5pPr>
            <a:lvl6pPr algn="ctr">
              <a:defRPr sz="915" b="0">
                <a:solidFill>
                  <a:srgbClr val="666666"/>
                </a:solidFill>
                <a:latin typeface="Times New Roman"/>
                <a:ea typeface="Times New Roman"/>
                <a:cs typeface="Times New Roman"/>
              </a:defRPr>
            </a:lvl6pPr>
            <a:lvl7pPr algn="ctr">
              <a:defRPr sz="915" b="0">
                <a:solidFill>
                  <a:srgbClr val="666666"/>
                </a:solidFill>
                <a:latin typeface="Times New Roman"/>
                <a:ea typeface="Times New Roman"/>
                <a:cs typeface="Times New Roman"/>
              </a:defRPr>
            </a:lvl7pPr>
            <a:lvl8pPr algn="ctr">
              <a:defRPr sz="915" b="0">
                <a:solidFill>
                  <a:srgbClr val="666666"/>
                </a:solidFill>
                <a:latin typeface="Times New Roman"/>
                <a:ea typeface="Times New Roman"/>
                <a:cs typeface="Times New Roman"/>
              </a:defRPr>
            </a:lvl8pPr>
            <a:lvl9pPr algn="ctr">
              <a:defRPr sz="915" b="0">
                <a:solidFill>
                  <a:srgbClr val="666666"/>
                </a:solidFill>
                <a:latin typeface="Times New Roman"/>
                <a:ea typeface="Times New Roman"/>
                <a:cs typeface="Times New Roman"/>
              </a:defRPr>
            </a:lvl9pPr>
          </a:lstStyle>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Quality &gt;70: publish</a:t>
            </a:r>
          </a:p>
          <a:p xmlns:a="http://schemas.openxmlformats.org/drawingml/2006/main">
            <a:pPr algn="ctr">
              <a:defRPr sz="915" b="0">
                <a:solidFill>
                  <a:srgbClr val="666666"/>
                </a:solidFill>
                <a:latin typeface="Times New Roman"/>
                <a:ea typeface="Times New Roman"/>
                <a:cs typeface="Times New Roman"/>
              </a:defRPr>
            </a:pPr>
            <a:r>
              <a:rPr sz="915" b="0">
                <a:solidFill>
                  <a:srgbClr val="666666"/>
                </a:solidFill>
                <a:latin typeface="Times New Roman"/>
                <a:ea typeface="Times New Roman"/>
                <a:cs typeface="Times New Roman"/>
              </a:rPr>
              <a:t>Else admin review</a:t>
            </a:r>
          </a:p>
        </p:txBody>
      </p:sp>
      <p:sp>
        <p:nvSpPr>
          <p:cNvPr id="54" name="">
            <a:extLst xmlns:a="http://schemas.openxmlformats.org/drawingml/2006/main">
              <a:ext uri="{FF2B5EF4-FFF2-40B4-BE49-F238E27FC236}">
                <a16:creationId xmlns:a16="http://schemas.microsoft.com/office/drawing/2014/main" id="{9ADF70E5-3AD7-4303-A6C4-495233124FCC}"/>
              </a:ext>
            </a:extLst>
          </p:cNvPr>
          <p:cNvSpPr>
            <a:spLocks xmlns:a="http://schemas.openxmlformats.org/drawingml/2006/main" noGrp="1"/>
          </p:cNvSpPr>
          <p:nvPr/>
        </p:nvSpPr>
        <p:spPr>
          <a:xfrm xmlns:a="http://schemas.openxmlformats.org/drawingml/2006/main">
            <a:off x="495300" y="2476500"/>
            <a:ext cx="676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1">
                <a:solidFill>
                  <a:srgbClr val="6737C8"/>
                </a:solidFill>
                <a:latin typeface="Times New Roman"/>
                <a:ea typeface="Times New Roman"/>
                <a:cs typeface="Times New Roman"/>
              </a:defRPr>
            </a:defPPr>
            <a:lvl1pPr algn="l">
              <a:defRPr sz="863" b="1">
                <a:solidFill>
                  <a:srgbClr val="6737C8"/>
                </a:solidFill>
                <a:latin typeface="Times New Roman"/>
                <a:ea typeface="Times New Roman"/>
                <a:cs typeface="Times New Roman"/>
              </a:defRPr>
            </a:lvl1pPr>
            <a:lvl2pPr algn="l">
              <a:defRPr sz="863" b="1">
                <a:solidFill>
                  <a:srgbClr val="6737C8"/>
                </a:solidFill>
                <a:latin typeface="Times New Roman"/>
                <a:ea typeface="Times New Roman"/>
                <a:cs typeface="Times New Roman"/>
              </a:defRPr>
            </a:lvl2pPr>
            <a:lvl3pPr algn="l">
              <a:defRPr sz="863" b="1">
                <a:solidFill>
                  <a:srgbClr val="6737C8"/>
                </a:solidFill>
                <a:latin typeface="Times New Roman"/>
                <a:ea typeface="Times New Roman"/>
                <a:cs typeface="Times New Roman"/>
              </a:defRPr>
            </a:lvl3pPr>
            <a:lvl4pPr algn="l">
              <a:defRPr sz="863" b="1">
                <a:solidFill>
                  <a:srgbClr val="6737C8"/>
                </a:solidFill>
                <a:latin typeface="Times New Roman"/>
                <a:ea typeface="Times New Roman"/>
                <a:cs typeface="Times New Roman"/>
              </a:defRPr>
            </a:lvl4pPr>
            <a:lvl5pPr algn="l">
              <a:defRPr sz="863" b="1">
                <a:solidFill>
                  <a:srgbClr val="6737C8"/>
                </a:solidFill>
                <a:latin typeface="Times New Roman"/>
                <a:ea typeface="Times New Roman"/>
                <a:cs typeface="Times New Roman"/>
              </a:defRPr>
            </a:lvl5pPr>
            <a:lvl6pPr algn="l">
              <a:defRPr sz="863" b="1">
                <a:solidFill>
                  <a:srgbClr val="6737C8"/>
                </a:solidFill>
                <a:latin typeface="Times New Roman"/>
                <a:ea typeface="Times New Roman"/>
                <a:cs typeface="Times New Roman"/>
              </a:defRPr>
            </a:lvl6pPr>
            <a:lvl7pPr algn="l">
              <a:defRPr sz="863" b="1">
                <a:solidFill>
                  <a:srgbClr val="6737C8"/>
                </a:solidFill>
                <a:latin typeface="Times New Roman"/>
                <a:ea typeface="Times New Roman"/>
                <a:cs typeface="Times New Roman"/>
              </a:defRPr>
            </a:lvl7pPr>
            <a:lvl8pPr algn="l">
              <a:defRPr sz="863" b="1">
                <a:solidFill>
                  <a:srgbClr val="6737C8"/>
                </a:solidFill>
                <a:latin typeface="Times New Roman"/>
                <a:ea typeface="Times New Roman"/>
                <a:cs typeface="Times New Roman"/>
              </a:defRPr>
            </a:lvl8pPr>
            <a:lvl9pPr algn="l">
              <a:defRPr sz="863" b="1">
                <a:solidFill>
                  <a:srgbClr val="6737C8"/>
                </a:solidFill>
                <a:latin typeface="Times New Roman"/>
                <a:ea typeface="Times New Roman"/>
                <a:cs typeface="Times New Roman"/>
              </a:defRPr>
            </a:lvl9pPr>
          </a:lstStyle>
          <a:p xmlns:a="http://schemas.openxmlformats.org/drawingml/2006/main">
            <a:pPr algn="l">
              <a:defRPr sz="863" b="1">
                <a:solidFill>
                  <a:srgbClr val="6737C8"/>
                </a:solidFill>
                <a:latin typeface="Times New Roman"/>
                <a:ea typeface="Times New Roman"/>
                <a:cs typeface="Times New Roman"/>
              </a:defRPr>
            </a:pPr>
            <a:r>
              <a:rPr sz="863" b="1">
                <a:solidFill>
                  <a:srgbClr val="6737C8"/>
                </a:solidFill>
                <a:latin typeface="Times New Roman"/>
                <a:ea typeface="Times New Roman"/>
                <a:cs typeface="Times New Roman"/>
              </a:rPr>
              <a:t>CANDIDATE ONBOARDING + PROFILE CONFIRMATION</a:t>
            </a:r>
          </a:p>
        </p:txBody>
      </p:sp>
      <p:sp>
        <p:nvSpPr>
          <p:cNvPr id="55" name="">
            <a:extLst xmlns:a="http://schemas.openxmlformats.org/drawingml/2006/main">
              <a:ext uri="{FF2B5EF4-FFF2-40B4-BE49-F238E27FC236}">
                <a16:creationId xmlns:a16="http://schemas.microsoft.com/office/drawing/2014/main" id="{8AEF3204-5E70-4D8C-A57B-B1DDCC784809}"/>
              </a:ext>
            </a:extLst>
          </p:cNvPr>
          <p:cNvSpPr>
            <a:spLocks xmlns:a="http://schemas.openxmlformats.org/drawingml/2006/main" noGrp="1"/>
          </p:cNvSpPr>
          <p:nvPr/>
        </p:nvSpPr>
        <p:spPr>
          <a:xfrm xmlns:a="http://schemas.openxmlformats.org/drawingml/2006/main">
            <a:off x="381000" y="2743200"/>
            <a:ext cx="1714500" cy="1314450"/>
          </a:xfrm>
          <a:prstGeom xmlns:a="http://schemas.openxmlformats.org/drawingml/2006/main" prst="roundRect">
            <a:avLst>
              <a:gd name="adj" fmla="val 5797"/>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CANDIDATE / FRESHER</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Register · enter facts · upload resume</a:t>
            </a:r>
          </a:p>
        </p:txBody>
      </p:sp>
      <p:sp>
        <p:nvSpPr>
          <p:cNvPr id="56" name="">
            <a:extLst xmlns:a="http://schemas.openxmlformats.org/drawingml/2006/main">
              <a:ext uri="{FF2B5EF4-FFF2-40B4-BE49-F238E27FC236}">
                <a16:creationId xmlns:a16="http://schemas.microsoft.com/office/drawing/2014/main" id="{5B9291DC-49A4-4060-B9F2-BCF302AC860F}"/>
              </a:ext>
            </a:extLst>
          </p:cNvPr>
          <p:cNvSpPr>
            <a:spLocks xmlns:a="http://schemas.openxmlformats.org/drawingml/2006/main" noGrp="1"/>
          </p:cNvSpPr>
          <p:nvPr/>
        </p:nvSpPr>
        <p:spPr>
          <a:xfrm xmlns:a="http://schemas.openxmlformats.org/drawingml/2006/main">
            <a:off x="2428875" y="2886075"/>
            <a:ext cx="1428750" cy="876300"/>
          </a:xfrm>
          <a:prstGeom xmlns:a="http://schemas.openxmlformats.org/drawingml/2006/main" prst="roundRect">
            <a:avLst>
              <a:gd name="adj" fmla="val 8696"/>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WEB APP</a:t>
            </a:r>
          </a:p>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React · TypeScript · Vite</a:t>
            </a:r>
          </a:p>
        </p:txBody>
      </p:sp>
      <p:sp>
        <p:nvSpPr>
          <p:cNvPr id="57" name="">
            <a:extLst xmlns:a="http://schemas.openxmlformats.org/drawingml/2006/main">
              <a:ext uri="{FF2B5EF4-FFF2-40B4-BE49-F238E27FC236}">
                <a16:creationId xmlns:a16="http://schemas.microsoft.com/office/drawing/2014/main" id="{93014CAF-70F5-48E0-8B41-EC7ACDDF2A00}"/>
              </a:ext>
            </a:extLst>
          </p:cNvPr>
          <p:cNvSpPr>
            <a:spLocks xmlns:a="http://schemas.openxmlformats.org/drawingml/2006/main" noGrp="1"/>
          </p:cNvSpPr>
          <p:nvPr/>
        </p:nvSpPr>
        <p:spPr>
          <a:xfrm xmlns:a="http://schemas.openxmlformats.org/drawingml/2006/main">
            <a:off x="4171950" y="2886075"/>
            <a:ext cx="1571625" cy="876300"/>
          </a:xfrm>
          <a:prstGeom xmlns:a="http://schemas.openxmlformats.org/drawingml/2006/main" prst="roundRect">
            <a:avLst>
              <a:gd name="adj" fmla="val 8696"/>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BACKEND API</a:t>
            </a:r>
          </a:p>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Fastify · auth · validation</a:t>
            </a:r>
          </a:p>
        </p:txBody>
      </p:sp>
      <p:sp>
        <p:nvSpPr>
          <p:cNvPr id="58" name="">
            <a:extLst xmlns:a="http://schemas.openxmlformats.org/drawingml/2006/main">
              <a:ext uri="{FF2B5EF4-FFF2-40B4-BE49-F238E27FC236}">
                <a16:creationId xmlns:a16="http://schemas.microsoft.com/office/drawing/2014/main" id="{C61D993A-263B-42CC-886E-F4C6BBD8B273}"/>
              </a:ext>
            </a:extLst>
          </p:cNvPr>
          <p:cNvSpPr>
            <a:spLocks xmlns:a="http://schemas.openxmlformats.org/drawingml/2006/main" noGrp="1"/>
          </p:cNvSpPr>
          <p:nvPr/>
        </p:nvSpPr>
        <p:spPr>
          <a:xfrm xmlns:a="http://schemas.openxmlformats.org/drawingml/2006/main">
            <a:off x="2428875" y="4257675"/>
            <a:ext cx="3314700" cy="762000"/>
          </a:xfrm>
          <a:prstGeom xmlns:a="http://schemas.openxmlformats.org/drawingml/2006/main" prst="roundRect">
            <a:avLst>
              <a:gd name="adj" fmla="val 16250"/>
            </a:avLst>
          </a:prstGeom>
          <a:solidFill xmlns:a="http://schemas.openxmlformats.org/drawingml/2006/main">
            <a:srgbClr val="FFFFFF"/>
          </a:solidFill>
          <a:ln xmlns:a="http://schemas.openxmlformats.org/drawingml/2006/main" w="13335">
            <a:solidFill>
              <a:srgbClr val="6737C8"/>
            </a:solidFill>
            <a:prstDash val="solid"/>
          </a:ln>
        </p:spPr>
      </p:sp>
      <p:sp>
        <p:nvSpPr>
          <p:cNvPr id="59" name="">
            <a:extLst xmlns:a="http://schemas.openxmlformats.org/drawingml/2006/main">
              <a:ext uri="{FF2B5EF4-FFF2-40B4-BE49-F238E27FC236}">
                <a16:creationId xmlns:a16="http://schemas.microsoft.com/office/drawing/2014/main" id="{F7BCB50B-CB13-4C26-BC81-4858C3DADC98}"/>
              </a:ext>
            </a:extLst>
          </p:cNvPr>
          <p:cNvSpPr>
            <a:spLocks xmlns:a="http://schemas.openxmlformats.org/drawingml/2006/main" noGrp="1"/>
          </p:cNvSpPr>
          <p:nvPr/>
        </p:nvSpPr>
        <p:spPr>
          <a:xfrm xmlns:a="http://schemas.openxmlformats.org/drawingml/2006/main">
            <a:off x="2562225" y="4324350"/>
            <a:ext cx="30384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1">
                <a:solidFill>
                  <a:srgbClr val="000000"/>
                </a:solidFill>
                <a:latin typeface="Times New Roman"/>
                <a:ea typeface="Times New Roman"/>
                <a:cs typeface="Times New Roman"/>
              </a:defRPr>
            </a:defPPr>
            <a:lvl1pPr algn="ctr">
              <a:defRPr sz="900" b="1">
                <a:solidFill>
                  <a:srgbClr val="000000"/>
                </a:solidFill>
                <a:latin typeface="Times New Roman"/>
                <a:ea typeface="Times New Roman"/>
                <a:cs typeface="Times New Roman"/>
              </a:defRPr>
            </a:lvl1pPr>
            <a:lvl2pPr algn="ctr">
              <a:defRPr sz="900" b="1">
                <a:solidFill>
                  <a:srgbClr val="000000"/>
                </a:solidFill>
                <a:latin typeface="Times New Roman"/>
                <a:ea typeface="Times New Roman"/>
                <a:cs typeface="Times New Roman"/>
              </a:defRPr>
            </a:lvl2pPr>
            <a:lvl3pPr algn="ctr">
              <a:defRPr sz="900" b="1">
                <a:solidFill>
                  <a:srgbClr val="000000"/>
                </a:solidFill>
                <a:latin typeface="Times New Roman"/>
                <a:ea typeface="Times New Roman"/>
                <a:cs typeface="Times New Roman"/>
              </a:defRPr>
            </a:lvl3pPr>
            <a:lvl4pPr algn="ctr">
              <a:defRPr sz="900" b="1">
                <a:solidFill>
                  <a:srgbClr val="000000"/>
                </a:solidFill>
                <a:latin typeface="Times New Roman"/>
                <a:ea typeface="Times New Roman"/>
                <a:cs typeface="Times New Roman"/>
              </a:defRPr>
            </a:lvl4pPr>
            <a:lvl5pPr algn="ctr">
              <a:defRPr sz="900" b="1">
                <a:solidFill>
                  <a:srgbClr val="000000"/>
                </a:solidFill>
                <a:latin typeface="Times New Roman"/>
                <a:ea typeface="Times New Roman"/>
                <a:cs typeface="Times New Roman"/>
              </a:defRPr>
            </a:lvl5pPr>
            <a:lvl6pPr algn="ctr">
              <a:defRPr sz="900" b="1">
                <a:solidFill>
                  <a:srgbClr val="000000"/>
                </a:solidFill>
                <a:latin typeface="Times New Roman"/>
                <a:ea typeface="Times New Roman"/>
                <a:cs typeface="Times New Roman"/>
              </a:defRPr>
            </a:lvl6pPr>
            <a:lvl7pPr algn="ctr">
              <a:defRPr sz="900" b="1">
                <a:solidFill>
                  <a:srgbClr val="000000"/>
                </a:solidFill>
                <a:latin typeface="Times New Roman"/>
                <a:ea typeface="Times New Roman"/>
                <a:cs typeface="Times New Roman"/>
              </a:defRPr>
            </a:lvl7pPr>
            <a:lvl8pPr algn="ctr">
              <a:defRPr sz="900" b="1">
                <a:solidFill>
                  <a:srgbClr val="000000"/>
                </a:solidFill>
                <a:latin typeface="Times New Roman"/>
                <a:ea typeface="Times New Roman"/>
                <a:cs typeface="Times New Roman"/>
              </a:defRPr>
            </a:lvl8pPr>
            <a:lvl9pPr algn="ctr">
              <a:defRPr sz="900" b="1">
                <a:solidFill>
                  <a:srgbClr val="000000"/>
                </a:solidFill>
                <a:latin typeface="Times New Roman"/>
                <a:ea typeface="Times New Roman"/>
                <a:cs typeface="Times New Roman"/>
              </a:defRPr>
            </a:lvl9pPr>
          </a:lstStyle>
          <a:p xmlns:a="http://schemas.openxmlformats.org/drawingml/2006/main">
            <a:pPr algn="ct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RESUME + PROFILE ENGINE</a:t>
            </a:r>
          </a:p>
        </p:txBody>
      </p:sp>
      <p:sp>
        <p:nvSpPr>
          <p:cNvPr id="60" name="">
            <a:extLst xmlns:a="http://schemas.openxmlformats.org/drawingml/2006/main">
              <a:ext uri="{FF2B5EF4-FFF2-40B4-BE49-F238E27FC236}">
                <a16:creationId xmlns:a16="http://schemas.microsoft.com/office/drawing/2014/main" id="{C1C8141A-EF8C-4589-A4CE-A0F8F34966DF}"/>
              </a:ext>
            </a:extLst>
          </p:cNvPr>
          <p:cNvSpPr>
            <a:spLocks xmlns:a="http://schemas.openxmlformats.org/drawingml/2006/main" noGrp="1"/>
          </p:cNvSpPr>
          <p:nvPr/>
        </p:nvSpPr>
        <p:spPr>
          <a:xfrm xmlns:a="http://schemas.openxmlformats.org/drawingml/2006/main">
            <a:off x="2571750" y="4591050"/>
            <a:ext cx="647700" cy="285750"/>
          </a:xfrm>
          <a:prstGeom xmlns:a="http://schemas.openxmlformats.org/drawingml/2006/main" prst="roundRect">
            <a:avLst>
              <a:gd name="adj" fmla="val 26667"/>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788" b="1">
                <a:solidFill>
                  <a:srgbClr val="000000"/>
                </a:solidFill>
                <a:latin typeface="Times New Roman"/>
                <a:ea typeface="Times New Roman"/>
                <a:cs typeface="Times New Roman"/>
              </a:defRPr>
            </a:defPPr>
            <a:lvl1pPr algn="ctr">
              <a:defRPr sz="788" b="1">
                <a:solidFill>
                  <a:srgbClr val="000000"/>
                </a:solidFill>
                <a:latin typeface="Times New Roman"/>
                <a:ea typeface="Times New Roman"/>
                <a:cs typeface="Times New Roman"/>
              </a:defRPr>
            </a:lvl1pPr>
            <a:lvl2pPr algn="ctr">
              <a:defRPr sz="788" b="1">
                <a:solidFill>
                  <a:srgbClr val="000000"/>
                </a:solidFill>
                <a:latin typeface="Times New Roman"/>
                <a:ea typeface="Times New Roman"/>
                <a:cs typeface="Times New Roman"/>
              </a:defRPr>
            </a:lvl2pPr>
            <a:lvl3pPr algn="ctr">
              <a:defRPr sz="788" b="1">
                <a:solidFill>
                  <a:srgbClr val="000000"/>
                </a:solidFill>
                <a:latin typeface="Times New Roman"/>
                <a:ea typeface="Times New Roman"/>
                <a:cs typeface="Times New Roman"/>
              </a:defRPr>
            </a:lvl3pPr>
            <a:lvl4pPr algn="ctr">
              <a:defRPr sz="788" b="1">
                <a:solidFill>
                  <a:srgbClr val="000000"/>
                </a:solidFill>
                <a:latin typeface="Times New Roman"/>
                <a:ea typeface="Times New Roman"/>
                <a:cs typeface="Times New Roman"/>
              </a:defRPr>
            </a:lvl4pPr>
            <a:lvl5pPr algn="ctr">
              <a:defRPr sz="788" b="1">
                <a:solidFill>
                  <a:srgbClr val="000000"/>
                </a:solidFill>
                <a:latin typeface="Times New Roman"/>
                <a:ea typeface="Times New Roman"/>
                <a:cs typeface="Times New Roman"/>
              </a:defRPr>
            </a:lvl5pPr>
            <a:lvl6pPr algn="ctr">
              <a:defRPr sz="788" b="1">
                <a:solidFill>
                  <a:srgbClr val="000000"/>
                </a:solidFill>
                <a:latin typeface="Times New Roman"/>
                <a:ea typeface="Times New Roman"/>
                <a:cs typeface="Times New Roman"/>
              </a:defRPr>
            </a:lvl6pPr>
            <a:lvl7pPr algn="ctr">
              <a:defRPr sz="788" b="1">
                <a:solidFill>
                  <a:srgbClr val="000000"/>
                </a:solidFill>
                <a:latin typeface="Times New Roman"/>
                <a:ea typeface="Times New Roman"/>
                <a:cs typeface="Times New Roman"/>
              </a:defRPr>
            </a:lvl7pPr>
            <a:lvl8pPr algn="ctr">
              <a:defRPr sz="788" b="1">
                <a:solidFill>
                  <a:srgbClr val="000000"/>
                </a:solidFill>
                <a:latin typeface="Times New Roman"/>
                <a:ea typeface="Times New Roman"/>
                <a:cs typeface="Times New Roman"/>
              </a:defRPr>
            </a:lvl8pPr>
            <a:lvl9pPr algn="ctr">
              <a:defRPr sz="788" b="1">
                <a:solidFill>
                  <a:srgbClr val="000000"/>
                </a:solidFill>
                <a:latin typeface="Times New Roman"/>
                <a:ea typeface="Times New Roman"/>
                <a:cs typeface="Times New Roman"/>
              </a:defRPr>
            </a:lvl9pPr>
          </a:lstStyle>
          <a:p xmlns:a="http://schemas.openxmlformats.org/drawingml/2006/main">
            <a:pPr algn="ctr">
              <a:defRPr sz="788" b="1">
                <a:solidFill>
                  <a:srgbClr val="000000"/>
                </a:solidFill>
                <a:latin typeface="Times New Roman"/>
                <a:ea typeface="Times New Roman"/>
                <a:cs typeface="Times New Roman"/>
              </a:defRPr>
            </a:pPr>
            <a:r>
              <a:rPr sz="788" b="1">
                <a:solidFill>
                  <a:srgbClr val="000000"/>
                </a:solidFill>
                <a:latin typeface="Times New Roman"/>
                <a:ea typeface="Times New Roman"/>
                <a:cs typeface="Times New Roman"/>
              </a:rPr>
              <a:t>Upload</a:t>
            </a:r>
          </a:p>
        </p:txBody>
      </p:sp>
      <p:sp>
        <p:nvSpPr>
          <p:cNvPr id="61" name="">
            <a:extLst xmlns:a="http://schemas.openxmlformats.org/drawingml/2006/main">
              <a:ext uri="{FF2B5EF4-FFF2-40B4-BE49-F238E27FC236}">
                <a16:creationId xmlns:a16="http://schemas.microsoft.com/office/drawing/2014/main" id="{56EB74CB-3AA5-423F-89C7-BED330684508}"/>
              </a:ext>
            </a:extLst>
          </p:cNvPr>
          <p:cNvSpPr>
            <a:spLocks xmlns:a="http://schemas.openxmlformats.org/drawingml/2006/main" noGrp="1"/>
          </p:cNvSpPr>
          <p:nvPr/>
        </p:nvSpPr>
        <p:spPr>
          <a:xfrm xmlns:a="http://schemas.openxmlformats.org/drawingml/2006/main">
            <a:off x="3333750" y="4591050"/>
            <a:ext cx="647700" cy="285750"/>
          </a:xfrm>
          <a:prstGeom xmlns:a="http://schemas.openxmlformats.org/drawingml/2006/main" prst="roundRect">
            <a:avLst>
              <a:gd name="adj" fmla="val 26667"/>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788" b="1">
                <a:solidFill>
                  <a:srgbClr val="000000"/>
                </a:solidFill>
                <a:latin typeface="Times New Roman"/>
                <a:ea typeface="Times New Roman"/>
                <a:cs typeface="Times New Roman"/>
              </a:defRPr>
            </a:defPPr>
            <a:lvl1pPr algn="ctr">
              <a:defRPr sz="788" b="1">
                <a:solidFill>
                  <a:srgbClr val="000000"/>
                </a:solidFill>
                <a:latin typeface="Times New Roman"/>
                <a:ea typeface="Times New Roman"/>
                <a:cs typeface="Times New Roman"/>
              </a:defRPr>
            </a:lvl1pPr>
            <a:lvl2pPr algn="ctr">
              <a:defRPr sz="788" b="1">
                <a:solidFill>
                  <a:srgbClr val="000000"/>
                </a:solidFill>
                <a:latin typeface="Times New Roman"/>
                <a:ea typeface="Times New Roman"/>
                <a:cs typeface="Times New Roman"/>
              </a:defRPr>
            </a:lvl2pPr>
            <a:lvl3pPr algn="ctr">
              <a:defRPr sz="788" b="1">
                <a:solidFill>
                  <a:srgbClr val="000000"/>
                </a:solidFill>
                <a:latin typeface="Times New Roman"/>
                <a:ea typeface="Times New Roman"/>
                <a:cs typeface="Times New Roman"/>
              </a:defRPr>
            </a:lvl3pPr>
            <a:lvl4pPr algn="ctr">
              <a:defRPr sz="788" b="1">
                <a:solidFill>
                  <a:srgbClr val="000000"/>
                </a:solidFill>
                <a:latin typeface="Times New Roman"/>
                <a:ea typeface="Times New Roman"/>
                <a:cs typeface="Times New Roman"/>
              </a:defRPr>
            </a:lvl4pPr>
            <a:lvl5pPr algn="ctr">
              <a:defRPr sz="788" b="1">
                <a:solidFill>
                  <a:srgbClr val="000000"/>
                </a:solidFill>
                <a:latin typeface="Times New Roman"/>
                <a:ea typeface="Times New Roman"/>
                <a:cs typeface="Times New Roman"/>
              </a:defRPr>
            </a:lvl5pPr>
            <a:lvl6pPr algn="ctr">
              <a:defRPr sz="788" b="1">
                <a:solidFill>
                  <a:srgbClr val="000000"/>
                </a:solidFill>
                <a:latin typeface="Times New Roman"/>
                <a:ea typeface="Times New Roman"/>
                <a:cs typeface="Times New Roman"/>
              </a:defRPr>
            </a:lvl6pPr>
            <a:lvl7pPr algn="ctr">
              <a:defRPr sz="788" b="1">
                <a:solidFill>
                  <a:srgbClr val="000000"/>
                </a:solidFill>
                <a:latin typeface="Times New Roman"/>
                <a:ea typeface="Times New Roman"/>
                <a:cs typeface="Times New Roman"/>
              </a:defRPr>
            </a:lvl7pPr>
            <a:lvl8pPr algn="ctr">
              <a:defRPr sz="788" b="1">
                <a:solidFill>
                  <a:srgbClr val="000000"/>
                </a:solidFill>
                <a:latin typeface="Times New Roman"/>
                <a:ea typeface="Times New Roman"/>
                <a:cs typeface="Times New Roman"/>
              </a:defRPr>
            </a:lvl8pPr>
            <a:lvl9pPr algn="ctr">
              <a:defRPr sz="788" b="1">
                <a:solidFill>
                  <a:srgbClr val="000000"/>
                </a:solidFill>
                <a:latin typeface="Times New Roman"/>
                <a:ea typeface="Times New Roman"/>
                <a:cs typeface="Times New Roman"/>
              </a:defRPr>
            </a:lvl9pPr>
          </a:lstStyle>
          <a:p xmlns:a="http://schemas.openxmlformats.org/drawingml/2006/main">
            <a:pPr algn="ctr">
              <a:defRPr sz="788" b="1">
                <a:solidFill>
                  <a:srgbClr val="000000"/>
                </a:solidFill>
                <a:latin typeface="Times New Roman"/>
                <a:ea typeface="Times New Roman"/>
                <a:cs typeface="Times New Roman"/>
              </a:defRPr>
            </a:pPr>
            <a:r>
              <a:rPr sz="788" b="1">
                <a:solidFill>
                  <a:srgbClr val="000000"/>
                </a:solidFill>
                <a:latin typeface="Times New Roman"/>
                <a:ea typeface="Times New Roman"/>
                <a:cs typeface="Times New Roman"/>
              </a:rPr>
              <a:t>Extract</a:t>
            </a:r>
          </a:p>
        </p:txBody>
      </p:sp>
      <p:sp>
        <p:nvSpPr>
          <p:cNvPr id="62" name="">
            <a:extLst xmlns:a="http://schemas.openxmlformats.org/drawingml/2006/main">
              <a:ext uri="{FF2B5EF4-FFF2-40B4-BE49-F238E27FC236}">
                <a16:creationId xmlns:a16="http://schemas.microsoft.com/office/drawing/2014/main" id="{B6ACFD16-D3C6-4FF6-BE1C-03E19D7CDE11}"/>
              </a:ext>
            </a:extLst>
          </p:cNvPr>
          <p:cNvSpPr>
            <a:spLocks xmlns:a="http://schemas.openxmlformats.org/drawingml/2006/main" noGrp="1"/>
          </p:cNvSpPr>
          <p:nvPr/>
        </p:nvSpPr>
        <p:spPr>
          <a:xfrm xmlns:a="http://schemas.openxmlformats.org/drawingml/2006/main">
            <a:off x="4095750" y="4591050"/>
            <a:ext cx="647700" cy="285750"/>
          </a:xfrm>
          <a:prstGeom xmlns:a="http://schemas.openxmlformats.org/drawingml/2006/main" prst="roundRect">
            <a:avLst>
              <a:gd name="adj" fmla="val 26667"/>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788" b="1">
                <a:solidFill>
                  <a:srgbClr val="000000"/>
                </a:solidFill>
                <a:latin typeface="Times New Roman"/>
                <a:ea typeface="Times New Roman"/>
                <a:cs typeface="Times New Roman"/>
              </a:defRPr>
            </a:defPPr>
            <a:lvl1pPr algn="ctr">
              <a:defRPr sz="788" b="1">
                <a:solidFill>
                  <a:srgbClr val="000000"/>
                </a:solidFill>
                <a:latin typeface="Times New Roman"/>
                <a:ea typeface="Times New Roman"/>
                <a:cs typeface="Times New Roman"/>
              </a:defRPr>
            </a:lvl1pPr>
            <a:lvl2pPr algn="ctr">
              <a:defRPr sz="788" b="1">
                <a:solidFill>
                  <a:srgbClr val="000000"/>
                </a:solidFill>
                <a:latin typeface="Times New Roman"/>
                <a:ea typeface="Times New Roman"/>
                <a:cs typeface="Times New Roman"/>
              </a:defRPr>
            </a:lvl2pPr>
            <a:lvl3pPr algn="ctr">
              <a:defRPr sz="788" b="1">
                <a:solidFill>
                  <a:srgbClr val="000000"/>
                </a:solidFill>
                <a:latin typeface="Times New Roman"/>
                <a:ea typeface="Times New Roman"/>
                <a:cs typeface="Times New Roman"/>
              </a:defRPr>
            </a:lvl3pPr>
            <a:lvl4pPr algn="ctr">
              <a:defRPr sz="788" b="1">
                <a:solidFill>
                  <a:srgbClr val="000000"/>
                </a:solidFill>
                <a:latin typeface="Times New Roman"/>
                <a:ea typeface="Times New Roman"/>
                <a:cs typeface="Times New Roman"/>
              </a:defRPr>
            </a:lvl4pPr>
            <a:lvl5pPr algn="ctr">
              <a:defRPr sz="788" b="1">
                <a:solidFill>
                  <a:srgbClr val="000000"/>
                </a:solidFill>
                <a:latin typeface="Times New Roman"/>
                <a:ea typeface="Times New Roman"/>
                <a:cs typeface="Times New Roman"/>
              </a:defRPr>
            </a:lvl5pPr>
            <a:lvl6pPr algn="ctr">
              <a:defRPr sz="788" b="1">
                <a:solidFill>
                  <a:srgbClr val="000000"/>
                </a:solidFill>
                <a:latin typeface="Times New Roman"/>
                <a:ea typeface="Times New Roman"/>
                <a:cs typeface="Times New Roman"/>
              </a:defRPr>
            </a:lvl6pPr>
            <a:lvl7pPr algn="ctr">
              <a:defRPr sz="788" b="1">
                <a:solidFill>
                  <a:srgbClr val="000000"/>
                </a:solidFill>
                <a:latin typeface="Times New Roman"/>
                <a:ea typeface="Times New Roman"/>
                <a:cs typeface="Times New Roman"/>
              </a:defRPr>
            </a:lvl7pPr>
            <a:lvl8pPr algn="ctr">
              <a:defRPr sz="788" b="1">
                <a:solidFill>
                  <a:srgbClr val="000000"/>
                </a:solidFill>
                <a:latin typeface="Times New Roman"/>
                <a:ea typeface="Times New Roman"/>
                <a:cs typeface="Times New Roman"/>
              </a:defRPr>
            </a:lvl8pPr>
            <a:lvl9pPr algn="ctr">
              <a:defRPr sz="788" b="1">
                <a:solidFill>
                  <a:srgbClr val="000000"/>
                </a:solidFill>
                <a:latin typeface="Times New Roman"/>
                <a:ea typeface="Times New Roman"/>
                <a:cs typeface="Times New Roman"/>
              </a:defRPr>
            </a:lvl9pPr>
          </a:lstStyle>
          <a:p xmlns:a="http://schemas.openxmlformats.org/drawingml/2006/main">
            <a:pPr algn="ctr">
              <a:defRPr sz="788" b="1">
                <a:solidFill>
                  <a:srgbClr val="000000"/>
                </a:solidFill>
                <a:latin typeface="Times New Roman"/>
                <a:ea typeface="Times New Roman"/>
                <a:cs typeface="Times New Roman"/>
              </a:defRPr>
            </a:pPr>
            <a:r>
              <a:rPr sz="788" b="1">
                <a:solidFill>
                  <a:srgbClr val="000000"/>
                </a:solidFill>
                <a:latin typeface="Times New Roman"/>
                <a:ea typeface="Times New Roman"/>
                <a:cs typeface="Times New Roman"/>
              </a:rPr>
              <a:t>Review</a:t>
            </a:r>
          </a:p>
        </p:txBody>
      </p:sp>
      <p:sp>
        <p:nvSpPr>
          <p:cNvPr id="63" name="">
            <a:extLst xmlns:a="http://schemas.openxmlformats.org/drawingml/2006/main">
              <a:ext uri="{FF2B5EF4-FFF2-40B4-BE49-F238E27FC236}">
                <a16:creationId xmlns:a16="http://schemas.microsoft.com/office/drawing/2014/main" id="{FFA35A44-09B8-44FF-8205-D9406FA779A8}"/>
              </a:ext>
            </a:extLst>
          </p:cNvPr>
          <p:cNvSpPr>
            <a:spLocks xmlns:a="http://schemas.openxmlformats.org/drawingml/2006/main" noGrp="1"/>
          </p:cNvSpPr>
          <p:nvPr/>
        </p:nvSpPr>
        <p:spPr>
          <a:xfrm xmlns:a="http://schemas.openxmlformats.org/drawingml/2006/main">
            <a:off x="4857750" y="4591050"/>
            <a:ext cx="647700" cy="285750"/>
          </a:xfrm>
          <a:prstGeom xmlns:a="http://schemas.openxmlformats.org/drawingml/2006/main" prst="roundRect">
            <a:avLst>
              <a:gd name="adj" fmla="val 26667"/>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788" b="1">
                <a:solidFill>
                  <a:srgbClr val="000000"/>
                </a:solidFill>
                <a:latin typeface="Times New Roman"/>
                <a:ea typeface="Times New Roman"/>
                <a:cs typeface="Times New Roman"/>
              </a:defRPr>
            </a:defPPr>
            <a:lvl1pPr algn="ctr">
              <a:defRPr sz="788" b="1">
                <a:solidFill>
                  <a:srgbClr val="000000"/>
                </a:solidFill>
                <a:latin typeface="Times New Roman"/>
                <a:ea typeface="Times New Roman"/>
                <a:cs typeface="Times New Roman"/>
              </a:defRPr>
            </a:lvl1pPr>
            <a:lvl2pPr algn="ctr">
              <a:defRPr sz="788" b="1">
                <a:solidFill>
                  <a:srgbClr val="000000"/>
                </a:solidFill>
                <a:latin typeface="Times New Roman"/>
                <a:ea typeface="Times New Roman"/>
                <a:cs typeface="Times New Roman"/>
              </a:defRPr>
            </a:lvl2pPr>
            <a:lvl3pPr algn="ctr">
              <a:defRPr sz="788" b="1">
                <a:solidFill>
                  <a:srgbClr val="000000"/>
                </a:solidFill>
                <a:latin typeface="Times New Roman"/>
                <a:ea typeface="Times New Roman"/>
                <a:cs typeface="Times New Roman"/>
              </a:defRPr>
            </a:lvl3pPr>
            <a:lvl4pPr algn="ctr">
              <a:defRPr sz="788" b="1">
                <a:solidFill>
                  <a:srgbClr val="000000"/>
                </a:solidFill>
                <a:latin typeface="Times New Roman"/>
                <a:ea typeface="Times New Roman"/>
                <a:cs typeface="Times New Roman"/>
              </a:defRPr>
            </a:lvl4pPr>
            <a:lvl5pPr algn="ctr">
              <a:defRPr sz="788" b="1">
                <a:solidFill>
                  <a:srgbClr val="000000"/>
                </a:solidFill>
                <a:latin typeface="Times New Roman"/>
                <a:ea typeface="Times New Roman"/>
                <a:cs typeface="Times New Roman"/>
              </a:defRPr>
            </a:lvl5pPr>
            <a:lvl6pPr algn="ctr">
              <a:defRPr sz="788" b="1">
                <a:solidFill>
                  <a:srgbClr val="000000"/>
                </a:solidFill>
                <a:latin typeface="Times New Roman"/>
                <a:ea typeface="Times New Roman"/>
                <a:cs typeface="Times New Roman"/>
              </a:defRPr>
            </a:lvl6pPr>
            <a:lvl7pPr algn="ctr">
              <a:defRPr sz="788" b="1">
                <a:solidFill>
                  <a:srgbClr val="000000"/>
                </a:solidFill>
                <a:latin typeface="Times New Roman"/>
                <a:ea typeface="Times New Roman"/>
                <a:cs typeface="Times New Roman"/>
              </a:defRPr>
            </a:lvl7pPr>
            <a:lvl8pPr algn="ctr">
              <a:defRPr sz="788" b="1">
                <a:solidFill>
                  <a:srgbClr val="000000"/>
                </a:solidFill>
                <a:latin typeface="Times New Roman"/>
                <a:ea typeface="Times New Roman"/>
                <a:cs typeface="Times New Roman"/>
              </a:defRPr>
            </a:lvl8pPr>
            <a:lvl9pPr algn="ctr">
              <a:defRPr sz="788" b="1">
                <a:solidFill>
                  <a:srgbClr val="000000"/>
                </a:solidFill>
                <a:latin typeface="Times New Roman"/>
                <a:ea typeface="Times New Roman"/>
                <a:cs typeface="Times New Roman"/>
              </a:defRPr>
            </a:lvl9pPr>
          </a:lstStyle>
          <a:p xmlns:a="http://schemas.openxmlformats.org/drawingml/2006/main">
            <a:pPr algn="ctr">
              <a:defRPr sz="788" b="1">
                <a:solidFill>
                  <a:srgbClr val="000000"/>
                </a:solidFill>
                <a:latin typeface="Times New Roman"/>
                <a:ea typeface="Times New Roman"/>
                <a:cs typeface="Times New Roman"/>
              </a:defRPr>
            </a:pPr>
            <a:r>
              <a:rPr sz="788" b="1">
                <a:solidFill>
                  <a:srgbClr val="000000"/>
                </a:solidFill>
                <a:latin typeface="Times New Roman"/>
                <a:ea typeface="Times New Roman"/>
                <a:cs typeface="Times New Roman"/>
              </a:rPr>
              <a:t>Confirm</a:t>
            </a:r>
          </a:p>
        </p:txBody>
      </p:sp>
      <p:sp>
        <p:nvSpPr>
          <p:cNvPr id="64" name="">
            <a:extLst xmlns:a="http://schemas.openxmlformats.org/drawingml/2006/main">
              <a:ext uri="{FF2B5EF4-FFF2-40B4-BE49-F238E27FC236}">
                <a16:creationId xmlns:a16="http://schemas.microsoft.com/office/drawing/2014/main" id="{A2351EF4-6E4B-4E5A-8C18-ECC0572E3D26}"/>
              </a:ext>
            </a:extLst>
          </p:cNvPr>
          <p:cNvSpPr>
            <a:spLocks xmlns:a="http://schemas.openxmlformats.org/drawingml/2006/main" noGrp="1"/>
          </p:cNvSpPr>
          <p:nvPr/>
        </p:nvSpPr>
        <p:spPr>
          <a:xfrm xmlns:a="http://schemas.openxmlformats.org/drawingml/2006/main">
            <a:off x="6115050" y="3162300"/>
            <a:ext cx="1447800" cy="904875"/>
          </a:xfrm>
          <a:prstGeom xmlns:a="http://schemas.openxmlformats.org/drawingml/2006/main" prst="roundRect">
            <a:avLst>
              <a:gd name="adj" fmla="val 8421"/>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POSTGRESQL</a:t>
            </a:r>
          </a:p>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Confirmed profile</a:t>
            </a:r>
          </a:p>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Resume metadata</a:t>
            </a:r>
          </a:p>
        </p:txBody>
      </p:sp>
      <p:sp>
        <p:nvSpPr>
          <p:cNvPr id="69" name="">
            <a:extLst xmlns:a="http://schemas.openxmlformats.org/drawingml/2006/main">
              <a:ext uri="{FF2B5EF4-FFF2-40B4-BE49-F238E27FC236}">
                <a16:creationId xmlns:a16="http://schemas.microsoft.com/office/drawing/2014/main" id="{9605F926-1DD4-4C23-B04B-84B9F069A8BA}"/>
              </a:ext>
            </a:extLst>
          </p:cNvPr>
          <p:cNvSpPr>
            <a:spLocks xmlns:a="http://schemas.openxmlformats.org/drawingml/2006/main" noGrp="1"/>
          </p:cNvSpPr>
          <p:nvPr/>
        </p:nvSpPr>
        <p:spPr>
          <a:xfrm xmlns:a="http://schemas.openxmlformats.org/drawingml/2006/main">
            <a:off x="7810500" y="2676525"/>
            <a:ext cx="1952625" cy="2419350"/>
          </a:xfrm>
          <a:prstGeom xmlns:a="http://schemas.openxmlformats.org/drawingml/2006/main" prst="roundRect">
            <a:avLst>
              <a:gd name="adj" fmla="val 7805"/>
            </a:avLst>
          </a:prstGeom>
          <a:solidFill xmlns:a="http://schemas.openxmlformats.org/drawingml/2006/main">
            <a:srgbClr val="F1ECFA"/>
          </a:solidFill>
          <a:ln xmlns:a="http://schemas.openxmlformats.org/drawingml/2006/main" w="14288">
            <a:solidFill>
              <a:srgbClr val="6737C8"/>
            </a:solidFill>
            <a:prstDash val="solid"/>
          </a:ln>
        </p:spPr>
      </p:sp>
      <p:sp>
        <p:nvSpPr>
          <p:cNvPr id="70" name="">
            <a:extLst xmlns:a="http://schemas.openxmlformats.org/drawingml/2006/main">
              <a:ext uri="{FF2B5EF4-FFF2-40B4-BE49-F238E27FC236}">
                <a16:creationId xmlns:a16="http://schemas.microsoft.com/office/drawing/2014/main" id="{DFE7AB2D-9518-48DD-A452-D78F0AB48AFD}"/>
              </a:ext>
            </a:extLst>
          </p:cNvPr>
          <p:cNvSpPr>
            <a:spLocks xmlns:a="http://schemas.openxmlformats.org/drawingml/2006/main" noGrp="1"/>
          </p:cNvSpPr>
          <p:nvPr/>
        </p:nvSpPr>
        <p:spPr>
          <a:xfrm xmlns:a="http://schemas.openxmlformats.org/drawingml/2006/main">
            <a:off x="7934325" y="2771775"/>
            <a:ext cx="1704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AI MATCHING LAYER</a:t>
            </a:r>
          </a:p>
        </p:txBody>
      </p:sp>
      <p:sp>
        <p:nvSpPr>
          <p:cNvPr id="71" name="">
            <a:extLst xmlns:a="http://schemas.openxmlformats.org/drawingml/2006/main">
              <a:ext uri="{FF2B5EF4-FFF2-40B4-BE49-F238E27FC236}">
                <a16:creationId xmlns:a16="http://schemas.microsoft.com/office/drawing/2014/main" id="{5E076851-9EFF-4715-BF52-23E5387102C6}"/>
              </a:ext>
            </a:extLst>
          </p:cNvPr>
          <p:cNvSpPr>
            <a:spLocks xmlns:a="http://schemas.openxmlformats.org/drawingml/2006/main" noGrp="1"/>
          </p:cNvSpPr>
          <p:nvPr/>
        </p:nvSpPr>
        <p:spPr>
          <a:xfrm xmlns:a="http://schemas.openxmlformats.org/drawingml/2006/main">
            <a:off x="7953375" y="3105150"/>
            <a:ext cx="1666875" cy="371475"/>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810" b="1">
                <a:solidFill>
                  <a:srgbClr val="000000"/>
                </a:solidFill>
                <a:latin typeface="Times New Roman"/>
                <a:ea typeface="Times New Roman"/>
                <a:cs typeface="Times New Roman"/>
              </a:defRPr>
            </a:defPPr>
            <a:lvl1pPr algn="ctr">
              <a:defRPr sz="810" b="1">
                <a:solidFill>
                  <a:srgbClr val="000000"/>
                </a:solidFill>
                <a:latin typeface="Times New Roman"/>
                <a:ea typeface="Times New Roman"/>
                <a:cs typeface="Times New Roman"/>
              </a:defRPr>
            </a:lvl1pPr>
            <a:lvl2pPr algn="ctr">
              <a:defRPr sz="810" b="1">
                <a:solidFill>
                  <a:srgbClr val="000000"/>
                </a:solidFill>
                <a:latin typeface="Times New Roman"/>
                <a:ea typeface="Times New Roman"/>
                <a:cs typeface="Times New Roman"/>
              </a:defRPr>
            </a:lvl2pPr>
            <a:lvl3pPr algn="ctr">
              <a:defRPr sz="810" b="1">
                <a:solidFill>
                  <a:srgbClr val="000000"/>
                </a:solidFill>
                <a:latin typeface="Times New Roman"/>
                <a:ea typeface="Times New Roman"/>
                <a:cs typeface="Times New Roman"/>
              </a:defRPr>
            </a:lvl3pPr>
            <a:lvl4pPr algn="ctr">
              <a:defRPr sz="810" b="1">
                <a:solidFill>
                  <a:srgbClr val="000000"/>
                </a:solidFill>
                <a:latin typeface="Times New Roman"/>
                <a:ea typeface="Times New Roman"/>
                <a:cs typeface="Times New Roman"/>
              </a:defRPr>
            </a:lvl4pPr>
            <a:lvl5pPr algn="ctr">
              <a:defRPr sz="810" b="1">
                <a:solidFill>
                  <a:srgbClr val="000000"/>
                </a:solidFill>
                <a:latin typeface="Times New Roman"/>
                <a:ea typeface="Times New Roman"/>
                <a:cs typeface="Times New Roman"/>
              </a:defRPr>
            </a:lvl5pPr>
            <a:lvl6pPr algn="ctr">
              <a:defRPr sz="810" b="1">
                <a:solidFill>
                  <a:srgbClr val="000000"/>
                </a:solidFill>
                <a:latin typeface="Times New Roman"/>
                <a:ea typeface="Times New Roman"/>
                <a:cs typeface="Times New Roman"/>
              </a:defRPr>
            </a:lvl6pPr>
            <a:lvl7pPr algn="ctr">
              <a:defRPr sz="810" b="1">
                <a:solidFill>
                  <a:srgbClr val="000000"/>
                </a:solidFill>
                <a:latin typeface="Times New Roman"/>
                <a:ea typeface="Times New Roman"/>
                <a:cs typeface="Times New Roman"/>
              </a:defRPr>
            </a:lvl7pPr>
            <a:lvl8pPr algn="ctr">
              <a:defRPr sz="810" b="1">
                <a:solidFill>
                  <a:srgbClr val="000000"/>
                </a:solidFill>
                <a:latin typeface="Times New Roman"/>
                <a:ea typeface="Times New Roman"/>
                <a:cs typeface="Times New Roman"/>
              </a:defRPr>
            </a:lvl8pPr>
            <a:lvl9pPr algn="ctr">
              <a:defRPr sz="810" b="1">
                <a:solidFill>
                  <a:srgbClr val="000000"/>
                </a:solidFill>
                <a:latin typeface="Times New Roman"/>
                <a:ea typeface="Times New Roman"/>
                <a:cs typeface="Times New Roman"/>
              </a:defRPr>
            </a:lvl9pPr>
          </a:lstStyle>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Fit dimensions</a:t>
            </a:r>
          </a:p>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Skills · role · experience</a:t>
            </a:r>
          </a:p>
        </p:txBody>
      </p:sp>
      <p:sp>
        <p:nvSpPr>
          <p:cNvPr id="72" name="">
            <a:extLst xmlns:a="http://schemas.openxmlformats.org/drawingml/2006/main">
              <a:ext uri="{FF2B5EF4-FFF2-40B4-BE49-F238E27FC236}">
                <a16:creationId xmlns:a16="http://schemas.microsoft.com/office/drawing/2014/main" id="{0789EBAA-7E0E-4886-8065-84A40E39CCD2}"/>
              </a:ext>
            </a:extLst>
          </p:cNvPr>
          <p:cNvSpPr>
            <a:spLocks xmlns:a="http://schemas.openxmlformats.org/drawingml/2006/main" noGrp="1"/>
          </p:cNvSpPr>
          <p:nvPr/>
        </p:nvSpPr>
        <p:spPr>
          <a:xfrm xmlns:a="http://schemas.openxmlformats.org/drawingml/2006/main">
            <a:off x="7953375" y="3562350"/>
            <a:ext cx="1666875" cy="371475"/>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810" b="1">
                <a:solidFill>
                  <a:srgbClr val="000000"/>
                </a:solidFill>
                <a:latin typeface="Times New Roman"/>
                <a:ea typeface="Times New Roman"/>
                <a:cs typeface="Times New Roman"/>
              </a:defRPr>
            </a:defPPr>
            <a:lvl1pPr algn="ctr">
              <a:defRPr sz="810" b="1">
                <a:solidFill>
                  <a:srgbClr val="000000"/>
                </a:solidFill>
                <a:latin typeface="Times New Roman"/>
                <a:ea typeface="Times New Roman"/>
                <a:cs typeface="Times New Roman"/>
              </a:defRPr>
            </a:lvl1pPr>
            <a:lvl2pPr algn="ctr">
              <a:defRPr sz="810" b="1">
                <a:solidFill>
                  <a:srgbClr val="000000"/>
                </a:solidFill>
                <a:latin typeface="Times New Roman"/>
                <a:ea typeface="Times New Roman"/>
                <a:cs typeface="Times New Roman"/>
              </a:defRPr>
            </a:lvl2pPr>
            <a:lvl3pPr algn="ctr">
              <a:defRPr sz="810" b="1">
                <a:solidFill>
                  <a:srgbClr val="000000"/>
                </a:solidFill>
                <a:latin typeface="Times New Roman"/>
                <a:ea typeface="Times New Roman"/>
                <a:cs typeface="Times New Roman"/>
              </a:defRPr>
            </a:lvl3pPr>
            <a:lvl4pPr algn="ctr">
              <a:defRPr sz="810" b="1">
                <a:solidFill>
                  <a:srgbClr val="000000"/>
                </a:solidFill>
                <a:latin typeface="Times New Roman"/>
                <a:ea typeface="Times New Roman"/>
                <a:cs typeface="Times New Roman"/>
              </a:defRPr>
            </a:lvl4pPr>
            <a:lvl5pPr algn="ctr">
              <a:defRPr sz="810" b="1">
                <a:solidFill>
                  <a:srgbClr val="000000"/>
                </a:solidFill>
                <a:latin typeface="Times New Roman"/>
                <a:ea typeface="Times New Roman"/>
                <a:cs typeface="Times New Roman"/>
              </a:defRPr>
            </a:lvl5pPr>
            <a:lvl6pPr algn="ctr">
              <a:defRPr sz="810" b="1">
                <a:solidFill>
                  <a:srgbClr val="000000"/>
                </a:solidFill>
                <a:latin typeface="Times New Roman"/>
                <a:ea typeface="Times New Roman"/>
                <a:cs typeface="Times New Roman"/>
              </a:defRPr>
            </a:lvl6pPr>
            <a:lvl7pPr algn="ctr">
              <a:defRPr sz="810" b="1">
                <a:solidFill>
                  <a:srgbClr val="000000"/>
                </a:solidFill>
                <a:latin typeface="Times New Roman"/>
                <a:ea typeface="Times New Roman"/>
                <a:cs typeface="Times New Roman"/>
              </a:defRPr>
            </a:lvl7pPr>
            <a:lvl8pPr algn="ctr">
              <a:defRPr sz="810" b="1">
                <a:solidFill>
                  <a:srgbClr val="000000"/>
                </a:solidFill>
                <a:latin typeface="Times New Roman"/>
                <a:ea typeface="Times New Roman"/>
                <a:cs typeface="Times New Roman"/>
              </a:defRPr>
            </a:lvl8pPr>
            <a:lvl9pPr algn="ctr">
              <a:defRPr sz="810" b="1">
                <a:solidFill>
                  <a:srgbClr val="000000"/>
                </a:solidFill>
                <a:latin typeface="Times New Roman"/>
                <a:ea typeface="Times New Roman"/>
                <a:cs typeface="Times New Roman"/>
              </a:defRPr>
            </a:lvl9pPr>
          </a:lstStyle>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Current ranker</a:t>
            </a:r>
          </a:p>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Dense DNN · 9→14→8→1</a:t>
            </a:r>
          </a:p>
        </p:txBody>
      </p:sp>
      <p:sp>
        <p:nvSpPr>
          <p:cNvPr id="73" name="">
            <a:extLst xmlns:a="http://schemas.openxmlformats.org/drawingml/2006/main">
              <a:ext uri="{FF2B5EF4-FFF2-40B4-BE49-F238E27FC236}">
                <a16:creationId xmlns:a16="http://schemas.microsoft.com/office/drawing/2014/main" id="{5EFFF55F-0EBC-45E7-A2CD-DE26104FA4F1}"/>
              </a:ext>
            </a:extLst>
          </p:cNvPr>
          <p:cNvSpPr>
            <a:spLocks xmlns:a="http://schemas.openxmlformats.org/drawingml/2006/main" noGrp="1"/>
          </p:cNvSpPr>
          <p:nvPr/>
        </p:nvSpPr>
        <p:spPr>
          <a:xfrm xmlns:a="http://schemas.openxmlformats.org/drawingml/2006/main">
            <a:off x="7953375" y="4019550"/>
            <a:ext cx="1666875" cy="371475"/>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810" b="1">
                <a:solidFill>
                  <a:srgbClr val="000000"/>
                </a:solidFill>
                <a:latin typeface="Times New Roman"/>
                <a:ea typeface="Times New Roman"/>
                <a:cs typeface="Times New Roman"/>
              </a:defRPr>
            </a:defPPr>
            <a:lvl1pPr algn="ctr">
              <a:defRPr sz="810" b="1">
                <a:solidFill>
                  <a:srgbClr val="000000"/>
                </a:solidFill>
                <a:latin typeface="Times New Roman"/>
                <a:ea typeface="Times New Roman"/>
                <a:cs typeface="Times New Roman"/>
              </a:defRPr>
            </a:lvl1pPr>
            <a:lvl2pPr algn="ctr">
              <a:defRPr sz="810" b="1">
                <a:solidFill>
                  <a:srgbClr val="000000"/>
                </a:solidFill>
                <a:latin typeface="Times New Roman"/>
                <a:ea typeface="Times New Roman"/>
                <a:cs typeface="Times New Roman"/>
              </a:defRPr>
            </a:lvl2pPr>
            <a:lvl3pPr algn="ctr">
              <a:defRPr sz="810" b="1">
                <a:solidFill>
                  <a:srgbClr val="000000"/>
                </a:solidFill>
                <a:latin typeface="Times New Roman"/>
                <a:ea typeface="Times New Roman"/>
                <a:cs typeface="Times New Roman"/>
              </a:defRPr>
            </a:lvl3pPr>
            <a:lvl4pPr algn="ctr">
              <a:defRPr sz="810" b="1">
                <a:solidFill>
                  <a:srgbClr val="000000"/>
                </a:solidFill>
                <a:latin typeface="Times New Roman"/>
                <a:ea typeface="Times New Roman"/>
                <a:cs typeface="Times New Roman"/>
              </a:defRPr>
            </a:lvl4pPr>
            <a:lvl5pPr algn="ctr">
              <a:defRPr sz="810" b="1">
                <a:solidFill>
                  <a:srgbClr val="000000"/>
                </a:solidFill>
                <a:latin typeface="Times New Roman"/>
                <a:ea typeface="Times New Roman"/>
                <a:cs typeface="Times New Roman"/>
              </a:defRPr>
            </a:lvl5pPr>
            <a:lvl6pPr algn="ctr">
              <a:defRPr sz="810" b="1">
                <a:solidFill>
                  <a:srgbClr val="000000"/>
                </a:solidFill>
                <a:latin typeface="Times New Roman"/>
                <a:ea typeface="Times New Roman"/>
                <a:cs typeface="Times New Roman"/>
              </a:defRPr>
            </a:lvl6pPr>
            <a:lvl7pPr algn="ctr">
              <a:defRPr sz="810" b="1">
                <a:solidFill>
                  <a:srgbClr val="000000"/>
                </a:solidFill>
                <a:latin typeface="Times New Roman"/>
                <a:ea typeface="Times New Roman"/>
                <a:cs typeface="Times New Roman"/>
              </a:defRPr>
            </a:lvl7pPr>
            <a:lvl8pPr algn="ctr">
              <a:defRPr sz="810" b="1">
                <a:solidFill>
                  <a:srgbClr val="000000"/>
                </a:solidFill>
                <a:latin typeface="Times New Roman"/>
                <a:ea typeface="Times New Roman"/>
                <a:cs typeface="Times New Roman"/>
              </a:defRPr>
            </a:lvl8pPr>
            <a:lvl9pPr algn="ctr">
              <a:defRPr sz="810" b="1">
                <a:solidFill>
                  <a:srgbClr val="000000"/>
                </a:solidFill>
                <a:latin typeface="Times New Roman"/>
                <a:ea typeface="Times New Roman"/>
                <a:cs typeface="Times New Roman"/>
              </a:defRPr>
            </a:lvl9pPr>
          </a:lstStyle>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Blend + filter</a:t>
            </a:r>
          </a:p>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60% neural + 40% fit</a:t>
            </a:r>
          </a:p>
        </p:txBody>
      </p:sp>
      <p:sp>
        <p:nvSpPr>
          <p:cNvPr id="74" name="">
            <a:extLst xmlns:a="http://schemas.openxmlformats.org/drawingml/2006/main">
              <a:ext uri="{FF2B5EF4-FFF2-40B4-BE49-F238E27FC236}">
                <a16:creationId xmlns:a16="http://schemas.microsoft.com/office/drawing/2014/main" id="{63DBB40C-5725-419A-98F2-4582C74D333D}"/>
              </a:ext>
            </a:extLst>
          </p:cNvPr>
          <p:cNvSpPr>
            <a:spLocks xmlns:a="http://schemas.openxmlformats.org/drawingml/2006/main" noGrp="1"/>
          </p:cNvSpPr>
          <p:nvPr/>
        </p:nvSpPr>
        <p:spPr>
          <a:xfrm xmlns:a="http://schemas.openxmlformats.org/drawingml/2006/main">
            <a:off x="7953375" y="4476750"/>
            <a:ext cx="1666875" cy="371475"/>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810" b="1">
                <a:solidFill>
                  <a:srgbClr val="000000"/>
                </a:solidFill>
                <a:latin typeface="Times New Roman"/>
                <a:ea typeface="Times New Roman"/>
                <a:cs typeface="Times New Roman"/>
              </a:defRPr>
            </a:defPPr>
            <a:lvl1pPr algn="ctr">
              <a:defRPr sz="810" b="1">
                <a:solidFill>
                  <a:srgbClr val="000000"/>
                </a:solidFill>
                <a:latin typeface="Times New Roman"/>
                <a:ea typeface="Times New Roman"/>
                <a:cs typeface="Times New Roman"/>
              </a:defRPr>
            </a:lvl1pPr>
            <a:lvl2pPr algn="ctr">
              <a:defRPr sz="810" b="1">
                <a:solidFill>
                  <a:srgbClr val="000000"/>
                </a:solidFill>
                <a:latin typeface="Times New Roman"/>
                <a:ea typeface="Times New Roman"/>
                <a:cs typeface="Times New Roman"/>
              </a:defRPr>
            </a:lvl2pPr>
            <a:lvl3pPr algn="ctr">
              <a:defRPr sz="810" b="1">
                <a:solidFill>
                  <a:srgbClr val="000000"/>
                </a:solidFill>
                <a:latin typeface="Times New Roman"/>
                <a:ea typeface="Times New Roman"/>
                <a:cs typeface="Times New Roman"/>
              </a:defRPr>
            </a:lvl3pPr>
            <a:lvl4pPr algn="ctr">
              <a:defRPr sz="810" b="1">
                <a:solidFill>
                  <a:srgbClr val="000000"/>
                </a:solidFill>
                <a:latin typeface="Times New Roman"/>
                <a:ea typeface="Times New Roman"/>
                <a:cs typeface="Times New Roman"/>
              </a:defRPr>
            </a:lvl4pPr>
            <a:lvl5pPr algn="ctr">
              <a:defRPr sz="810" b="1">
                <a:solidFill>
                  <a:srgbClr val="000000"/>
                </a:solidFill>
                <a:latin typeface="Times New Roman"/>
                <a:ea typeface="Times New Roman"/>
                <a:cs typeface="Times New Roman"/>
              </a:defRPr>
            </a:lvl5pPr>
            <a:lvl6pPr algn="ctr">
              <a:defRPr sz="810" b="1">
                <a:solidFill>
                  <a:srgbClr val="000000"/>
                </a:solidFill>
                <a:latin typeface="Times New Roman"/>
                <a:ea typeface="Times New Roman"/>
                <a:cs typeface="Times New Roman"/>
              </a:defRPr>
            </a:lvl6pPr>
            <a:lvl7pPr algn="ctr">
              <a:defRPr sz="810" b="1">
                <a:solidFill>
                  <a:srgbClr val="000000"/>
                </a:solidFill>
                <a:latin typeface="Times New Roman"/>
                <a:ea typeface="Times New Roman"/>
                <a:cs typeface="Times New Roman"/>
              </a:defRPr>
            </a:lvl7pPr>
            <a:lvl8pPr algn="ctr">
              <a:defRPr sz="810" b="1">
                <a:solidFill>
                  <a:srgbClr val="000000"/>
                </a:solidFill>
                <a:latin typeface="Times New Roman"/>
                <a:ea typeface="Times New Roman"/>
                <a:cs typeface="Times New Roman"/>
              </a:defRPr>
            </a:lvl8pPr>
            <a:lvl9pPr algn="ctr">
              <a:defRPr sz="810" b="1">
                <a:solidFill>
                  <a:srgbClr val="000000"/>
                </a:solidFill>
                <a:latin typeface="Times New Roman"/>
                <a:ea typeface="Times New Roman"/>
                <a:cs typeface="Times New Roman"/>
              </a:defRPr>
            </a:lvl9pPr>
          </a:lstStyle>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Candidate result</a:t>
            </a:r>
          </a:p>
          <a:p xmlns:a="http://schemas.openxmlformats.org/drawingml/2006/main">
            <a:pPr algn="ctr">
              <a:defRPr sz="810" b="1">
                <a:solidFill>
                  <a:srgbClr val="000000"/>
                </a:solidFill>
                <a:latin typeface="Times New Roman"/>
                <a:ea typeface="Times New Roman"/>
                <a:cs typeface="Times New Roman"/>
              </a:defRPr>
            </a:pPr>
            <a:r>
              <a:rPr sz="810" b="1">
                <a:solidFill>
                  <a:srgbClr val="000000"/>
                </a:solidFill>
                <a:latin typeface="Times New Roman"/>
                <a:ea typeface="Times New Roman"/>
                <a:cs typeface="Times New Roman"/>
              </a:rPr>
              <a:t>Match score ≥70/100</a:t>
            </a:r>
          </a:p>
        </p:txBody>
      </p:sp>
      <p:sp>
        <p:nvSpPr>
          <p:cNvPr id="80" name="">
            <a:extLst xmlns:a="http://schemas.openxmlformats.org/drawingml/2006/main">
              <a:ext uri="{FF2B5EF4-FFF2-40B4-BE49-F238E27FC236}">
                <a16:creationId xmlns:a16="http://schemas.microsoft.com/office/drawing/2014/main" id="{D869AE7B-3AE8-4858-B46C-B7FD84036662}"/>
              </a:ext>
            </a:extLst>
          </p:cNvPr>
          <p:cNvSpPr>
            <a:spLocks xmlns:a="http://schemas.openxmlformats.org/drawingml/2006/main" noGrp="1"/>
          </p:cNvSpPr>
          <p:nvPr/>
        </p:nvSpPr>
        <p:spPr>
          <a:xfrm xmlns:a="http://schemas.openxmlformats.org/drawingml/2006/main">
            <a:off x="10001250" y="2476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63" b="1">
                <a:solidFill>
                  <a:srgbClr val="1686D9"/>
                </a:solidFill>
                <a:latin typeface="Times New Roman"/>
                <a:ea typeface="Times New Roman"/>
                <a:cs typeface="Times New Roman"/>
              </a:defRPr>
            </a:defPPr>
            <a:lvl1pPr algn="ctr">
              <a:defRPr sz="863" b="1">
                <a:solidFill>
                  <a:srgbClr val="1686D9"/>
                </a:solidFill>
                <a:latin typeface="Times New Roman"/>
                <a:ea typeface="Times New Roman"/>
                <a:cs typeface="Times New Roman"/>
              </a:defRPr>
            </a:lvl1pPr>
            <a:lvl2pPr algn="ctr">
              <a:defRPr sz="863" b="1">
                <a:solidFill>
                  <a:srgbClr val="1686D9"/>
                </a:solidFill>
                <a:latin typeface="Times New Roman"/>
                <a:ea typeface="Times New Roman"/>
                <a:cs typeface="Times New Roman"/>
              </a:defRPr>
            </a:lvl2pPr>
            <a:lvl3pPr algn="ctr">
              <a:defRPr sz="863" b="1">
                <a:solidFill>
                  <a:srgbClr val="1686D9"/>
                </a:solidFill>
                <a:latin typeface="Times New Roman"/>
                <a:ea typeface="Times New Roman"/>
                <a:cs typeface="Times New Roman"/>
              </a:defRPr>
            </a:lvl3pPr>
            <a:lvl4pPr algn="ctr">
              <a:defRPr sz="863" b="1">
                <a:solidFill>
                  <a:srgbClr val="1686D9"/>
                </a:solidFill>
                <a:latin typeface="Times New Roman"/>
                <a:ea typeface="Times New Roman"/>
                <a:cs typeface="Times New Roman"/>
              </a:defRPr>
            </a:lvl4pPr>
            <a:lvl5pPr algn="ctr">
              <a:defRPr sz="863" b="1">
                <a:solidFill>
                  <a:srgbClr val="1686D9"/>
                </a:solidFill>
                <a:latin typeface="Times New Roman"/>
                <a:ea typeface="Times New Roman"/>
                <a:cs typeface="Times New Roman"/>
              </a:defRPr>
            </a:lvl5pPr>
            <a:lvl6pPr algn="ctr">
              <a:defRPr sz="863" b="1">
                <a:solidFill>
                  <a:srgbClr val="1686D9"/>
                </a:solidFill>
                <a:latin typeface="Times New Roman"/>
                <a:ea typeface="Times New Roman"/>
                <a:cs typeface="Times New Roman"/>
              </a:defRPr>
            </a:lvl6pPr>
            <a:lvl7pPr algn="ctr">
              <a:defRPr sz="863" b="1">
                <a:solidFill>
                  <a:srgbClr val="1686D9"/>
                </a:solidFill>
                <a:latin typeface="Times New Roman"/>
                <a:ea typeface="Times New Roman"/>
                <a:cs typeface="Times New Roman"/>
              </a:defRPr>
            </a:lvl7pPr>
            <a:lvl8pPr algn="ctr">
              <a:defRPr sz="863" b="1">
                <a:solidFill>
                  <a:srgbClr val="1686D9"/>
                </a:solidFill>
                <a:latin typeface="Times New Roman"/>
                <a:ea typeface="Times New Roman"/>
                <a:cs typeface="Times New Roman"/>
              </a:defRPr>
            </a:lvl8pPr>
            <a:lvl9pPr algn="ctr">
              <a:defRPr sz="863" b="1">
                <a:solidFill>
                  <a:srgbClr val="1686D9"/>
                </a:solidFill>
                <a:latin typeface="Times New Roman"/>
                <a:ea typeface="Times New Roman"/>
                <a:cs typeface="Times New Roman"/>
              </a:defRPr>
            </a:lvl9pPr>
          </a:lstStyle>
          <a:p xmlns:a="http://schemas.openxmlformats.org/drawingml/2006/main">
            <a:pPr algn="ctr">
              <a:defRPr sz="863" b="1">
                <a:solidFill>
                  <a:srgbClr val="1686D9"/>
                </a:solidFill>
                <a:latin typeface="Times New Roman"/>
                <a:ea typeface="Times New Roman"/>
                <a:cs typeface="Times New Roman"/>
              </a:defRPr>
            </a:pPr>
            <a:r>
              <a:rPr sz="863" b="1">
                <a:solidFill>
                  <a:srgbClr val="1686D9"/>
                </a:solidFill>
                <a:latin typeface="Times New Roman"/>
                <a:ea typeface="Times New Roman"/>
                <a:cs typeface="Times New Roman"/>
              </a:rPr>
              <a:t>CANDIDATE-CONTROLLED FLOW</a:t>
            </a:r>
          </a:p>
        </p:txBody>
      </p:sp>
      <p:sp>
        <p:nvSpPr>
          <p:cNvPr id="81" name="">
            <a:extLst xmlns:a="http://schemas.openxmlformats.org/drawingml/2006/main">
              <a:ext uri="{FF2B5EF4-FFF2-40B4-BE49-F238E27FC236}">
                <a16:creationId xmlns:a16="http://schemas.microsoft.com/office/drawing/2014/main" id="{38D7BFE5-6FEB-4DAD-AC06-482C052ECAF2}"/>
              </a:ext>
            </a:extLst>
          </p:cNvPr>
          <p:cNvSpPr>
            <a:spLocks xmlns:a="http://schemas.openxmlformats.org/drawingml/2006/main" noGrp="1"/>
          </p:cNvSpPr>
          <p:nvPr/>
        </p:nvSpPr>
        <p:spPr>
          <a:xfrm xmlns:a="http://schemas.openxmlformats.org/drawingml/2006/main">
            <a:off x="10001250" y="2733675"/>
            <a:ext cx="1714500" cy="381000"/>
          </a:xfrm>
          <a:prstGeom xmlns:a="http://schemas.openxmlformats.org/drawingml/2006/main" prst="roundRect">
            <a:avLst>
              <a:gd name="adj" fmla="val 20000"/>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795" b="1">
                <a:solidFill>
                  <a:srgbClr val="000000"/>
                </a:solidFill>
                <a:latin typeface="Times New Roman"/>
                <a:ea typeface="Times New Roman"/>
                <a:cs typeface="Times New Roman"/>
              </a:defRPr>
            </a:defPPr>
            <a:lvl1pPr algn="ctr">
              <a:defRPr sz="795" b="1">
                <a:solidFill>
                  <a:srgbClr val="000000"/>
                </a:solidFill>
                <a:latin typeface="Times New Roman"/>
                <a:ea typeface="Times New Roman"/>
                <a:cs typeface="Times New Roman"/>
              </a:defRPr>
            </a:lvl1pPr>
            <a:lvl2pPr algn="ctr">
              <a:defRPr sz="795" b="1">
                <a:solidFill>
                  <a:srgbClr val="000000"/>
                </a:solidFill>
                <a:latin typeface="Times New Roman"/>
                <a:ea typeface="Times New Roman"/>
                <a:cs typeface="Times New Roman"/>
              </a:defRPr>
            </a:lvl2pPr>
            <a:lvl3pPr algn="ctr">
              <a:defRPr sz="795" b="1">
                <a:solidFill>
                  <a:srgbClr val="000000"/>
                </a:solidFill>
                <a:latin typeface="Times New Roman"/>
                <a:ea typeface="Times New Roman"/>
                <a:cs typeface="Times New Roman"/>
              </a:defRPr>
            </a:lvl3pPr>
            <a:lvl4pPr algn="ctr">
              <a:defRPr sz="795" b="1">
                <a:solidFill>
                  <a:srgbClr val="000000"/>
                </a:solidFill>
                <a:latin typeface="Times New Roman"/>
                <a:ea typeface="Times New Roman"/>
                <a:cs typeface="Times New Roman"/>
              </a:defRPr>
            </a:lvl4pPr>
            <a:lvl5pPr algn="ctr">
              <a:defRPr sz="795" b="1">
                <a:solidFill>
                  <a:srgbClr val="000000"/>
                </a:solidFill>
                <a:latin typeface="Times New Roman"/>
                <a:ea typeface="Times New Roman"/>
                <a:cs typeface="Times New Roman"/>
              </a:defRPr>
            </a:lvl5pPr>
            <a:lvl6pPr algn="ctr">
              <a:defRPr sz="795" b="1">
                <a:solidFill>
                  <a:srgbClr val="000000"/>
                </a:solidFill>
                <a:latin typeface="Times New Roman"/>
                <a:ea typeface="Times New Roman"/>
                <a:cs typeface="Times New Roman"/>
              </a:defRPr>
            </a:lvl6pPr>
            <a:lvl7pPr algn="ctr">
              <a:defRPr sz="795" b="1">
                <a:solidFill>
                  <a:srgbClr val="000000"/>
                </a:solidFill>
                <a:latin typeface="Times New Roman"/>
                <a:ea typeface="Times New Roman"/>
                <a:cs typeface="Times New Roman"/>
              </a:defRPr>
            </a:lvl7pPr>
            <a:lvl8pPr algn="ctr">
              <a:defRPr sz="795" b="1">
                <a:solidFill>
                  <a:srgbClr val="000000"/>
                </a:solidFill>
                <a:latin typeface="Times New Roman"/>
                <a:ea typeface="Times New Roman"/>
                <a:cs typeface="Times New Roman"/>
              </a:defRPr>
            </a:lvl8pPr>
            <a:lvl9pPr algn="ctr">
              <a:defRPr sz="795" b="1">
                <a:solidFill>
                  <a:srgbClr val="000000"/>
                </a:solidFill>
                <a:latin typeface="Times New Roman"/>
                <a:ea typeface="Times New Roman"/>
                <a:cs typeface="Times New Roman"/>
              </a:defRPr>
            </a:lvl9pPr>
          </a:lstStyle>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1 · RECOMMENDATIONS</a:t>
            </a:r>
          </a:p>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Personalized jobs · reasons</a:t>
            </a:r>
          </a:p>
        </p:txBody>
      </p:sp>
      <p:sp>
        <p:nvSpPr>
          <p:cNvPr id="82" name="">
            <a:extLst xmlns:a="http://schemas.openxmlformats.org/drawingml/2006/main">
              <a:ext uri="{FF2B5EF4-FFF2-40B4-BE49-F238E27FC236}">
                <a16:creationId xmlns:a16="http://schemas.microsoft.com/office/drawing/2014/main" id="{90A24815-07A3-46EB-AD1F-871F42A60E35}"/>
              </a:ext>
            </a:extLst>
          </p:cNvPr>
          <p:cNvSpPr>
            <a:spLocks xmlns:a="http://schemas.openxmlformats.org/drawingml/2006/main" noGrp="1"/>
          </p:cNvSpPr>
          <p:nvPr/>
        </p:nvSpPr>
        <p:spPr>
          <a:xfrm xmlns:a="http://schemas.openxmlformats.org/drawingml/2006/main">
            <a:off x="10001250" y="3181350"/>
            <a:ext cx="1714500" cy="381000"/>
          </a:xfrm>
          <a:prstGeom xmlns:a="http://schemas.openxmlformats.org/drawingml/2006/main" prst="roundRect">
            <a:avLst>
              <a:gd name="adj" fmla="val 20000"/>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795" b="1">
                <a:solidFill>
                  <a:srgbClr val="000000"/>
                </a:solidFill>
                <a:latin typeface="Times New Roman"/>
                <a:ea typeface="Times New Roman"/>
                <a:cs typeface="Times New Roman"/>
              </a:defRPr>
            </a:defPPr>
            <a:lvl1pPr algn="ctr">
              <a:defRPr sz="795" b="1">
                <a:solidFill>
                  <a:srgbClr val="000000"/>
                </a:solidFill>
                <a:latin typeface="Times New Roman"/>
                <a:ea typeface="Times New Roman"/>
                <a:cs typeface="Times New Roman"/>
              </a:defRPr>
            </a:lvl1pPr>
            <a:lvl2pPr algn="ctr">
              <a:defRPr sz="795" b="1">
                <a:solidFill>
                  <a:srgbClr val="000000"/>
                </a:solidFill>
                <a:latin typeface="Times New Roman"/>
                <a:ea typeface="Times New Roman"/>
                <a:cs typeface="Times New Roman"/>
              </a:defRPr>
            </a:lvl2pPr>
            <a:lvl3pPr algn="ctr">
              <a:defRPr sz="795" b="1">
                <a:solidFill>
                  <a:srgbClr val="000000"/>
                </a:solidFill>
                <a:latin typeface="Times New Roman"/>
                <a:ea typeface="Times New Roman"/>
                <a:cs typeface="Times New Roman"/>
              </a:defRPr>
            </a:lvl3pPr>
            <a:lvl4pPr algn="ctr">
              <a:defRPr sz="795" b="1">
                <a:solidFill>
                  <a:srgbClr val="000000"/>
                </a:solidFill>
                <a:latin typeface="Times New Roman"/>
                <a:ea typeface="Times New Roman"/>
                <a:cs typeface="Times New Roman"/>
              </a:defRPr>
            </a:lvl4pPr>
            <a:lvl5pPr algn="ctr">
              <a:defRPr sz="795" b="1">
                <a:solidFill>
                  <a:srgbClr val="000000"/>
                </a:solidFill>
                <a:latin typeface="Times New Roman"/>
                <a:ea typeface="Times New Roman"/>
                <a:cs typeface="Times New Roman"/>
              </a:defRPr>
            </a:lvl5pPr>
            <a:lvl6pPr algn="ctr">
              <a:defRPr sz="795" b="1">
                <a:solidFill>
                  <a:srgbClr val="000000"/>
                </a:solidFill>
                <a:latin typeface="Times New Roman"/>
                <a:ea typeface="Times New Roman"/>
                <a:cs typeface="Times New Roman"/>
              </a:defRPr>
            </a:lvl6pPr>
            <a:lvl7pPr algn="ctr">
              <a:defRPr sz="795" b="1">
                <a:solidFill>
                  <a:srgbClr val="000000"/>
                </a:solidFill>
                <a:latin typeface="Times New Roman"/>
                <a:ea typeface="Times New Roman"/>
                <a:cs typeface="Times New Roman"/>
              </a:defRPr>
            </a:lvl7pPr>
            <a:lvl8pPr algn="ctr">
              <a:defRPr sz="795" b="1">
                <a:solidFill>
                  <a:srgbClr val="000000"/>
                </a:solidFill>
                <a:latin typeface="Times New Roman"/>
                <a:ea typeface="Times New Roman"/>
                <a:cs typeface="Times New Roman"/>
              </a:defRPr>
            </a:lvl8pPr>
            <a:lvl9pPr algn="ctr">
              <a:defRPr sz="795" b="1">
                <a:solidFill>
                  <a:srgbClr val="000000"/>
                </a:solidFill>
                <a:latin typeface="Times New Roman"/>
                <a:ea typeface="Times New Roman"/>
                <a:cs typeface="Times New Roman"/>
              </a:defRPr>
            </a:lvl9pPr>
          </a:lstStyle>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2 · REVIEW + SAVE</a:t>
            </a:r>
          </a:p>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Candidate compares and chooses</a:t>
            </a:r>
          </a:p>
        </p:txBody>
      </p:sp>
      <p:sp>
        <p:nvSpPr>
          <p:cNvPr id="83" name="">
            <a:extLst xmlns:a="http://schemas.openxmlformats.org/drawingml/2006/main">
              <a:ext uri="{FF2B5EF4-FFF2-40B4-BE49-F238E27FC236}">
                <a16:creationId xmlns:a16="http://schemas.microsoft.com/office/drawing/2014/main" id="{E9F8C1D5-7640-4889-AAE8-3A9F0D32A8A5}"/>
              </a:ext>
            </a:extLst>
          </p:cNvPr>
          <p:cNvSpPr>
            <a:spLocks xmlns:a="http://schemas.openxmlformats.org/drawingml/2006/main" noGrp="1"/>
          </p:cNvSpPr>
          <p:nvPr/>
        </p:nvSpPr>
        <p:spPr>
          <a:xfrm xmlns:a="http://schemas.openxmlformats.org/drawingml/2006/main">
            <a:off x="10001250" y="3629025"/>
            <a:ext cx="1714500" cy="381000"/>
          </a:xfrm>
          <a:prstGeom xmlns:a="http://schemas.openxmlformats.org/drawingml/2006/main" prst="roundRect">
            <a:avLst>
              <a:gd name="adj" fmla="val 20000"/>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795" b="1">
                <a:solidFill>
                  <a:srgbClr val="000000"/>
                </a:solidFill>
                <a:latin typeface="Times New Roman"/>
                <a:ea typeface="Times New Roman"/>
                <a:cs typeface="Times New Roman"/>
              </a:defRPr>
            </a:defPPr>
            <a:lvl1pPr algn="ctr">
              <a:defRPr sz="795" b="1">
                <a:solidFill>
                  <a:srgbClr val="000000"/>
                </a:solidFill>
                <a:latin typeface="Times New Roman"/>
                <a:ea typeface="Times New Roman"/>
                <a:cs typeface="Times New Roman"/>
              </a:defRPr>
            </a:lvl1pPr>
            <a:lvl2pPr algn="ctr">
              <a:defRPr sz="795" b="1">
                <a:solidFill>
                  <a:srgbClr val="000000"/>
                </a:solidFill>
                <a:latin typeface="Times New Roman"/>
                <a:ea typeface="Times New Roman"/>
                <a:cs typeface="Times New Roman"/>
              </a:defRPr>
            </a:lvl2pPr>
            <a:lvl3pPr algn="ctr">
              <a:defRPr sz="795" b="1">
                <a:solidFill>
                  <a:srgbClr val="000000"/>
                </a:solidFill>
                <a:latin typeface="Times New Roman"/>
                <a:ea typeface="Times New Roman"/>
                <a:cs typeface="Times New Roman"/>
              </a:defRPr>
            </a:lvl3pPr>
            <a:lvl4pPr algn="ctr">
              <a:defRPr sz="795" b="1">
                <a:solidFill>
                  <a:srgbClr val="000000"/>
                </a:solidFill>
                <a:latin typeface="Times New Roman"/>
                <a:ea typeface="Times New Roman"/>
                <a:cs typeface="Times New Roman"/>
              </a:defRPr>
            </a:lvl4pPr>
            <a:lvl5pPr algn="ctr">
              <a:defRPr sz="795" b="1">
                <a:solidFill>
                  <a:srgbClr val="000000"/>
                </a:solidFill>
                <a:latin typeface="Times New Roman"/>
                <a:ea typeface="Times New Roman"/>
                <a:cs typeface="Times New Roman"/>
              </a:defRPr>
            </a:lvl5pPr>
            <a:lvl6pPr algn="ctr">
              <a:defRPr sz="795" b="1">
                <a:solidFill>
                  <a:srgbClr val="000000"/>
                </a:solidFill>
                <a:latin typeface="Times New Roman"/>
                <a:ea typeface="Times New Roman"/>
                <a:cs typeface="Times New Roman"/>
              </a:defRPr>
            </a:lvl6pPr>
            <a:lvl7pPr algn="ctr">
              <a:defRPr sz="795" b="1">
                <a:solidFill>
                  <a:srgbClr val="000000"/>
                </a:solidFill>
                <a:latin typeface="Times New Roman"/>
                <a:ea typeface="Times New Roman"/>
                <a:cs typeface="Times New Roman"/>
              </a:defRPr>
            </a:lvl7pPr>
            <a:lvl8pPr algn="ctr">
              <a:defRPr sz="795" b="1">
                <a:solidFill>
                  <a:srgbClr val="000000"/>
                </a:solidFill>
                <a:latin typeface="Times New Roman"/>
                <a:ea typeface="Times New Roman"/>
                <a:cs typeface="Times New Roman"/>
              </a:defRPr>
            </a:lvl8pPr>
            <a:lvl9pPr algn="ctr">
              <a:defRPr sz="795" b="1">
                <a:solidFill>
                  <a:srgbClr val="000000"/>
                </a:solidFill>
                <a:latin typeface="Times New Roman"/>
                <a:ea typeface="Times New Roman"/>
                <a:cs typeface="Times New Roman"/>
              </a:defRPr>
            </a:lvl9pPr>
          </a:lstStyle>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3 · PREPARE</a:t>
            </a:r>
          </a:p>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Gemini is optional; user clicks</a:t>
            </a:r>
          </a:p>
        </p:txBody>
      </p:sp>
      <p:sp>
        <p:nvSpPr>
          <p:cNvPr id="84" name="">
            <a:extLst xmlns:a="http://schemas.openxmlformats.org/drawingml/2006/main">
              <a:ext uri="{FF2B5EF4-FFF2-40B4-BE49-F238E27FC236}">
                <a16:creationId xmlns:a16="http://schemas.microsoft.com/office/drawing/2014/main" id="{ED0FF646-8154-4001-9F46-597FCD0E5682}"/>
              </a:ext>
            </a:extLst>
          </p:cNvPr>
          <p:cNvSpPr>
            <a:spLocks xmlns:a="http://schemas.openxmlformats.org/drawingml/2006/main" noGrp="1"/>
          </p:cNvSpPr>
          <p:nvPr/>
        </p:nvSpPr>
        <p:spPr>
          <a:xfrm xmlns:a="http://schemas.openxmlformats.org/drawingml/2006/main">
            <a:off x="10001250" y="4076700"/>
            <a:ext cx="1714500" cy="381000"/>
          </a:xfrm>
          <a:prstGeom xmlns:a="http://schemas.openxmlformats.org/drawingml/2006/main" prst="roundRect">
            <a:avLst>
              <a:gd name="adj" fmla="val 20000"/>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795" b="1">
                <a:solidFill>
                  <a:srgbClr val="000000"/>
                </a:solidFill>
                <a:latin typeface="Times New Roman"/>
                <a:ea typeface="Times New Roman"/>
                <a:cs typeface="Times New Roman"/>
              </a:defRPr>
            </a:defPPr>
            <a:lvl1pPr algn="ctr">
              <a:defRPr sz="795" b="1">
                <a:solidFill>
                  <a:srgbClr val="000000"/>
                </a:solidFill>
                <a:latin typeface="Times New Roman"/>
                <a:ea typeface="Times New Roman"/>
                <a:cs typeface="Times New Roman"/>
              </a:defRPr>
            </a:lvl1pPr>
            <a:lvl2pPr algn="ctr">
              <a:defRPr sz="795" b="1">
                <a:solidFill>
                  <a:srgbClr val="000000"/>
                </a:solidFill>
                <a:latin typeface="Times New Roman"/>
                <a:ea typeface="Times New Roman"/>
                <a:cs typeface="Times New Roman"/>
              </a:defRPr>
            </a:lvl2pPr>
            <a:lvl3pPr algn="ctr">
              <a:defRPr sz="795" b="1">
                <a:solidFill>
                  <a:srgbClr val="000000"/>
                </a:solidFill>
                <a:latin typeface="Times New Roman"/>
                <a:ea typeface="Times New Roman"/>
                <a:cs typeface="Times New Roman"/>
              </a:defRPr>
            </a:lvl3pPr>
            <a:lvl4pPr algn="ctr">
              <a:defRPr sz="795" b="1">
                <a:solidFill>
                  <a:srgbClr val="000000"/>
                </a:solidFill>
                <a:latin typeface="Times New Roman"/>
                <a:ea typeface="Times New Roman"/>
                <a:cs typeface="Times New Roman"/>
              </a:defRPr>
            </a:lvl4pPr>
            <a:lvl5pPr algn="ctr">
              <a:defRPr sz="795" b="1">
                <a:solidFill>
                  <a:srgbClr val="000000"/>
                </a:solidFill>
                <a:latin typeface="Times New Roman"/>
                <a:ea typeface="Times New Roman"/>
                <a:cs typeface="Times New Roman"/>
              </a:defRPr>
            </a:lvl5pPr>
            <a:lvl6pPr algn="ctr">
              <a:defRPr sz="795" b="1">
                <a:solidFill>
                  <a:srgbClr val="000000"/>
                </a:solidFill>
                <a:latin typeface="Times New Roman"/>
                <a:ea typeface="Times New Roman"/>
                <a:cs typeface="Times New Roman"/>
              </a:defRPr>
            </a:lvl6pPr>
            <a:lvl7pPr algn="ctr">
              <a:defRPr sz="795" b="1">
                <a:solidFill>
                  <a:srgbClr val="000000"/>
                </a:solidFill>
                <a:latin typeface="Times New Roman"/>
                <a:ea typeface="Times New Roman"/>
                <a:cs typeface="Times New Roman"/>
              </a:defRPr>
            </a:lvl7pPr>
            <a:lvl8pPr algn="ctr">
              <a:defRPr sz="795" b="1">
                <a:solidFill>
                  <a:srgbClr val="000000"/>
                </a:solidFill>
                <a:latin typeface="Times New Roman"/>
                <a:ea typeface="Times New Roman"/>
                <a:cs typeface="Times New Roman"/>
              </a:defRPr>
            </a:lvl8pPr>
            <a:lvl9pPr algn="ctr">
              <a:defRPr sz="795" b="1">
                <a:solidFill>
                  <a:srgbClr val="000000"/>
                </a:solidFill>
                <a:latin typeface="Times New Roman"/>
                <a:ea typeface="Times New Roman"/>
                <a:cs typeface="Times New Roman"/>
              </a:defRPr>
            </a:lvl9pPr>
          </a:lstStyle>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4 · RESUME + EMAIL</a:t>
            </a:r>
          </a:p>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Three styles · public HR if found</a:t>
            </a:r>
          </a:p>
        </p:txBody>
      </p:sp>
      <p:sp>
        <p:nvSpPr>
          <p:cNvPr id="85" name="">
            <a:extLst xmlns:a="http://schemas.openxmlformats.org/drawingml/2006/main">
              <a:ext uri="{FF2B5EF4-FFF2-40B4-BE49-F238E27FC236}">
                <a16:creationId xmlns:a16="http://schemas.microsoft.com/office/drawing/2014/main" id="{CB5630F3-78A4-45FA-90E0-2F8B4BD31B79}"/>
              </a:ext>
            </a:extLst>
          </p:cNvPr>
          <p:cNvSpPr>
            <a:spLocks xmlns:a="http://schemas.openxmlformats.org/drawingml/2006/main" noGrp="1"/>
          </p:cNvSpPr>
          <p:nvPr/>
        </p:nvSpPr>
        <p:spPr>
          <a:xfrm xmlns:a="http://schemas.openxmlformats.org/drawingml/2006/main">
            <a:off x="10001250" y="4524375"/>
            <a:ext cx="1714500" cy="381000"/>
          </a:xfrm>
          <a:prstGeom xmlns:a="http://schemas.openxmlformats.org/drawingml/2006/main" prst="roundRect">
            <a:avLst>
              <a:gd name="adj" fmla="val 20000"/>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795" b="1">
                <a:solidFill>
                  <a:srgbClr val="000000"/>
                </a:solidFill>
                <a:latin typeface="Times New Roman"/>
                <a:ea typeface="Times New Roman"/>
                <a:cs typeface="Times New Roman"/>
              </a:defRPr>
            </a:defPPr>
            <a:lvl1pPr algn="ctr">
              <a:defRPr sz="795" b="1">
                <a:solidFill>
                  <a:srgbClr val="000000"/>
                </a:solidFill>
                <a:latin typeface="Times New Roman"/>
                <a:ea typeface="Times New Roman"/>
                <a:cs typeface="Times New Roman"/>
              </a:defRPr>
            </a:lvl1pPr>
            <a:lvl2pPr algn="ctr">
              <a:defRPr sz="795" b="1">
                <a:solidFill>
                  <a:srgbClr val="000000"/>
                </a:solidFill>
                <a:latin typeface="Times New Roman"/>
                <a:ea typeface="Times New Roman"/>
                <a:cs typeface="Times New Roman"/>
              </a:defRPr>
            </a:lvl2pPr>
            <a:lvl3pPr algn="ctr">
              <a:defRPr sz="795" b="1">
                <a:solidFill>
                  <a:srgbClr val="000000"/>
                </a:solidFill>
                <a:latin typeface="Times New Roman"/>
                <a:ea typeface="Times New Roman"/>
                <a:cs typeface="Times New Roman"/>
              </a:defRPr>
            </a:lvl3pPr>
            <a:lvl4pPr algn="ctr">
              <a:defRPr sz="795" b="1">
                <a:solidFill>
                  <a:srgbClr val="000000"/>
                </a:solidFill>
                <a:latin typeface="Times New Roman"/>
                <a:ea typeface="Times New Roman"/>
                <a:cs typeface="Times New Roman"/>
              </a:defRPr>
            </a:lvl4pPr>
            <a:lvl5pPr algn="ctr">
              <a:defRPr sz="795" b="1">
                <a:solidFill>
                  <a:srgbClr val="000000"/>
                </a:solidFill>
                <a:latin typeface="Times New Roman"/>
                <a:ea typeface="Times New Roman"/>
                <a:cs typeface="Times New Roman"/>
              </a:defRPr>
            </a:lvl5pPr>
            <a:lvl6pPr algn="ctr">
              <a:defRPr sz="795" b="1">
                <a:solidFill>
                  <a:srgbClr val="000000"/>
                </a:solidFill>
                <a:latin typeface="Times New Roman"/>
                <a:ea typeface="Times New Roman"/>
                <a:cs typeface="Times New Roman"/>
              </a:defRPr>
            </a:lvl6pPr>
            <a:lvl7pPr algn="ctr">
              <a:defRPr sz="795" b="1">
                <a:solidFill>
                  <a:srgbClr val="000000"/>
                </a:solidFill>
                <a:latin typeface="Times New Roman"/>
                <a:ea typeface="Times New Roman"/>
                <a:cs typeface="Times New Roman"/>
              </a:defRPr>
            </a:lvl7pPr>
            <a:lvl8pPr algn="ctr">
              <a:defRPr sz="795" b="1">
                <a:solidFill>
                  <a:srgbClr val="000000"/>
                </a:solidFill>
                <a:latin typeface="Times New Roman"/>
                <a:ea typeface="Times New Roman"/>
                <a:cs typeface="Times New Roman"/>
              </a:defRPr>
            </a:lvl8pPr>
            <a:lvl9pPr algn="ctr">
              <a:defRPr sz="795" b="1">
                <a:solidFill>
                  <a:srgbClr val="000000"/>
                </a:solidFill>
                <a:latin typeface="Times New Roman"/>
                <a:ea typeface="Times New Roman"/>
                <a:cs typeface="Times New Roman"/>
              </a:defRPr>
            </a:lvl9pPr>
          </a:lstStyle>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5 · APPLY + TRACK</a:t>
            </a:r>
          </a:p>
          <a:p xmlns:a="http://schemas.openxmlformats.org/drawingml/2006/main">
            <a:pPr algn="ctr">
              <a:defRPr sz="795" b="1">
                <a:solidFill>
                  <a:srgbClr val="000000"/>
                </a:solidFill>
                <a:latin typeface="Times New Roman"/>
                <a:ea typeface="Times New Roman"/>
                <a:cs typeface="Times New Roman"/>
              </a:defRPr>
            </a:pPr>
            <a:r>
              <a:rPr sz="795" b="1">
                <a:solidFill>
                  <a:srgbClr val="000000"/>
                </a:solidFill>
                <a:latin typeface="Times New Roman"/>
                <a:ea typeface="Times New Roman"/>
                <a:cs typeface="Times New Roman"/>
              </a:rPr>
              <a:t>Apply externally · log replies</a:t>
            </a:r>
          </a:p>
        </p:txBody>
      </p:sp>
      <p:sp>
        <p:nvSpPr>
          <p:cNvPr id="91" name="">
            <a:extLst xmlns:a="http://schemas.openxmlformats.org/drawingml/2006/main">
              <a:ext uri="{FF2B5EF4-FFF2-40B4-BE49-F238E27FC236}">
                <a16:creationId xmlns:a16="http://schemas.microsoft.com/office/drawing/2014/main" id="{580F7837-FF61-4BCF-92B3-D4CF68F99E88}"/>
              </a:ext>
            </a:extLst>
          </p:cNvPr>
          <p:cNvSpPr>
            <a:spLocks xmlns:a="http://schemas.openxmlformats.org/drawingml/2006/main" noGrp="1"/>
          </p:cNvSpPr>
          <p:nvPr/>
        </p:nvSpPr>
        <p:spPr>
          <a:xfrm xmlns:a="http://schemas.openxmlformats.org/drawingml/2006/main">
            <a:off x="495300" y="5162550"/>
            <a:ext cx="11144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1">
                <a:solidFill>
                  <a:srgbClr val="C77A37"/>
                </a:solidFill>
                <a:latin typeface="Times New Roman"/>
                <a:ea typeface="Times New Roman"/>
                <a:cs typeface="Times New Roman"/>
              </a:defRPr>
            </a:defPPr>
            <a:lvl1pPr algn="l">
              <a:defRPr sz="863" b="1">
                <a:solidFill>
                  <a:srgbClr val="C77A37"/>
                </a:solidFill>
                <a:latin typeface="Times New Roman"/>
                <a:ea typeface="Times New Roman"/>
                <a:cs typeface="Times New Roman"/>
              </a:defRPr>
            </a:lvl1pPr>
            <a:lvl2pPr algn="l">
              <a:defRPr sz="863" b="1">
                <a:solidFill>
                  <a:srgbClr val="C77A37"/>
                </a:solidFill>
                <a:latin typeface="Times New Roman"/>
                <a:ea typeface="Times New Roman"/>
                <a:cs typeface="Times New Roman"/>
              </a:defRPr>
            </a:lvl2pPr>
            <a:lvl3pPr algn="l">
              <a:defRPr sz="863" b="1">
                <a:solidFill>
                  <a:srgbClr val="C77A37"/>
                </a:solidFill>
                <a:latin typeface="Times New Roman"/>
                <a:ea typeface="Times New Roman"/>
                <a:cs typeface="Times New Roman"/>
              </a:defRPr>
            </a:lvl3pPr>
            <a:lvl4pPr algn="l">
              <a:defRPr sz="863" b="1">
                <a:solidFill>
                  <a:srgbClr val="C77A37"/>
                </a:solidFill>
                <a:latin typeface="Times New Roman"/>
                <a:ea typeface="Times New Roman"/>
                <a:cs typeface="Times New Roman"/>
              </a:defRPr>
            </a:lvl4pPr>
            <a:lvl5pPr algn="l">
              <a:defRPr sz="863" b="1">
                <a:solidFill>
                  <a:srgbClr val="C77A37"/>
                </a:solidFill>
                <a:latin typeface="Times New Roman"/>
                <a:ea typeface="Times New Roman"/>
                <a:cs typeface="Times New Roman"/>
              </a:defRPr>
            </a:lvl5pPr>
            <a:lvl6pPr algn="l">
              <a:defRPr sz="863" b="1">
                <a:solidFill>
                  <a:srgbClr val="C77A37"/>
                </a:solidFill>
                <a:latin typeface="Times New Roman"/>
                <a:ea typeface="Times New Roman"/>
                <a:cs typeface="Times New Roman"/>
              </a:defRPr>
            </a:lvl6pPr>
            <a:lvl7pPr algn="l">
              <a:defRPr sz="863" b="1">
                <a:solidFill>
                  <a:srgbClr val="C77A37"/>
                </a:solidFill>
                <a:latin typeface="Times New Roman"/>
                <a:ea typeface="Times New Roman"/>
                <a:cs typeface="Times New Roman"/>
              </a:defRPr>
            </a:lvl7pPr>
            <a:lvl8pPr algn="l">
              <a:defRPr sz="863" b="1">
                <a:solidFill>
                  <a:srgbClr val="C77A37"/>
                </a:solidFill>
                <a:latin typeface="Times New Roman"/>
                <a:ea typeface="Times New Roman"/>
                <a:cs typeface="Times New Roman"/>
              </a:defRPr>
            </a:lvl8pPr>
            <a:lvl9pPr algn="l">
              <a:defRPr sz="863" b="1">
                <a:solidFill>
                  <a:srgbClr val="C77A37"/>
                </a:solidFill>
                <a:latin typeface="Times New Roman"/>
                <a:ea typeface="Times New Roman"/>
                <a:cs typeface="Times New Roman"/>
              </a:defRPr>
            </a:lvl9pPr>
          </a:lstStyle>
          <a:p xmlns:a="http://schemas.openxmlformats.org/drawingml/2006/main">
            <a:pPr algn="l">
              <a:defRPr sz="863" b="1">
                <a:solidFill>
                  <a:srgbClr val="C77A37"/>
                </a:solidFill>
                <a:latin typeface="Times New Roman"/>
                <a:ea typeface="Times New Roman"/>
                <a:cs typeface="Times New Roman"/>
              </a:defRPr>
            </a:pPr>
            <a:r>
              <a:rPr sz="863" b="1">
                <a:solidFill>
                  <a:srgbClr val="C77A37"/>
                </a:solidFill>
                <a:latin typeface="Times New Roman"/>
                <a:ea typeface="Times New Roman"/>
                <a:cs typeface="Times New Roman"/>
              </a:rPr>
              <a:t>OPERATIONS + OVERSIGHT</a:t>
            </a:r>
          </a:p>
        </p:txBody>
      </p:sp>
      <p:sp>
        <p:nvSpPr>
          <p:cNvPr id="92" name="">
            <a:extLst xmlns:a="http://schemas.openxmlformats.org/drawingml/2006/main">
              <a:ext uri="{FF2B5EF4-FFF2-40B4-BE49-F238E27FC236}">
                <a16:creationId xmlns:a16="http://schemas.microsoft.com/office/drawing/2014/main" id="{CDB7F43B-8AB7-4BF7-8509-2EEA5F0B95CD}"/>
              </a:ext>
            </a:extLst>
          </p:cNvPr>
          <p:cNvSpPr>
            <a:spLocks xmlns:a="http://schemas.openxmlformats.org/drawingml/2006/main" noGrp="1"/>
          </p:cNvSpPr>
          <p:nvPr/>
        </p:nvSpPr>
        <p:spPr>
          <a:xfrm xmlns:a="http://schemas.openxmlformats.org/drawingml/2006/main">
            <a:off x="381000" y="5372100"/>
            <a:ext cx="3476625" cy="447675"/>
          </a:xfrm>
          <a:prstGeom xmlns:a="http://schemas.openxmlformats.org/drawingml/2006/main" prst="roundRect">
            <a:avLst>
              <a:gd name="adj" fmla="val 1702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840" b="1">
                <a:solidFill>
                  <a:srgbClr val="000000"/>
                </a:solidFill>
                <a:latin typeface="Times New Roman"/>
                <a:ea typeface="Times New Roman"/>
                <a:cs typeface="Times New Roman"/>
              </a:defRPr>
            </a:defPPr>
            <a:lvl1pPr algn="ctr">
              <a:defRPr sz="840" b="1">
                <a:solidFill>
                  <a:srgbClr val="000000"/>
                </a:solidFill>
                <a:latin typeface="Times New Roman"/>
                <a:ea typeface="Times New Roman"/>
                <a:cs typeface="Times New Roman"/>
              </a:defRPr>
            </a:lvl1pPr>
            <a:lvl2pPr algn="ctr">
              <a:defRPr sz="840" b="1">
                <a:solidFill>
                  <a:srgbClr val="000000"/>
                </a:solidFill>
                <a:latin typeface="Times New Roman"/>
                <a:ea typeface="Times New Roman"/>
                <a:cs typeface="Times New Roman"/>
              </a:defRPr>
            </a:lvl2pPr>
            <a:lvl3pPr algn="ctr">
              <a:defRPr sz="840" b="1">
                <a:solidFill>
                  <a:srgbClr val="000000"/>
                </a:solidFill>
                <a:latin typeface="Times New Roman"/>
                <a:ea typeface="Times New Roman"/>
                <a:cs typeface="Times New Roman"/>
              </a:defRPr>
            </a:lvl3pPr>
            <a:lvl4pPr algn="ctr">
              <a:defRPr sz="840" b="1">
                <a:solidFill>
                  <a:srgbClr val="000000"/>
                </a:solidFill>
                <a:latin typeface="Times New Roman"/>
                <a:ea typeface="Times New Roman"/>
                <a:cs typeface="Times New Roman"/>
              </a:defRPr>
            </a:lvl4pPr>
            <a:lvl5pPr algn="ctr">
              <a:defRPr sz="840" b="1">
                <a:solidFill>
                  <a:srgbClr val="000000"/>
                </a:solidFill>
                <a:latin typeface="Times New Roman"/>
                <a:ea typeface="Times New Roman"/>
                <a:cs typeface="Times New Roman"/>
              </a:defRPr>
            </a:lvl5pPr>
            <a:lvl6pPr algn="ctr">
              <a:defRPr sz="840" b="1">
                <a:solidFill>
                  <a:srgbClr val="000000"/>
                </a:solidFill>
                <a:latin typeface="Times New Roman"/>
                <a:ea typeface="Times New Roman"/>
                <a:cs typeface="Times New Roman"/>
              </a:defRPr>
            </a:lvl6pPr>
            <a:lvl7pPr algn="ctr">
              <a:defRPr sz="840" b="1">
                <a:solidFill>
                  <a:srgbClr val="000000"/>
                </a:solidFill>
                <a:latin typeface="Times New Roman"/>
                <a:ea typeface="Times New Roman"/>
                <a:cs typeface="Times New Roman"/>
              </a:defRPr>
            </a:lvl7pPr>
            <a:lvl8pPr algn="ctr">
              <a:defRPr sz="840" b="1">
                <a:solidFill>
                  <a:srgbClr val="000000"/>
                </a:solidFill>
                <a:latin typeface="Times New Roman"/>
                <a:ea typeface="Times New Roman"/>
                <a:cs typeface="Times New Roman"/>
              </a:defRPr>
            </a:lvl8pPr>
            <a:lvl9pPr algn="ctr">
              <a:defRPr sz="840" b="1">
                <a:solidFill>
                  <a:srgbClr val="000000"/>
                </a:solidFill>
                <a:latin typeface="Times New Roman"/>
                <a:ea typeface="Times New Roman"/>
                <a:cs typeface="Times New Roman"/>
              </a:defRPr>
            </a:lvl9pPr>
          </a:lstStyle>
          <a:p xmlns:a="http://schemas.openxmlformats.org/drawingml/2006/main">
            <a:pPr algn="ctr">
              <a:defRPr sz="840" b="1">
                <a:solidFill>
                  <a:srgbClr val="000000"/>
                </a:solidFill>
                <a:latin typeface="Times New Roman"/>
                <a:ea typeface="Times New Roman"/>
                <a:cs typeface="Times New Roman"/>
              </a:defRPr>
            </a:pPr>
            <a:r>
              <a:rPr sz="840" b="1">
                <a:solidFill>
                  <a:srgbClr val="000000"/>
                </a:solidFill>
                <a:latin typeface="Times New Roman"/>
                <a:ea typeface="Times New Roman"/>
                <a:cs typeface="Times New Roman"/>
              </a:rPr>
              <a:t>BACKGROUND WORKERS</a:t>
            </a:r>
          </a:p>
          <a:p xmlns:a="http://schemas.openxmlformats.org/drawingml/2006/main">
            <a:pPr algn="ctr">
              <a:defRPr sz="840" b="1">
                <a:solidFill>
                  <a:srgbClr val="000000"/>
                </a:solidFill>
                <a:latin typeface="Times New Roman"/>
                <a:ea typeface="Times New Roman"/>
                <a:cs typeface="Times New Roman"/>
              </a:defRPr>
            </a:pPr>
            <a:r>
              <a:rPr sz="840" b="1">
                <a:solidFill>
                  <a:srgbClr val="000000"/>
                </a:solidFill>
                <a:latin typeface="Times New Roman"/>
                <a:ea typeface="Times New Roman"/>
                <a:cs typeface="Times New Roman"/>
              </a:rPr>
              <a:t>Redis queue · Python scheduler · ingestion + document workers</a:t>
            </a:r>
          </a:p>
        </p:txBody>
      </p:sp>
      <p:sp>
        <p:nvSpPr>
          <p:cNvPr id="93" name="">
            <a:extLst xmlns:a="http://schemas.openxmlformats.org/drawingml/2006/main">
              <a:ext uri="{FF2B5EF4-FFF2-40B4-BE49-F238E27FC236}">
                <a16:creationId xmlns:a16="http://schemas.microsoft.com/office/drawing/2014/main" id="{160BFA3A-7D66-4110-BF19-948E0254CCE1}"/>
              </a:ext>
            </a:extLst>
          </p:cNvPr>
          <p:cNvSpPr>
            <a:spLocks xmlns:a="http://schemas.openxmlformats.org/drawingml/2006/main" noGrp="1"/>
          </p:cNvSpPr>
          <p:nvPr/>
        </p:nvSpPr>
        <p:spPr>
          <a:xfrm xmlns:a="http://schemas.openxmlformats.org/drawingml/2006/main">
            <a:off x="4352925" y="5372100"/>
            <a:ext cx="3476625" cy="447675"/>
          </a:xfrm>
          <a:prstGeom xmlns:a="http://schemas.openxmlformats.org/drawingml/2006/main" prst="roundRect">
            <a:avLst>
              <a:gd name="adj" fmla="val 17021"/>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840" b="1">
                <a:solidFill>
                  <a:srgbClr val="000000"/>
                </a:solidFill>
                <a:latin typeface="Times New Roman"/>
                <a:ea typeface="Times New Roman"/>
                <a:cs typeface="Times New Roman"/>
              </a:defRPr>
            </a:defPPr>
            <a:lvl1pPr algn="ctr">
              <a:defRPr sz="840" b="1">
                <a:solidFill>
                  <a:srgbClr val="000000"/>
                </a:solidFill>
                <a:latin typeface="Times New Roman"/>
                <a:ea typeface="Times New Roman"/>
                <a:cs typeface="Times New Roman"/>
              </a:defRPr>
            </a:lvl1pPr>
            <a:lvl2pPr algn="ctr">
              <a:defRPr sz="840" b="1">
                <a:solidFill>
                  <a:srgbClr val="000000"/>
                </a:solidFill>
                <a:latin typeface="Times New Roman"/>
                <a:ea typeface="Times New Roman"/>
                <a:cs typeface="Times New Roman"/>
              </a:defRPr>
            </a:lvl2pPr>
            <a:lvl3pPr algn="ctr">
              <a:defRPr sz="840" b="1">
                <a:solidFill>
                  <a:srgbClr val="000000"/>
                </a:solidFill>
                <a:latin typeface="Times New Roman"/>
                <a:ea typeface="Times New Roman"/>
                <a:cs typeface="Times New Roman"/>
              </a:defRPr>
            </a:lvl3pPr>
            <a:lvl4pPr algn="ctr">
              <a:defRPr sz="840" b="1">
                <a:solidFill>
                  <a:srgbClr val="000000"/>
                </a:solidFill>
                <a:latin typeface="Times New Roman"/>
                <a:ea typeface="Times New Roman"/>
                <a:cs typeface="Times New Roman"/>
              </a:defRPr>
            </a:lvl4pPr>
            <a:lvl5pPr algn="ctr">
              <a:defRPr sz="840" b="1">
                <a:solidFill>
                  <a:srgbClr val="000000"/>
                </a:solidFill>
                <a:latin typeface="Times New Roman"/>
                <a:ea typeface="Times New Roman"/>
                <a:cs typeface="Times New Roman"/>
              </a:defRPr>
            </a:lvl5pPr>
            <a:lvl6pPr algn="ctr">
              <a:defRPr sz="840" b="1">
                <a:solidFill>
                  <a:srgbClr val="000000"/>
                </a:solidFill>
                <a:latin typeface="Times New Roman"/>
                <a:ea typeface="Times New Roman"/>
                <a:cs typeface="Times New Roman"/>
              </a:defRPr>
            </a:lvl6pPr>
            <a:lvl7pPr algn="ctr">
              <a:defRPr sz="840" b="1">
                <a:solidFill>
                  <a:srgbClr val="000000"/>
                </a:solidFill>
                <a:latin typeface="Times New Roman"/>
                <a:ea typeface="Times New Roman"/>
                <a:cs typeface="Times New Roman"/>
              </a:defRPr>
            </a:lvl7pPr>
            <a:lvl8pPr algn="ctr">
              <a:defRPr sz="840" b="1">
                <a:solidFill>
                  <a:srgbClr val="000000"/>
                </a:solidFill>
                <a:latin typeface="Times New Roman"/>
                <a:ea typeface="Times New Roman"/>
                <a:cs typeface="Times New Roman"/>
              </a:defRPr>
            </a:lvl8pPr>
            <a:lvl9pPr algn="ctr">
              <a:defRPr sz="840" b="1">
                <a:solidFill>
                  <a:srgbClr val="000000"/>
                </a:solidFill>
                <a:latin typeface="Times New Roman"/>
                <a:ea typeface="Times New Roman"/>
                <a:cs typeface="Times New Roman"/>
              </a:defRPr>
            </a:lvl9pPr>
          </a:lstStyle>
          <a:p xmlns:a="http://schemas.openxmlformats.org/drawingml/2006/main">
            <a:pPr algn="ctr">
              <a:defRPr sz="840" b="1">
                <a:solidFill>
                  <a:srgbClr val="000000"/>
                </a:solidFill>
                <a:latin typeface="Times New Roman"/>
                <a:ea typeface="Times New Roman"/>
                <a:cs typeface="Times New Roman"/>
              </a:defRPr>
            </a:pPr>
            <a:r>
              <a:rPr sz="840" b="1">
                <a:solidFill>
                  <a:srgbClr val="000000"/>
                </a:solidFill>
                <a:latin typeface="Times New Roman"/>
                <a:ea typeface="Times New Roman"/>
                <a:cs typeface="Times New Roman"/>
              </a:rPr>
              <a:t>ADMIN PANEL</a:t>
            </a:r>
          </a:p>
          <a:p xmlns:a="http://schemas.openxmlformats.org/drawingml/2006/main">
            <a:pPr algn="ctr">
              <a:defRPr sz="840" b="1">
                <a:solidFill>
                  <a:srgbClr val="000000"/>
                </a:solidFill>
                <a:latin typeface="Times New Roman"/>
                <a:ea typeface="Times New Roman"/>
                <a:cs typeface="Times New Roman"/>
              </a:defRPr>
            </a:pPr>
            <a:r>
              <a:rPr sz="840" b="1">
                <a:solidFill>
                  <a:srgbClr val="000000"/>
                </a:solidFill>
                <a:latin typeface="Times New Roman"/>
                <a:ea typeface="Times New Roman"/>
                <a:cs typeface="Times New Roman"/>
              </a:rPr>
              <a:t>Review job evidence · publication gate · audit records</a:t>
            </a:r>
          </a:p>
        </p:txBody>
      </p:sp>
      <p:sp>
        <p:nvSpPr>
          <p:cNvPr id="94" name="">
            <a:extLst xmlns:a="http://schemas.openxmlformats.org/drawingml/2006/main">
              <a:ext uri="{FF2B5EF4-FFF2-40B4-BE49-F238E27FC236}">
                <a16:creationId xmlns:a16="http://schemas.microsoft.com/office/drawing/2014/main" id="{052BADFE-0C11-443A-8F42-146AC07E570F}"/>
              </a:ext>
            </a:extLst>
          </p:cNvPr>
          <p:cNvSpPr>
            <a:spLocks xmlns:a="http://schemas.openxmlformats.org/drawingml/2006/main" noGrp="1"/>
          </p:cNvSpPr>
          <p:nvPr/>
        </p:nvSpPr>
        <p:spPr>
          <a:xfrm xmlns:a="http://schemas.openxmlformats.org/drawingml/2006/main">
            <a:off x="8324850" y="5372100"/>
            <a:ext cx="3476625" cy="447675"/>
          </a:xfrm>
          <a:prstGeom xmlns:a="http://schemas.openxmlformats.org/drawingml/2006/main" prst="roundRect">
            <a:avLst>
              <a:gd name="adj" fmla="val 17021"/>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840" b="1">
                <a:solidFill>
                  <a:srgbClr val="000000"/>
                </a:solidFill>
                <a:latin typeface="Times New Roman"/>
                <a:ea typeface="Times New Roman"/>
                <a:cs typeface="Times New Roman"/>
              </a:defRPr>
            </a:defPPr>
            <a:lvl1pPr algn="ctr">
              <a:defRPr sz="840" b="1">
                <a:solidFill>
                  <a:srgbClr val="000000"/>
                </a:solidFill>
                <a:latin typeface="Times New Roman"/>
                <a:ea typeface="Times New Roman"/>
                <a:cs typeface="Times New Roman"/>
              </a:defRPr>
            </a:lvl1pPr>
            <a:lvl2pPr algn="ctr">
              <a:defRPr sz="840" b="1">
                <a:solidFill>
                  <a:srgbClr val="000000"/>
                </a:solidFill>
                <a:latin typeface="Times New Roman"/>
                <a:ea typeface="Times New Roman"/>
                <a:cs typeface="Times New Roman"/>
              </a:defRPr>
            </a:lvl2pPr>
            <a:lvl3pPr algn="ctr">
              <a:defRPr sz="840" b="1">
                <a:solidFill>
                  <a:srgbClr val="000000"/>
                </a:solidFill>
                <a:latin typeface="Times New Roman"/>
                <a:ea typeface="Times New Roman"/>
                <a:cs typeface="Times New Roman"/>
              </a:defRPr>
            </a:lvl3pPr>
            <a:lvl4pPr algn="ctr">
              <a:defRPr sz="840" b="1">
                <a:solidFill>
                  <a:srgbClr val="000000"/>
                </a:solidFill>
                <a:latin typeface="Times New Roman"/>
                <a:ea typeface="Times New Roman"/>
                <a:cs typeface="Times New Roman"/>
              </a:defRPr>
            </a:lvl4pPr>
            <a:lvl5pPr algn="ctr">
              <a:defRPr sz="840" b="1">
                <a:solidFill>
                  <a:srgbClr val="000000"/>
                </a:solidFill>
                <a:latin typeface="Times New Roman"/>
                <a:ea typeface="Times New Roman"/>
                <a:cs typeface="Times New Roman"/>
              </a:defRPr>
            </a:lvl5pPr>
            <a:lvl6pPr algn="ctr">
              <a:defRPr sz="840" b="1">
                <a:solidFill>
                  <a:srgbClr val="000000"/>
                </a:solidFill>
                <a:latin typeface="Times New Roman"/>
                <a:ea typeface="Times New Roman"/>
                <a:cs typeface="Times New Roman"/>
              </a:defRPr>
            </a:lvl6pPr>
            <a:lvl7pPr algn="ctr">
              <a:defRPr sz="840" b="1">
                <a:solidFill>
                  <a:srgbClr val="000000"/>
                </a:solidFill>
                <a:latin typeface="Times New Roman"/>
                <a:ea typeface="Times New Roman"/>
                <a:cs typeface="Times New Roman"/>
              </a:defRPr>
            </a:lvl7pPr>
            <a:lvl8pPr algn="ctr">
              <a:defRPr sz="840" b="1">
                <a:solidFill>
                  <a:srgbClr val="000000"/>
                </a:solidFill>
                <a:latin typeface="Times New Roman"/>
                <a:ea typeface="Times New Roman"/>
                <a:cs typeface="Times New Roman"/>
              </a:defRPr>
            </a:lvl8pPr>
            <a:lvl9pPr algn="ctr">
              <a:defRPr sz="840" b="1">
                <a:solidFill>
                  <a:srgbClr val="000000"/>
                </a:solidFill>
                <a:latin typeface="Times New Roman"/>
                <a:ea typeface="Times New Roman"/>
                <a:cs typeface="Times New Roman"/>
              </a:defRPr>
            </a:lvl9pPr>
          </a:lstStyle>
          <a:p xmlns:a="http://schemas.openxmlformats.org/drawingml/2006/main">
            <a:pPr algn="ctr">
              <a:defRPr sz="840" b="1">
                <a:solidFill>
                  <a:srgbClr val="000000"/>
                </a:solidFill>
                <a:latin typeface="Times New Roman"/>
                <a:ea typeface="Times New Roman"/>
                <a:cs typeface="Times New Roman"/>
              </a:defRPr>
            </a:pPr>
            <a:r>
              <a:rPr sz="840" b="1">
                <a:solidFill>
                  <a:srgbClr val="000000"/>
                </a:solidFill>
                <a:latin typeface="Times New Roman"/>
                <a:ea typeface="Times New Roman"/>
                <a:cs typeface="Times New Roman"/>
              </a:rPr>
              <a:t>APPLICATION EVENTS + ANALYTICS</a:t>
            </a:r>
          </a:p>
          <a:p xmlns:a="http://schemas.openxmlformats.org/drawingml/2006/main">
            <a:pPr algn="ctr">
              <a:defRPr sz="840" b="1">
                <a:solidFill>
                  <a:srgbClr val="000000"/>
                </a:solidFill>
                <a:latin typeface="Times New Roman"/>
                <a:ea typeface="Times New Roman"/>
                <a:cs typeface="Times New Roman"/>
              </a:defRPr>
            </a:pPr>
            <a:r>
              <a:rPr sz="840" b="1">
                <a:solidFill>
                  <a:srgbClr val="000000"/>
                </a:solidFill>
                <a:latin typeface="Times New Roman"/>
                <a:ea typeface="Times New Roman"/>
                <a:cs typeface="Times New Roman"/>
              </a:rPr>
              <a:t>Track saved · applied · screening · interview · offer · joined</a:t>
            </a:r>
          </a:p>
        </p:txBody>
      </p:sp>
      <p:sp>
        <p:nvSpPr>
          <p:cNvPr id="96" name="">
            <a:extLst xmlns:a="http://schemas.openxmlformats.org/drawingml/2006/main">
              <a:ext uri="{FF2B5EF4-FFF2-40B4-BE49-F238E27FC236}">
                <a16:creationId xmlns:a16="http://schemas.microsoft.com/office/drawing/2014/main" id="{7B9D37B5-1312-4B44-BE9D-AB26B5F15720}"/>
              </a:ext>
            </a:extLst>
          </p:cNvPr>
          <p:cNvSpPr>
            <a:spLocks xmlns:a="http://schemas.openxmlformats.org/drawingml/2006/main" noGrp="1"/>
          </p:cNvSpPr>
          <p:nvPr/>
        </p:nvSpPr>
        <p:spPr>
          <a:xfrm xmlns:a="http://schemas.openxmlformats.org/drawingml/2006/main">
            <a:off x="457200" y="5895975"/>
            <a:ext cx="11287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88" b="1">
                <a:solidFill>
                  <a:srgbClr val="000000"/>
                </a:solidFill>
                <a:latin typeface="Times New Roman"/>
                <a:ea typeface="Times New Roman"/>
                <a:cs typeface="Times New Roman"/>
              </a:defRPr>
            </a:defPPr>
            <a:lvl1pPr algn="ctr">
              <a:defRPr sz="788" b="1">
                <a:solidFill>
                  <a:srgbClr val="000000"/>
                </a:solidFill>
                <a:latin typeface="Times New Roman"/>
                <a:ea typeface="Times New Roman"/>
                <a:cs typeface="Times New Roman"/>
              </a:defRPr>
            </a:lvl1pPr>
            <a:lvl2pPr algn="ctr">
              <a:defRPr sz="788" b="1">
                <a:solidFill>
                  <a:srgbClr val="000000"/>
                </a:solidFill>
                <a:latin typeface="Times New Roman"/>
                <a:ea typeface="Times New Roman"/>
                <a:cs typeface="Times New Roman"/>
              </a:defRPr>
            </a:lvl2pPr>
            <a:lvl3pPr algn="ctr">
              <a:defRPr sz="788" b="1">
                <a:solidFill>
                  <a:srgbClr val="000000"/>
                </a:solidFill>
                <a:latin typeface="Times New Roman"/>
                <a:ea typeface="Times New Roman"/>
                <a:cs typeface="Times New Roman"/>
              </a:defRPr>
            </a:lvl3pPr>
            <a:lvl4pPr algn="ctr">
              <a:defRPr sz="788" b="1">
                <a:solidFill>
                  <a:srgbClr val="000000"/>
                </a:solidFill>
                <a:latin typeface="Times New Roman"/>
                <a:ea typeface="Times New Roman"/>
                <a:cs typeface="Times New Roman"/>
              </a:defRPr>
            </a:lvl4pPr>
            <a:lvl5pPr algn="ctr">
              <a:defRPr sz="788" b="1">
                <a:solidFill>
                  <a:srgbClr val="000000"/>
                </a:solidFill>
                <a:latin typeface="Times New Roman"/>
                <a:ea typeface="Times New Roman"/>
                <a:cs typeface="Times New Roman"/>
              </a:defRPr>
            </a:lvl5pPr>
            <a:lvl6pPr algn="ctr">
              <a:defRPr sz="788" b="1">
                <a:solidFill>
                  <a:srgbClr val="000000"/>
                </a:solidFill>
                <a:latin typeface="Times New Roman"/>
                <a:ea typeface="Times New Roman"/>
                <a:cs typeface="Times New Roman"/>
              </a:defRPr>
            </a:lvl6pPr>
            <a:lvl7pPr algn="ctr">
              <a:defRPr sz="788" b="1">
                <a:solidFill>
                  <a:srgbClr val="000000"/>
                </a:solidFill>
                <a:latin typeface="Times New Roman"/>
                <a:ea typeface="Times New Roman"/>
                <a:cs typeface="Times New Roman"/>
              </a:defRPr>
            </a:lvl7pPr>
            <a:lvl8pPr algn="ctr">
              <a:defRPr sz="788" b="1">
                <a:solidFill>
                  <a:srgbClr val="000000"/>
                </a:solidFill>
                <a:latin typeface="Times New Roman"/>
                <a:ea typeface="Times New Roman"/>
                <a:cs typeface="Times New Roman"/>
              </a:defRPr>
            </a:lvl8pPr>
            <a:lvl9pPr algn="ctr">
              <a:defRPr sz="788" b="1">
                <a:solidFill>
                  <a:srgbClr val="000000"/>
                </a:solidFill>
                <a:latin typeface="Times New Roman"/>
                <a:ea typeface="Times New Roman"/>
                <a:cs typeface="Times New Roman"/>
              </a:defRPr>
            </a:lvl9pPr>
          </a:lstStyle>
          <a:p xmlns:a="http://schemas.openxmlformats.org/drawingml/2006/main">
            <a:pPr algn="ctr">
              <a:defRPr sz="788" b="1">
                <a:solidFill>
                  <a:srgbClr val="000000"/>
                </a:solidFill>
                <a:latin typeface="Times New Roman"/>
                <a:ea typeface="Times New Roman"/>
                <a:cs typeface="Times New Roman"/>
              </a:defRPr>
            </a:pPr>
            <a:r>
              <a:rPr sz="788" b="1">
                <a:solidFill>
                  <a:srgbClr val="000000"/>
                </a:solidFill>
                <a:latin typeface="Times New Roman"/>
                <a:ea typeface="Times New Roman"/>
                <a:cs typeface="Times New Roman"/>
              </a:rPr>
              <a:t>TECH: React · Vite · TypeScript · Fastify · Python/FastAPI · Scrapy/HTTPX · PostgreSQL · Redis · n8n configured · optional Gemini</a:t>
            </a:r>
          </a:p>
        </p:txBody>
      </p:sp>
      <p:sp>
        <p:nvSpPr>
          <p:cNvPr id="97" name="">
            <a:extLst xmlns:a="http://schemas.openxmlformats.org/drawingml/2006/main">
              <a:ext uri="{FF2B5EF4-FFF2-40B4-BE49-F238E27FC236}">
                <a16:creationId xmlns:a16="http://schemas.microsoft.com/office/drawing/2014/main" id="{0802A2E6-33F3-4736-B885-E1496CC34DEF}"/>
              </a:ext>
            </a:extLst>
          </p:cNvPr>
          <p:cNvSpPr>
            <a:spLocks xmlns:a="http://schemas.openxmlformats.org/drawingml/2006/main" noGrp="1"/>
          </p:cNvSpPr>
          <p:nvPr/>
        </p:nvSpPr>
        <p:spPr>
          <a:xfrm xmlns:a="http://schemas.openxmlformats.org/drawingml/2006/main">
            <a:off x="457200" y="6096000"/>
            <a:ext cx="11287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13" b="0">
                <a:solidFill>
                  <a:srgbClr val="666666"/>
                </a:solidFill>
                <a:latin typeface="Times New Roman"/>
                <a:ea typeface="Times New Roman"/>
                <a:cs typeface="Times New Roman"/>
              </a:defRPr>
            </a:defPPr>
            <a:lvl1pPr algn="ctr">
              <a:defRPr sz="713" b="0">
                <a:solidFill>
                  <a:srgbClr val="666666"/>
                </a:solidFill>
                <a:latin typeface="Times New Roman"/>
                <a:ea typeface="Times New Roman"/>
                <a:cs typeface="Times New Roman"/>
              </a:defRPr>
            </a:lvl1pPr>
            <a:lvl2pPr algn="ctr">
              <a:defRPr sz="713" b="0">
                <a:solidFill>
                  <a:srgbClr val="666666"/>
                </a:solidFill>
                <a:latin typeface="Times New Roman"/>
                <a:ea typeface="Times New Roman"/>
                <a:cs typeface="Times New Roman"/>
              </a:defRPr>
            </a:lvl2pPr>
            <a:lvl3pPr algn="ctr">
              <a:defRPr sz="713" b="0">
                <a:solidFill>
                  <a:srgbClr val="666666"/>
                </a:solidFill>
                <a:latin typeface="Times New Roman"/>
                <a:ea typeface="Times New Roman"/>
                <a:cs typeface="Times New Roman"/>
              </a:defRPr>
            </a:lvl3pPr>
            <a:lvl4pPr algn="ctr">
              <a:defRPr sz="713" b="0">
                <a:solidFill>
                  <a:srgbClr val="666666"/>
                </a:solidFill>
                <a:latin typeface="Times New Roman"/>
                <a:ea typeface="Times New Roman"/>
                <a:cs typeface="Times New Roman"/>
              </a:defRPr>
            </a:lvl4pPr>
            <a:lvl5pPr algn="ctr">
              <a:defRPr sz="713" b="0">
                <a:solidFill>
                  <a:srgbClr val="666666"/>
                </a:solidFill>
                <a:latin typeface="Times New Roman"/>
                <a:ea typeface="Times New Roman"/>
                <a:cs typeface="Times New Roman"/>
              </a:defRPr>
            </a:lvl5pPr>
            <a:lvl6pPr algn="ctr">
              <a:defRPr sz="713" b="0">
                <a:solidFill>
                  <a:srgbClr val="666666"/>
                </a:solidFill>
                <a:latin typeface="Times New Roman"/>
                <a:ea typeface="Times New Roman"/>
                <a:cs typeface="Times New Roman"/>
              </a:defRPr>
            </a:lvl6pPr>
            <a:lvl7pPr algn="ctr">
              <a:defRPr sz="713" b="0">
                <a:solidFill>
                  <a:srgbClr val="666666"/>
                </a:solidFill>
                <a:latin typeface="Times New Roman"/>
                <a:ea typeface="Times New Roman"/>
                <a:cs typeface="Times New Roman"/>
              </a:defRPr>
            </a:lvl7pPr>
            <a:lvl8pPr algn="ctr">
              <a:defRPr sz="713" b="0">
                <a:solidFill>
                  <a:srgbClr val="666666"/>
                </a:solidFill>
                <a:latin typeface="Times New Roman"/>
                <a:ea typeface="Times New Roman"/>
                <a:cs typeface="Times New Roman"/>
              </a:defRPr>
            </a:lvl8pPr>
            <a:lvl9pPr algn="ctr">
              <a:defRPr sz="713" b="0">
                <a:solidFill>
                  <a:srgbClr val="666666"/>
                </a:solidFill>
                <a:latin typeface="Times New Roman"/>
                <a:ea typeface="Times New Roman"/>
                <a:cs typeface="Times New Roman"/>
              </a:defRPr>
            </a:lvl9pPr>
          </a:lstStyle>
          <a:p xmlns:a="http://schemas.openxmlformats.org/drawingml/2006/main">
            <a:pPr algn="ctr">
              <a:defRPr sz="713" b="0">
                <a:solidFill>
                  <a:srgbClr val="666666"/>
                </a:solidFill>
                <a:latin typeface="Times New Roman"/>
                <a:ea typeface="Times New Roman"/>
                <a:cs typeface="Times New Roman"/>
              </a:defRPr>
            </a:pPr>
            <a:r>
              <a:rPr sz="713" b="0">
                <a:solidFill>
                  <a:srgbClr val="666666"/>
                </a:solidFill>
                <a:latin typeface="Times New Roman"/>
                <a:ea typeface="Times New Roman"/>
                <a:cs typeface="Times New Roman"/>
              </a:rPr>
              <a:t>Data flow → solid arrows   ·   Public HR details are optional and source-backed   ·   n8n workflow is not tracked   ·   Apply stays manual</a:t>
            </a:r>
          </a:p>
        </p:txBody>
      </p:sp>
    </p:spTree>
    <p:extLst>
      <p:ext uri="{BB962C8B-B14F-4D97-AF65-F5344CB8AC3E}">
        <p14:creationId xmlns:p14="http://schemas.microsoft.com/office/powerpoint/2010/main" val="20487677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7" name="">
            <a:extLst xmlns:a="http://schemas.openxmlformats.org/drawingml/2006/main">
              <a:ext uri="{FF2B5EF4-FFF2-40B4-BE49-F238E27FC236}">
                <a16:creationId xmlns:a16="http://schemas.microsoft.com/office/drawing/2014/main" id="{4569E37F-7131-4345-A6AD-35377F595C2A}"/>
              </a:ext>
            </a:extLst>
          </p:cNvPr>
          <p:cNvCxnSpPr>
            <a:stCxn xmlns:a="http://schemas.openxmlformats.org/drawingml/2006/main" id="344" idx="3"/>
            <a:endCxn xmlns:a="http://schemas.openxmlformats.org/drawingml/2006/main" id="345" idx="1"/>
          </p:cNvCxnSpPr>
          <p:nvPr/>
        </p:nvCxnSpPr>
        <p:spPr>
          <a:xfrm xmlns:a="http://schemas.openxmlformats.org/drawingml/2006/main">
            <a:off x="5143500" y="5448300"/>
            <a:ext cx="38100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46" name="">
            <a:extLst xmlns:a="http://schemas.openxmlformats.org/drawingml/2006/main">
              <a:ext uri="{FF2B5EF4-FFF2-40B4-BE49-F238E27FC236}">
                <a16:creationId xmlns:a16="http://schemas.microsoft.com/office/drawing/2014/main" id="{A8CD9B5C-69DD-4978-BB62-96A1768F47A1}"/>
              </a:ext>
            </a:extLst>
          </p:cNvPr>
          <p:cNvCxnSpPr>
            <a:stCxn xmlns:a="http://schemas.openxmlformats.org/drawingml/2006/main" id="343" idx="3"/>
            <a:endCxn xmlns:a="http://schemas.openxmlformats.org/drawingml/2006/main" id="345" idx="1"/>
          </p:cNvCxnSpPr>
          <p:nvPr/>
        </p:nvCxnSpPr>
        <p:spPr>
          <a:xfrm xmlns:a="http://schemas.openxmlformats.org/drawingml/2006/main">
            <a:off x="2762250" y="5448300"/>
            <a:ext cx="27622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09" name="">
            <a:extLst xmlns:a="http://schemas.openxmlformats.org/drawingml/2006/main">
              <a:ext uri="{FF2B5EF4-FFF2-40B4-BE49-F238E27FC236}">
                <a16:creationId xmlns:a16="http://schemas.microsoft.com/office/drawing/2014/main" id="{6EDAC46E-5A23-42E9-BBFC-D5A270FC23B2}"/>
              </a:ext>
            </a:extLst>
          </p:cNvPr>
          <p:cNvCxnSpPr>
            <a:stCxn xmlns:a="http://schemas.openxmlformats.org/drawingml/2006/main" id="54" idx="6"/>
            <a:endCxn xmlns:a="http://schemas.openxmlformats.org/drawingml/2006/main" id="55" idx="2"/>
          </p:cNvCxnSpPr>
          <p:nvPr/>
        </p:nvCxnSpPr>
        <p:spPr>
          <a:xfrm xmlns:a="http://schemas.openxmlformats.org/drawingml/2006/main" flipV="1">
            <a:off x="5086350" y="3114675"/>
            <a:ext cx="1581150" cy="1266825"/>
          </a:xfrm>
          <a:prstGeom xmlns:a="http://schemas.openxmlformats.org/drawingml/2006/main" prst="straightConnector1">
            <a:avLst/>
          </a:prstGeom>
          <a:ln xmlns:a="http://schemas.openxmlformats.org/drawingml/2006/main" w="5239">
            <a:solidFill>
              <a:srgbClr val="C5CED8"/>
            </a:solidFill>
            <a:prstDash val="solid"/>
          </a:ln>
        </p:spPr>
      </p:cxnSp>
      <p:cxnSp>
        <p:nvCxnSpPr>
          <p:cNvPr id="308" name="">
            <a:extLst xmlns:a="http://schemas.openxmlformats.org/drawingml/2006/main">
              <a:ext uri="{FF2B5EF4-FFF2-40B4-BE49-F238E27FC236}">
                <a16:creationId xmlns:a16="http://schemas.microsoft.com/office/drawing/2014/main" id="{9A83200C-CCDB-4173-9FCB-50CF842C5E35}"/>
              </a:ext>
            </a:extLst>
          </p:cNvPr>
          <p:cNvCxnSpPr>
            <a:stCxn xmlns:a="http://schemas.openxmlformats.org/drawingml/2006/main" id="53" idx="6"/>
            <a:endCxn xmlns:a="http://schemas.openxmlformats.org/drawingml/2006/main" id="55" idx="2"/>
          </p:cNvCxnSpPr>
          <p:nvPr/>
        </p:nvCxnSpPr>
        <p:spPr>
          <a:xfrm xmlns:a="http://schemas.openxmlformats.org/drawingml/2006/main" flipV="1">
            <a:off x="5086350" y="3114675"/>
            <a:ext cx="1581150" cy="904875"/>
          </a:xfrm>
          <a:prstGeom xmlns:a="http://schemas.openxmlformats.org/drawingml/2006/main" prst="straightConnector1">
            <a:avLst/>
          </a:prstGeom>
          <a:ln xmlns:a="http://schemas.openxmlformats.org/drawingml/2006/main" w="5239">
            <a:solidFill>
              <a:srgbClr val="C5CED8"/>
            </a:solidFill>
            <a:prstDash val="solid"/>
          </a:ln>
        </p:spPr>
      </p:cxnSp>
      <p:cxnSp>
        <p:nvCxnSpPr>
          <p:cNvPr id="307" name="">
            <a:extLst xmlns:a="http://schemas.openxmlformats.org/drawingml/2006/main">
              <a:ext uri="{FF2B5EF4-FFF2-40B4-BE49-F238E27FC236}">
                <a16:creationId xmlns:a16="http://schemas.microsoft.com/office/drawing/2014/main" id="{7406389C-92C4-4B30-A2AF-5878B601E208}"/>
              </a:ext>
            </a:extLst>
          </p:cNvPr>
          <p:cNvCxnSpPr>
            <a:stCxn xmlns:a="http://schemas.openxmlformats.org/drawingml/2006/main" id="52" idx="6"/>
            <a:endCxn xmlns:a="http://schemas.openxmlformats.org/drawingml/2006/main" id="55" idx="2"/>
          </p:cNvCxnSpPr>
          <p:nvPr/>
        </p:nvCxnSpPr>
        <p:spPr>
          <a:xfrm xmlns:a="http://schemas.openxmlformats.org/drawingml/2006/main" flipV="1">
            <a:off x="5086350" y="3114675"/>
            <a:ext cx="1581150" cy="542925"/>
          </a:xfrm>
          <a:prstGeom xmlns:a="http://schemas.openxmlformats.org/drawingml/2006/main" prst="straightConnector1">
            <a:avLst/>
          </a:prstGeom>
          <a:ln xmlns:a="http://schemas.openxmlformats.org/drawingml/2006/main" w="5239">
            <a:solidFill>
              <a:srgbClr val="C5CED8"/>
            </a:solidFill>
            <a:prstDash val="solid"/>
          </a:ln>
        </p:spPr>
      </p:cxnSp>
      <p:cxnSp>
        <p:nvCxnSpPr>
          <p:cNvPr id="306" name="">
            <a:extLst xmlns:a="http://schemas.openxmlformats.org/drawingml/2006/main">
              <a:ext uri="{FF2B5EF4-FFF2-40B4-BE49-F238E27FC236}">
                <a16:creationId xmlns:a16="http://schemas.microsoft.com/office/drawing/2014/main" id="{62BD3C60-DA3A-40B1-8D73-4DF08DD62454}"/>
              </a:ext>
            </a:extLst>
          </p:cNvPr>
          <p:cNvCxnSpPr>
            <a:stCxn xmlns:a="http://schemas.openxmlformats.org/drawingml/2006/main" id="51" idx="6"/>
            <a:endCxn xmlns:a="http://schemas.openxmlformats.org/drawingml/2006/main" id="55" idx="2"/>
          </p:cNvCxnSpPr>
          <p:nvPr/>
        </p:nvCxnSpPr>
        <p:spPr>
          <a:xfrm xmlns:a="http://schemas.openxmlformats.org/drawingml/2006/main" flipV="1">
            <a:off x="5086350" y="3114675"/>
            <a:ext cx="1581150" cy="180975"/>
          </a:xfrm>
          <a:prstGeom xmlns:a="http://schemas.openxmlformats.org/drawingml/2006/main" prst="straightConnector1">
            <a:avLst/>
          </a:prstGeom>
          <a:ln xmlns:a="http://schemas.openxmlformats.org/drawingml/2006/main" w="5239">
            <a:solidFill>
              <a:srgbClr val="C5CED8"/>
            </a:solidFill>
            <a:prstDash val="solid"/>
          </a:ln>
        </p:spPr>
      </p:cxnSp>
      <p:cxnSp>
        <p:nvCxnSpPr>
          <p:cNvPr id="305" name="">
            <a:extLst xmlns:a="http://schemas.openxmlformats.org/drawingml/2006/main">
              <a:ext uri="{FF2B5EF4-FFF2-40B4-BE49-F238E27FC236}">
                <a16:creationId xmlns:a16="http://schemas.microsoft.com/office/drawing/2014/main" id="{97813063-B8F5-44CA-A47D-64C5CE0E163F}"/>
              </a:ext>
            </a:extLst>
          </p:cNvPr>
          <p:cNvCxnSpPr>
            <a:stCxn xmlns:a="http://schemas.openxmlformats.org/drawingml/2006/main" id="50" idx="6"/>
            <a:endCxn xmlns:a="http://schemas.openxmlformats.org/drawingml/2006/main" id="55" idx="2"/>
          </p:cNvCxnSpPr>
          <p:nvPr/>
        </p:nvCxnSpPr>
        <p:spPr>
          <a:xfrm xmlns:a="http://schemas.openxmlformats.org/drawingml/2006/main">
            <a:off x="5086350" y="2933700"/>
            <a:ext cx="1581150" cy="180975"/>
          </a:xfrm>
          <a:prstGeom xmlns:a="http://schemas.openxmlformats.org/drawingml/2006/main" prst="straightConnector1">
            <a:avLst/>
          </a:prstGeom>
          <a:ln xmlns:a="http://schemas.openxmlformats.org/drawingml/2006/main" w="5239">
            <a:solidFill>
              <a:srgbClr val="C5CED8"/>
            </a:solidFill>
            <a:prstDash val="solid"/>
          </a:ln>
        </p:spPr>
      </p:cxnSp>
      <p:cxnSp>
        <p:nvCxnSpPr>
          <p:cNvPr id="304" name="">
            <a:extLst xmlns:a="http://schemas.openxmlformats.org/drawingml/2006/main">
              <a:ext uri="{FF2B5EF4-FFF2-40B4-BE49-F238E27FC236}">
                <a16:creationId xmlns:a16="http://schemas.microsoft.com/office/drawing/2014/main" id="{302C7AED-F648-45C3-94B3-D95A6E71E97D}"/>
              </a:ext>
            </a:extLst>
          </p:cNvPr>
          <p:cNvCxnSpPr>
            <a:stCxn xmlns:a="http://schemas.openxmlformats.org/drawingml/2006/main" id="49" idx="6"/>
            <a:endCxn xmlns:a="http://schemas.openxmlformats.org/drawingml/2006/main" id="55" idx="2"/>
          </p:cNvCxnSpPr>
          <p:nvPr/>
        </p:nvCxnSpPr>
        <p:spPr>
          <a:xfrm xmlns:a="http://schemas.openxmlformats.org/drawingml/2006/main">
            <a:off x="5086350" y="2571750"/>
            <a:ext cx="1581150" cy="542925"/>
          </a:xfrm>
          <a:prstGeom xmlns:a="http://schemas.openxmlformats.org/drawingml/2006/main" prst="straightConnector1">
            <a:avLst/>
          </a:prstGeom>
          <a:ln xmlns:a="http://schemas.openxmlformats.org/drawingml/2006/main" w="5239">
            <a:solidFill>
              <a:srgbClr val="C5CED8"/>
            </a:solidFill>
            <a:prstDash val="solid"/>
          </a:ln>
        </p:spPr>
      </p:cxnSp>
      <p:cxnSp>
        <p:nvCxnSpPr>
          <p:cNvPr id="303" name="">
            <a:extLst xmlns:a="http://schemas.openxmlformats.org/drawingml/2006/main">
              <a:ext uri="{FF2B5EF4-FFF2-40B4-BE49-F238E27FC236}">
                <a16:creationId xmlns:a16="http://schemas.microsoft.com/office/drawing/2014/main" id="{BC84D566-0087-49AC-81CC-B8E18684BD8E}"/>
              </a:ext>
            </a:extLst>
          </p:cNvPr>
          <p:cNvCxnSpPr>
            <a:stCxn xmlns:a="http://schemas.openxmlformats.org/drawingml/2006/main" id="48" idx="6"/>
            <a:endCxn xmlns:a="http://schemas.openxmlformats.org/drawingml/2006/main" id="55" idx="2"/>
          </p:cNvCxnSpPr>
          <p:nvPr/>
        </p:nvCxnSpPr>
        <p:spPr>
          <a:xfrm xmlns:a="http://schemas.openxmlformats.org/drawingml/2006/main">
            <a:off x="5086350" y="2209800"/>
            <a:ext cx="1581150" cy="904875"/>
          </a:xfrm>
          <a:prstGeom xmlns:a="http://schemas.openxmlformats.org/drawingml/2006/main" prst="straightConnector1">
            <a:avLst/>
          </a:prstGeom>
          <a:ln xmlns:a="http://schemas.openxmlformats.org/drawingml/2006/main" w="5239">
            <a:solidFill>
              <a:srgbClr val="C5CED8"/>
            </a:solidFill>
            <a:prstDash val="solid"/>
          </a:ln>
        </p:spPr>
      </p:cxnSp>
      <p:cxnSp>
        <p:nvCxnSpPr>
          <p:cNvPr id="302" name="">
            <a:extLst xmlns:a="http://schemas.openxmlformats.org/drawingml/2006/main">
              <a:ext uri="{FF2B5EF4-FFF2-40B4-BE49-F238E27FC236}">
                <a16:creationId xmlns:a16="http://schemas.microsoft.com/office/drawing/2014/main" id="{BB3BA04E-3EFF-4DD0-A73A-9BC032C61D2C}"/>
              </a:ext>
            </a:extLst>
          </p:cNvPr>
          <p:cNvCxnSpPr>
            <a:stCxn xmlns:a="http://schemas.openxmlformats.org/drawingml/2006/main" id="47" idx="6"/>
            <a:endCxn xmlns:a="http://schemas.openxmlformats.org/drawingml/2006/main" id="55" idx="2"/>
          </p:cNvCxnSpPr>
          <p:nvPr/>
        </p:nvCxnSpPr>
        <p:spPr>
          <a:xfrm xmlns:a="http://schemas.openxmlformats.org/drawingml/2006/main">
            <a:off x="5086350" y="1847850"/>
            <a:ext cx="1581150" cy="1266825"/>
          </a:xfrm>
          <a:prstGeom xmlns:a="http://schemas.openxmlformats.org/drawingml/2006/main" prst="straightConnector1">
            <a:avLst/>
          </a:prstGeom>
          <a:ln xmlns:a="http://schemas.openxmlformats.org/drawingml/2006/main" w="5239">
            <a:solidFill>
              <a:srgbClr val="C5CED8"/>
            </a:solidFill>
            <a:prstDash val="solid"/>
          </a:ln>
        </p:spPr>
      </p:cxnSp>
      <p:cxnSp>
        <p:nvCxnSpPr>
          <p:cNvPr id="301" name="">
            <a:extLst xmlns:a="http://schemas.openxmlformats.org/drawingml/2006/main">
              <a:ext uri="{FF2B5EF4-FFF2-40B4-BE49-F238E27FC236}">
                <a16:creationId xmlns:a16="http://schemas.microsoft.com/office/drawing/2014/main" id="{E2775FA5-9E26-4515-ACE0-7BDE2D3E13E7}"/>
              </a:ext>
            </a:extLst>
          </p:cNvPr>
          <p:cNvCxnSpPr>
            <a:stCxn xmlns:a="http://schemas.openxmlformats.org/drawingml/2006/main" id="46" idx="6"/>
            <a:endCxn xmlns:a="http://schemas.openxmlformats.org/drawingml/2006/main" id="54" idx="2"/>
          </p:cNvCxnSpPr>
          <p:nvPr/>
        </p:nvCxnSpPr>
        <p:spPr>
          <a:xfrm xmlns:a="http://schemas.openxmlformats.org/drawingml/2006/main" flipV="1">
            <a:off x="3324225" y="4381500"/>
            <a:ext cx="1628775" cy="95250"/>
          </a:xfrm>
          <a:prstGeom xmlns:a="http://schemas.openxmlformats.org/drawingml/2006/main" prst="straightConnector1">
            <a:avLst/>
          </a:prstGeom>
          <a:ln xmlns:a="http://schemas.openxmlformats.org/drawingml/2006/main" w="5239">
            <a:solidFill>
              <a:srgbClr val="C5CED8"/>
            </a:solidFill>
            <a:prstDash val="solid"/>
          </a:ln>
        </p:spPr>
      </p:cxnSp>
      <p:cxnSp>
        <p:nvCxnSpPr>
          <p:cNvPr id="300" name="">
            <a:extLst xmlns:a="http://schemas.openxmlformats.org/drawingml/2006/main">
              <a:ext uri="{FF2B5EF4-FFF2-40B4-BE49-F238E27FC236}">
                <a16:creationId xmlns:a16="http://schemas.microsoft.com/office/drawing/2014/main" id="{CA25AA17-B24E-4028-B819-22E8E5E3DB31}"/>
              </a:ext>
            </a:extLst>
          </p:cNvPr>
          <p:cNvCxnSpPr>
            <a:stCxn xmlns:a="http://schemas.openxmlformats.org/drawingml/2006/main" id="46" idx="6"/>
            <a:endCxn xmlns:a="http://schemas.openxmlformats.org/drawingml/2006/main" id="53" idx="2"/>
          </p:cNvCxnSpPr>
          <p:nvPr/>
        </p:nvCxnSpPr>
        <p:spPr>
          <a:xfrm xmlns:a="http://schemas.openxmlformats.org/drawingml/2006/main" flipV="1">
            <a:off x="3324225" y="4019550"/>
            <a:ext cx="1628775" cy="457200"/>
          </a:xfrm>
          <a:prstGeom xmlns:a="http://schemas.openxmlformats.org/drawingml/2006/main" prst="straightConnector1">
            <a:avLst/>
          </a:prstGeom>
          <a:ln xmlns:a="http://schemas.openxmlformats.org/drawingml/2006/main" w="5239">
            <a:solidFill>
              <a:srgbClr val="C5CED8"/>
            </a:solidFill>
            <a:prstDash val="solid"/>
          </a:ln>
        </p:spPr>
      </p:cxnSp>
      <p:cxnSp>
        <p:nvCxnSpPr>
          <p:cNvPr id="299" name="">
            <a:extLst xmlns:a="http://schemas.openxmlformats.org/drawingml/2006/main">
              <a:ext uri="{FF2B5EF4-FFF2-40B4-BE49-F238E27FC236}">
                <a16:creationId xmlns:a16="http://schemas.microsoft.com/office/drawing/2014/main" id="{0DE02E76-272B-42AB-B715-4226A3794A68}"/>
              </a:ext>
            </a:extLst>
          </p:cNvPr>
          <p:cNvCxnSpPr>
            <a:stCxn xmlns:a="http://schemas.openxmlformats.org/drawingml/2006/main" id="46" idx="6"/>
            <a:endCxn xmlns:a="http://schemas.openxmlformats.org/drawingml/2006/main" id="52" idx="2"/>
          </p:cNvCxnSpPr>
          <p:nvPr/>
        </p:nvCxnSpPr>
        <p:spPr>
          <a:xfrm xmlns:a="http://schemas.openxmlformats.org/drawingml/2006/main" flipV="1">
            <a:off x="3324225" y="3657600"/>
            <a:ext cx="1628775" cy="819150"/>
          </a:xfrm>
          <a:prstGeom xmlns:a="http://schemas.openxmlformats.org/drawingml/2006/main" prst="straightConnector1">
            <a:avLst/>
          </a:prstGeom>
          <a:ln xmlns:a="http://schemas.openxmlformats.org/drawingml/2006/main" w="5239">
            <a:solidFill>
              <a:srgbClr val="C5CED8"/>
            </a:solidFill>
            <a:prstDash val="solid"/>
          </a:ln>
        </p:spPr>
      </p:cxnSp>
      <p:cxnSp>
        <p:nvCxnSpPr>
          <p:cNvPr id="298" name="">
            <a:extLst xmlns:a="http://schemas.openxmlformats.org/drawingml/2006/main">
              <a:ext uri="{FF2B5EF4-FFF2-40B4-BE49-F238E27FC236}">
                <a16:creationId xmlns:a16="http://schemas.microsoft.com/office/drawing/2014/main" id="{0D7D99F5-E778-45F5-A1CE-0638BE44E204}"/>
              </a:ext>
            </a:extLst>
          </p:cNvPr>
          <p:cNvCxnSpPr>
            <a:stCxn xmlns:a="http://schemas.openxmlformats.org/drawingml/2006/main" id="46" idx="6"/>
            <a:endCxn xmlns:a="http://schemas.openxmlformats.org/drawingml/2006/main" id="51" idx="2"/>
          </p:cNvCxnSpPr>
          <p:nvPr/>
        </p:nvCxnSpPr>
        <p:spPr>
          <a:xfrm xmlns:a="http://schemas.openxmlformats.org/drawingml/2006/main" flipV="1">
            <a:off x="3324225" y="3295650"/>
            <a:ext cx="1628775" cy="1181100"/>
          </a:xfrm>
          <a:prstGeom xmlns:a="http://schemas.openxmlformats.org/drawingml/2006/main" prst="straightConnector1">
            <a:avLst/>
          </a:prstGeom>
          <a:ln xmlns:a="http://schemas.openxmlformats.org/drawingml/2006/main" w="5239">
            <a:solidFill>
              <a:srgbClr val="C5CED8"/>
            </a:solidFill>
            <a:prstDash val="solid"/>
          </a:ln>
        </p:spPr>
      </p:cxnSp>
      <p:cxnSp>
        <p:nvCxnSpPr>
          <p:cNvPr id="297" name="">
            <a:extLst xmlns:a="http://schemas.openxmlformats.org/drawingml/2006/main">
              <a:ext uri="{FF2B5EF4-FFF2-40B4-BE49-F238E27FC236}">
                <a16:creationId xmlns:a16="http://schemas.microsoft.com/office/drawing/2014/main" id="{40CBB968-8D0F-49D5-A49B-C7A3911CC520}"/>
              </a:ext>
            </a:extLst>
          </p:cNvPr>
          <p:cNvCxnSpPr>
            <a:stCxn xmlns:a="http://schemas.openxmlformats.org/drawingml/2006/main" id="46" idx="6"/>
            <a:endCxn xmlns:a="http://schemas.openxmlformats.org/drawingml/2006/main" id="50" idx="2"/>
          </p:cNvCxnSpPr>
          <p:nvPr/>
        </p:nvCxnSpPr>
        <p:spPr>
          <a:xfrm xmlns:a="http://schemas.openxmlformats.org/drawingml/2006/main" flipV="1">
            <a:off x="3324225" y="2933700"/>
            <a:ext cx="1628775" cy="1543050"/>
          </a:xfrm>
          <a:prstGeom xmlns:a="http://schemas.openxmlformats.org/drawingml/2006/main" prst="straightConnector1">
            <a:avLst/>
          </a:prstGeom>
          <a:ln xmlns:a="http://schemas.openxmlformats.org/drawingml/2006/main" w="5239">
            <a:solidFill>
              <a:srgbClr val="C5CED8"/>
            </a:solidFill>
            <a:prstDash val="solid"/>
          </a:ln>
        </p:spPr>
      </p:cxnSp>
      <p:cxnSp>
        <p:nvCxnSpPr>
          <p:cNvPr id="296" name="">
            <a:extLst xmlns:a="http://schemas.openxmlformats.org/drawingml/2006/main">
              <a:ext uri="{FF2B5EF4-FFF2-40B4-BE49-F238E27FC236}">
                <a16:creationId xmlns:a16="http://schemas.microsoft.com/office/drawing/2014/main" id="{DF36AF8F-3EFA-4847-B37F-04A885F9E5A5}"/>
              </a:ext>
            </a:extLst>
          </p:cNvPr>
          <p:cNvCxnSpPr>
            <a:stCxn xmlns:a="http://schemas.openxmlformats.org/drawingml/2006/main" id="46" idx="6"/>
            <a:endCxn xmlns:a="http://schemas.openxmlformats.org/drawingml/2006/main" id="49" idx="2"/>
          </p:cNvCxnSpPr>
          <p:nvPr/>
        </p:nvCxnSpPr>
        <p:spPr>
          <a:xfrm xmlns:a="http://schemas.openxmlformats.org/drawingml/2006/main" flipV="1">
            <a:off x="3324225" y="2571750"/>
            <a:ext cx="1628775" cy="1905000"/>
          </a:xfrm>
          <a:prstGeom xmlns:a="http://schemas.openxmlformats.org/drawingml/2006/main" prst="straightConnector1">
            <a:avLst/>
          </a:prstGeom>
          <a:ln xmlns:a="http://schemas.openxmlformats.org/drawingml/2006/main" w="5239">
            <a:solidFill>
              <a:srgbClr val="C5CED8"/>
            </a:solidFill>
            <a:prstDash val="solid"/>
          </a:ln>
        </p:spPr>
      </p:cxnSp>
      <p:cxnSp>
        <p:nvCxnSpPr>
          <p:cNvPr id="295" name="">
            <a:extLst xmlns:a="http://schemas.openxmlformats.org/drawingml/2006/main">
              <a:ext uri="{FF2B5EF4-FFF2-40B4-BE49-F238E27FC236}">
                <a16:creationId xmlns:a16="http://schemas.microsoft.com/office/drawing/2014/main" id="{87FFCD63-C0A8-43C3-B2A7-8E7986DD88AD}"/>
              </a:ext>
            </a:extLst>
          </p:cNvPr>
          <p:cNvCxnSpPr>
            <a:stCxn xmlns:a="http://schemas.openxmlformats.org/drawingml/2006/main" id="46" idx="6"/>
            <a:endCxn xmlns:a="http://schemas.openxmlformats.org/drawingml/2006/main" id="48" idx="2"/>
          </p:cNvCxnSpPr>
          <p:nvPr/>
        </p:nvCxnSpPr>
        <p:spPr>
          <a:xfrm xmlns:a="http://schemas.openxmlformats.org/drawingml/2006/main" flipV="1">
            <a:off x="3324225" y="2209800"/>
            <a:ext cx="1628775" cy="2266950"/>
          </a:xfrm>
          <a:prstGeom xmlns:a="http://schemas.openxmlformats.org/drawingml/2006/main" prst="straightConnector1">
            <a:avLst/>
          </a:prstGeom>
          <a:ln xmlns:a="http://schemas.openxmlformats.org/drawingml/2006/main" w="5239">
            <a:solidFill>
              <a:srgbClr val="C5CED8"/>
            </a:solidFill>
            <a:prstDash val="solid"/>
          </a:ln>
        </p:spPr>
      </p:cxnSp>
      <p:cxnSp>
        <p:nvCxnSpPr>
          <p:cNvPr id="294" name="">
            <a:extLst xmlns:a="http://schemas.openxmlformats.org/drawingml/2006/main">
              <a:ext uri="{FF2B5EF4-FFF2-40B4-BE49-F238E27FC236}">
                <a16:creationId xmlns:a16="http://schemas.microsoft.com/office/drawing/2014/main" id="{2AA5A0BD-3074-4633-A083-5A192CB19411}"/>
              </a:ext>
            </a:extLst>
          </p:cNvPr>
          <p:cNvCxnSpPr>
            <a:stCxn xmlns:a="http://schemas.openxmlformats.org/drawingml/2006/main" id="46" idx="6"/>
            <a:endCxn xmlns:a="http://schemas.openxmlformats.org/drawingml/2006/main" id="47" idx="2"/>
          </p:cNvCxnSpPr>
          <p:nvPr/>
        </p:nvCxnSpPr>
        <p:spPr>
          <a:xfrm xmlns:a="http://schemas.openxmlformats.org/drawingml/2006/main" flipV="1">
            <a:off x="3324225" y="1847850"/>
            <a:ext cx="1628775" cy="2628900"/>
          </a:xfrm>
          <a:prstGeom xmlns:a="http://schemas.openxmlformats.org/drawingml/2006/main" prst="straightConnector1">
            <a:avLst/>
          </a:prstGeom>
          <a:ln xmlns:a="http://schemas.openxmlformats.org/drawingml/2006/main" w="5239">
            <a:solidFill>
              <a:srgbClr val="C5CED8"/>
            </a:solidFill>
            <a:prstDash val="solid"/>
          </a:ln>
        </p:spPr>
      </p:cxnSp>
      <p:cxnSp>
        <p:nvCxnSpPr>
          <p:cNvPr id="293" name="">
            <a:extLst xmlns:a="http://schemas.openxmlformats.org/drawingml/2006/main">
              <a:ext uri="{FF2B5EF4-FFF2-40B4-BE49-F238E27FC236}">
                <a16:creationId xmlns:a16="http://schemas.microsoft.com/office/drawing/2014/main" id="{AC0CB354-E926-4A0A-A26D-35DE00968ABB}"/>
              </a:ext>
            </a:extLst>
          </p:cNvPr>
          <p:cNvCxnSpPr>
            <a:stCxn xmlns:a="http://schemas.openxmlformats.org/drawingml/2006/main" id="45" idx="6"/>
            <a:endCxn xmlns:a="http://schemas.openxmlformats.org/drawingml/2006/main" id="54" idx="2"/>
          </p:cNvCxnSpPr>
          <p:nvPr/>
        </p:nvCxnSpPr>
        <p:spPr>
          <a:xfrm xmlns:a="http://schemas.openxmlformats.org/drawingml/2006/main">
            <a:off x="3324225" y="4267200"/>
            <a:ext cx="1628775" cy="114300"/>
          </a:xfrm>
          <a:prstGeom xmlns:a="http://schemas.openxmlformats.org/drawingml/2006/main" prst="straightConnector1">
            <a:avLst/>
          </a:prstGeom>
          <a:ln xmlns:a="http://schemas.openxmlformats.org/drawingml/2006/main" w="5239">
            <a:solidFill>
              <a:srgbClr val="C5CED8"/>
            </a:solidFill>
            <a:prstDash val="solid"/>
          </a:ln>
        </p:spPr>
      </p:cxnSp>
      <p:cxnSp>
        <p:nvCxnSpPr>
          <p:cNvPr id="292" name="">
            <a:extLst xmlns:a="http://schemas.openxmlformats.org/drawingml/2006/main">
              <a:ext uri="{FF2B5EF4-FFF2-40B4-BE49-F238E27FC236}">
                <a16:creationId xmlns:a16="http://schemas.microsoft.com/office/drawing/2014/main" id="{3D443F08-4E58-4E2C-8359-C247B4CD44F1}"/>
              </a:ext>
            </a:extLst>
          </p:cNvPr>
          <p:cNvCxnSpPr>
            <a:stCxn xmlns:a="http://schemas.openxmlformats.org/drawingml/2006/main" id="45" idx="6"/>
            <a:endCxn xmlns:a="http://schemas.openxmlformats.org/drawingml/2006/main" id="53" idx="2"/>
          </p:cNvCxnSpPr>
          <p:nvPr/>
        </p:nvCxnSpPr>
        <p:spPr>
          <a:xfrm xmlns:a="http://schemas.openxmlformats.org/drawingml/2006/main" flipV="1">
            <a:off x="3324225" y="4019550"/>
            <a:ext cx="1628775" cy="247650"/>
          </a:xfrm>
          <a:prstGeom xmlns:a="http://schemas.openxmlformats.org/drawingml/2006/main" prst="straightConnector1">
            <a:avLst/>
          </a:prstGeom>
          <a:ln xmlns:a="http://schemas.openxmlformats.org/drawingml/2006/main" w="5239">
            <a:solidFill>
              <a:srgbClr val="C5CED8"/>
            </a:solidFill>
            <a:prstDash val="solid"/>
          </a:ln>
        </p:spPr>
      </p:cxnSp>
      <p:cxnSp>
        <p:nvCxnSpPr>
          <p:cNvPr id="291" name="">
            <a:extLst xmlns:a="http://schemas.openxmlformats.org/drawingml/2006/main">
              <a:ext uri="{FF2B5EF4-FFF2-40B4-BE49-F238E27FC236}">
                <a16:creationId xmlns:a16="http://schemas.microsoft.com/office/drawing/2014/main" id="{1003FBDB-10BC-4773-98BB-D44550B08EE1}"/>
              </a:ext>
            </a:extLst>
          </p:cNvPr>
          <p:cNvCxnSpPr>
            <a:stCxn xmlns:a="http://schemas.openxmlformats.org/drawingml/2006/main" id="45" idx="6"/>
            <a:endCxn xmlns:a="http://schemas.openxmlformats.org/drawingml/2006/main" id="52" idx="2"/>
          </p:cNvCxnSpPr>
          <p:nvPr/>
        </p:nvCxnSpPr>
        <p:spPr>
          <a:xfrm xmlns:a="http://schemas.openxmlformats.org/drawingml/2006/main" flipV="1">
            <a:off x="3324225" y="3657600"/>
            <a:ext cx="1628775" cy="609600"/>
          </a:xfrm>
          <a:prstGeom xmlns:a="http://schemas.openxmlformats.org/drawingml/2006/main" prst="straightConnector1">
            <a:avLst/>
          </a:prstGeom>
          <a:ln xmlns:a="http://schemas.openxmlformats.org/drawingml/2006/main" w="5239">
            <a:solidFill>
              <a:srgbClr val="C5CED8"/>
            </a:solidFill>
            <a:prstDash val="solid"/>
          </a:ln>
        </p:spPr>
      </p:cxnSp>
      <p:cxnSp>
        <p:nvCxnSpPr>
          <p:cNvPr id="290" name="">
            <a:extLst xmlns:a="http://schemas.openxmlformats.org/drawingml/2006/main">
              <a:ext uri="{FF2B5EF4-FFF2-40B4-BE49-F238E27FC236}">
                <a16:creationId xmlns:a16="http://schemas.microsoft.com/office/drawing/2014/main" id="{FFB1BC88-9E8D-4F16-841E-E6F3328DF17D}"/>
              </a:ext>
            </a:extLst>
          </p:cNvPr>
          <p:cNvCxnSpPr>
            <a:stCxn xmlns:a="http://schemas.openxmlformats.org/drawingml/2006/main" id="45" idx="6"/>
            <a:endCxn xmlns:a="http://schemas.openxmlformats.org/drawingml/2006/main" id="51" idx="2"/>
          </p:cNvCxnSpPr>
          <p:nvPr/>
        </p:nvCxnSpPr>
        <p:spPr>
          <a:xfrm xmlns:a="http://schemas.openxmlformats.org/drawingml/2006/main" flipV="1">
            <a:off x="3324225" y="3295650"/>
            <a:ext cx="1628775" cy="971550"/>
          </a:xfrm>
          <a:prstGeom xmlns:a="http://schemas.openxmlformats.org/drawingml/2006/main" prst="straightConnector1">
            <a:avLst/>
          </a:prstGeom>
          <a:ln xmlns:a="http://schemas.openxmlformats.org/drawingml/2006/main" w="5239">
            <a:solidFill>
              <a:srgbClr val="C5CED8"/>
            </a:solidFill>
            <a:prstDash val="solid"/>
          </a:ln>
        </p:spPr>
      </p:cxnSp>
      <p:cxnSp>
        <p:nvCxnSpPr>
          <p:cNvPr id="289" name="">
            <a:extLst xmlns:a="http://schemas.openxmlformats.org/drawingml/2006/main">
              <a:ext uri="{FF2B5EF4-FFF2-40B4-BE49-F238E27FC236}">
                <a16:creationId xmlns:a16="http://schemas.microsoft.com/office/drawing/2014/main" id="{715E855C-D75E-4E9C-AC06-A4C242D85589}"/>
              </a:ext>
            </a:extLst>
          </p:cNvPr>
          <p:cNvCxnSpPr>
            <a:stCxn xmlns:a="http://schemas.openxmlformats.org/drawingml/2006/main" id="45" idx="6"/>
            <a:endCxn xmlns:a="http://schemas.openxmlformats.org/drawingml/2006/main" id="50" idx="2"/>
          </p:cNvCxnSpPr>
          <p:nvPr/>
        </p:nvCxnSpPr>
        <p:spPr>
          <a:xfrm xmlns:a="http://schemas.openxmlformats.org/drawingml/2006/main" flipV="1">
            <a:off x="3324225" y="2933700"/>
            <a:ext cx="1628775" cy="1333500"/>
          </a:xfrm>
          <a:prstGeom xmlns:a="http://schemas.openxmlformats.org/drawingml/2006/main" prst="straightConnector1">
            <a:avLst/>
          </a:prstGeom>
          <a:ln xmlns:a="http://schemas.openxmlformats.org/drawingml/2006/main" w="5239">
            <a:solidFill>
              <a:srgbClr val="C5CED8"/>
            </a:solidFill>
            <a:prstDash val="solid"/>
          </a:ln>
        </p:spPr>
      </p:cxnSp>
      <p:cxnSp>
        <p:nvCxnSpPr>
          <p:cNvPr id="288" name="">
            <a:extLst xmlns:a="http://schemas.openxmlformats.org/drawingml/2006/main">
              <a:ext uri="{FF2B5EF4-FFF2-40B4-BE49-F238E27FC236}">
                <a16:creationId xmlns:a16="http://schemas.microsoft.com/office/drawing/2014/main" id="{BA90211A-D7E3-417D-A3CE-F73DDA7537CF}"/>
              </a:ext>
            </a:extLst>
          </p:cNvPr>
          <p:cNvCxnSpPr>
            <a:stCxn xmlns:a="http://schemas.openxmlformats.org/drawingml/2006/main" id="45" idx="6"/>
            <a:endCxn xmlns:a="http://schemas.openxmlformats.org/drawingml/2006/main" id="49" idx="2"/>
          </p:cNvCxnSpPr>
          <p:nvPr/>
        </p:nvCxnSpPr>
        <p:spPr>
          <a:xfrm xmlns:a="http://schemas.openxmlformats.org/drawingml/2006/main" flipV="1">
            <a:off x="3324225" y="2571750"/>
            <a:ext cx="1628775" cy="1695450"/>
          </a:xfrm>
          <a:prstGeom xmlns:a="http://schemas.openxmlformats.org/drawingml/2006/main" prst="straightConnector1">
            <a:avLst/>
          </a:prstGeom>
          <a:ln xmlns:a="http://schemas.openxmlformats.org/drawingml/2006/main" w="5239">
            <a:solidFill>
              <a:srgbClr val="C5CED8"/>
            </a:solidFill>
            <a:prstDash val="solid"/>
          </a:ln>
        </p:spPr>
      </p:cxnSp>
      <p:cxnSp>
        <p:nvCxnSpPr>
          <p:cNvPr id="287" name="">
            <a:extLst xmlns:a="http://schemas.openxmlformats.org/drawingml/2006/main">
              <a:ext uri="{FF2B5EF4-FFF2-40B4-BE49-F238E27FC236}">
                <a16:creationId xmlns:a16="http://schemas.microsoft.com/office/drawing/2014/main" id="{50FF81EF-430F-481C-9774-D4D31410D40B}"/>
              </a:ext>
            </a:extLst>
          </p:cNvPr>
          <p:cNvCxnSpPr>
            <a:stCxn xmlns:a="http://schemas.openxmlformats.org/drawingml/2006/main" id="45" idx="6"/>
            <a:endCxn xmlns:a="http://schemas.openxmlformats.org/drawingml/2006/main" id="48" idx="2"/>
          </p:cNvCxnSpPr>
          <p:nvPr/>
        </p:nvCxnSpPr>
        <p:spPr>
          <a:xfrm xmlns:a="http://schemas.openxmlformats.org/drawingml/2006/main" flipV="1">
            <a:off x="3324225" y="2209800"/>
            <a:ext cx="1628775" cy="2057400"/>
          </a:xfrm>
          <a:prstGeom xmlns:a="http://schemas.openxmlformats.org/drawingml/2006/main" prst="straightConnector1">
            <a:avLst/>
          </a:prstGeom>
          <a:ln xmlns:a="http://schemas.openxmlformats.org/drawingml/2006/main" w="5239">
            <a:solidFill>
              <a:srgbClr val="C5CED8"/>
            </a:solidFill>
            <a:prstDash val="solid"/>
          </a:ln>
        </p:spPr>
      </p:cxnSp>
      <p:cxnSp>
        <p:nvCxnSpPr>
          <p:cNvPr id="286" name="">
            <a:extLst xmlns:a="http://schemas.openxmlformats.org/drawingml/2006/main">
              <a:ext uri="{FF2B5EF4-FFF2-40B4-BE49-F238E27FC236}">
                <a16:creationId xmlns:a16="http://schemas.microsoft.com/office/drawing/2014/main" id="{4037851D-8271-4DBD-B5AD-B76C02D09C50}"/>
              </a:ext>
            </a:extLst>
          </p:cNvPr>
          <p:cNvCxnSpPr>
            <a:stCxn xmlns:a="http://schemas.openxmlformats.org/drawingml/2006/main" id="45" idx="6"/>
            <a:endCxn xmlns:a="http://schemas.openxmlformats.org/drawingml/2006/main" id="47" idx="2"/>
          </p:cNvCxnSpPr>
          <p:nvPr/>
        </p:nvCxnSpPr>
        <p:spPr>
          <a:xfrm xmlns:a="http://schemas.openxmlformats.org/drawingml/2006/main" flipV="1">
            <a:off x="3324225" y="1847850"/>
            <a:ext cx="1628775" cy="2419350"/>
          </a:xfrm>
          <a:prstGeom xmlns:a="http://schemas.openxmlformats.org/drawingml/2006/main" prst="straightConnector1">
            <a:avLst/>
          </a:prstGeom>
          <a:ln xmlns:a="http://schemas.openxmlformats.org/drawingml/2006/main" w="5239">
            <a:solidFill>
              <a:srgbClr val="C5CED8"/>
            </a:solidFill>
            <a:prstDash val="solid"/>
          </a:ln>
        </p:spPr>
      </p:cxnSp>
      <p:cxnSp>
        <p:nvCxnSpPr>
          <p:cNvPr id="285" name="">
            <a:extLst xmlns:a="http://schemas.openxmlformats.org/drawingml/2006/main">
              <a:ext uri="{FF2B5EF4-FFF2-40B4-BE49-F238E27FC236}">
                <a16:creationId xmlns:a16="http://schemas.microsoft.com/office/drawing/2014/main" id="{93676883-2B33-4705-9C8B-17574DF33169}"/>
              </a:ext>
            </a:extLst>
          </p:cNvPr>
          <p:cNvCxnSpPr>
            <a:stCxn xmlns:a="http://schemas.openxmlformats.org/drawingml/2006/main" id="44" idx="6"/>
            <a:endCxn xmlns:a="http://schemas.openxmlformats.org/drawingml/2006/main" id="54" idx="2"/>
          </p:cNvCxnSpPr>
          <p:nvPr/>
        </p:nvCxnSpPr>
        <p:spPr>
          <a:xfrm xmlns:a="http://schemas.openxmlformats.org/drawingml/2006/main">
            <a:off x="3324225" y="4057650"/>
            <a:ext cx="1628775" cy="323850"/>
          </a:xfrm>
          <a:prstGeom xmlns:a="http://schemas.openxmlformats.org/drawingml/2006/main" prst="straightConnector1">
            <a:avLst/>
          </a:prstGeom>
          <a:ln xmlns:a="http://schemas.openxmlformats.org/drawingml/2006/main" w="5239">
            <a:solidFill>
              <a:srgbClr val="C5CED8"/>
            </a:solidFill>
            <a:prstDash val="solid"/>
          </a:ln>
        </p:spPr>
      </p:cxnSp>
      <p:cxnSp>
        <p:nvCxnSpPr>
          <p:cNvPr id="284" name="">
            <a:extLst xmlns:a="http://schemas.openxmlformats.org/drawingml/2006/main">
              <a:ext uri="{FF2B5EF4-FFF2-40B4-BE49-F238E27FC236}">
                <a16:creationId xmlns:a16="http://schemas.microsoft.com/office/drawing/2014/main" id="{8B10D545-78D5-4BBE-85D4-3D4FE9C14B51}"/>
              </a:ext>
            </a:extLst>
          </p:cNvPr>
          <p:cNvCxnSpPr>
            <a:stCxn xmlns:a="http://schemas.openxmlformats.org/drawingml/2006/main" id="44" idx="6"/>
            <a:endCxn xmlns:a="http://schemas.openxmlformats.org/drawingml/2006/main" id="53" idx="2"/>
          </p:cNvCxnSpPr>
          <p:nvPr/>
        </p:nvCxnSpPr>
        <p:spPr>
          <a:xfrm xmlns:a="http://schemas.openxmlformats.org/drawingml/2006/main" flipV="1">
            <a:off x="3324225" y="4019550"/>
            <a:ext cx="1628775" cy="38100"/>
          </a:xfrm>
          <a:prstGeom xmlns:a="http://schemas.openxmlformats.org/drawingml/2006/main" prst="straightConnector1">
            <a:avLst/>
          </a:prstGeom>
          <a:ln xmlns:a="http://schemas.openxmlformats.org/drawingml/2006/main" w="5239">
            <a:solidFill>
              <a:srgbClr val="C5CED8"/>
            </a:solidFill>
            <a:prstDash val="solid"/>
          </a:ln>
        </p:spPr>
      </p:cxnSp>
      <p:cxnSp>
        <p:nvCxnSpPr>
          <p:cNvPr id="283" name="">
            <a:extLst xmlns:a="http://schemas.openxmlformats.org/drawingml/2006/main">
              <a:ext uri="{FF2B5EF4-FFF2-40B4-BE49-F238E27FC236}">
                <a16:creationId xmlns:a16="http://schemas.microsoft.com/office/drawing/2014/main" id="{D7A9B375-3A72-423E-8C8E-4F5C80400420}"/>
              </a:ext>
            </a:extLst>
          </p:cNvPr>
          <p:cNvCxnSpPr>
            <a:stCxn xmlns:a="http://schemas.openxmlformats.org/drawingml/2006/main" id="44" idx="6"/>
            <a:endCxn xmlns:a="http://schemas.openxmlformats.org/drawingml/2006/main" id="52" idx="2"/>
          </p:cNvCxnSpPr>
          <p:nvPr/>
        </p:nvCxnSpPr>
        <p:spPr>
          <a:xfrm xmlns:a="http://schemas.openxmlformats.org/drawingml/2006/main" flipV="1">
            <a:off x="3324225" y="3657600"/>
            <a:ext cx="1628775" cy="400050"/>
          </a:xfrm>
          <a:prstGeom xmlns:a="http://schemas.openxmlformats.org/drawingml/2006/main" prst="straightConnector1">
            <a:avLst/>
          </a:prstGeom>
          <a:ln xmlns:a="http://schemas.openxmlformats.org/drawingml/2006/main" w="5239">
            <a:solidFill>
              <a:srgbClr val="C5CED8"/>
            </a:solidFill>
            <a:prstDash val="solid"/>
          </a:ln>
        </p:spPr>
      </p:cxnSp>
      <p:cxnSp>
        <p:nvCxnSpPr>
          <p:cNvPr id="282" name="">
            <a:extLst xmlns:a="http://schemas.openxmlformats.org/drawingml/2006/main">
              <a:ext uri="{FF2B5EF4-FFF2-40B4-BE49-F238E27FC236}">
                <a16:creationId xmlns:a16="http://schemas.microsoft.com/office/drawing/2014/main" id="{AE978C08-B7E7-4F55-B5A1-1C51D0675D86}"/>
              </a:ext>
            </a:extLst>
          </p:cNvPr>
          <p:cNvCxnSpPr>
            <a:stCxn xmlns:a="http://schemas.openxmlformats.org/drawingml/2006/main" id="44" idx="6"/>
            <a:endCxn xmlns:a="http://schemas.openxmlformats.org/drawingml/2006/main" id="51" idx="2"/>
          </p:cNvCxnSpPr>
          <p:nvPr/>
        </p:nvCxnSpPr>
        <p:spPr>
          <a:xfrm xmlns:a="http://schemas.openxmlformats.org/drawingml/2006/main" flipV="1">
            <a:off x="3324225" y="3295650"/>
            <a:ext cx="1628775" cy="762000"/>
          </a:xfrm>
          <a:prstGeom xmlns:a="http://schemas.openxmlformats.org/drawingml/2006/main" prst="straightConnector1">
            <a:avLst/>
          </a:prstGeom>
          <a:ln xmlns:a="http://schemas.openxmlformats.org/drawingml/2006/main" w="5239">
            <a:solidFill>
              <a:srgbClr val="C5CED8"/>
            </a:solidFill>
            <a:prstDash val="solid"/>
          </a:ln>
        </p:spPr>
      </p:cxnSp>
      <p:cxnSp>
        <p:nvCxnSpPr>
          <p:cNvPr id="281" name="">
            <a:extLst xmlns:a="http://schemas.openxmlformats.org/drawingml/2006/main">
              <a:ext uri="{FF2B5EF4-FFF2-40B4-BE49-F238E27FC236}">
                <a16:creationId xmlns:a16="http://schemas.microsoft.com/office/drawing/2014/main" id="{D14E41EB-A8B0-4A5F-A4BA-A3E1106D7A1F}"/>
              </a:ext>
            </a:extLst>
          </p:cNvPr>
          <p:cNvCxnSpPr>
            <a:stCxn xmlns:a="http://schemas.openxmlformats.org/drawingml/2006/main" id="44" idx="6"/>
            <a:endCxn xmlns:a="http://schemas.openxmlformats.org/drawingml/2006/main" id="50" idx="2"/>
          </p:cNvCxnSpPr>
          <p:nvPr/>
        </p:nvCxnSpPr>
        <p:spPr>
          <a:xfrm xmlns:a="http://schemas.openxmlformats.org/drawingml/2006/main" flipV="1">
            <a:off x="3324225" y="2933700"/>
            <a:ext cx="1628775" cy="1123950"/>
          </a:xfrm>
          <a:prstGeom xmlns:a="http://schemas.openxmlformats.org/drawingml/2006/main" prst="straightConnector1">
            <a:avLst/>
          </a:prstGeom>
          <a:ln xmlns:a="http://schemas.openxmlformats.org/drawingml/2006/main" w="5239">
            <a:solidFill>
              <a:srgbClr val="C5CED8"/>
            </a:solidFill>
            <a:prstDash val="solid"/>
          </a:ln>
        </p:spPr>
      </p:cxnSp>
      <p:cxnSp>
        <p:nvCxnSpPr>
          <p:cNvPr id="280" name="">
            <a:extLst xmlns:a="http://schemas.openxmlformats.org/drawingml/2006/main">
              <a:ext uri="{FF2B5EF4-FFF2-40B4-BE49-F238E27FC236}">
                <a16:creationId xmlns:a16="http://schemas.microsoft.com/office/drawing/2014/main" id="{D7DCC9C2-2E60-4E6C-B04A-4A3C16E75816}"/>
              </a:ext>
            </a:extLst>
          </p:cNvPr>
          <p:cNvCxnSpPr>
            <a:stCxn xmlns:a="http://schemas.openxmlformats.org/drawingml/2006/main" id="44" idx="6"/>
            <a:endCxn xmlns:a="http://schemas.openxmlformats.org/drawingml/2006/main" id="49" idx="2"/>
          </p:cNvCxnSpPr>
          <p:nvPr/>
        </p:nvCxnSpPr>
        <p:spPr>
          <a:xfrm xmlns:a="http://schemas.openxmlformats.org/drawingml/2006/main" flipV="1">
            <a:off x="3324225" y="2571750"/>
            <a:ext cx="1628775" cy="1485900"/>
          </a:xfrm>
          <a:prstGeom xmlns:a="http://schemas.openxmlformats.org/drawingml/2006/main" prst="straightConnector1">
            <a:avLst/>
          </a:prstGeom>
          <a:ln xmlns:a="http://schemas.openxmlformats.org/drawingml/2006/main" w="5239">
            <a:solidFill>
              <a:srgbClr val="C5CED8"/>
            </a:solidFill>
            <a:prstDash val="solid"/>
          </a:ln>
        </p:spPr>
      </p:cxnSp>
      <p:cxnSp>
        <p:nvCxnSpPr>
          <p:cNvPr id="279" name="">
            <a:extLst xmlns:a="http://schemas.openxmlformats.org/drawingml/2006/main">
              <a:ext uri="{FF2B5EF4-FFF2-40B4-BE49-F238E27FC236}">
                <a16:creationId xmlns:a16="http://schemas.microsoft.com/office/drawing/2014/main" id="{78AD96B5-2740-4CE3-BAE7-4FAD7689A151}"/>
              </a:ext>
            </a:extLst>
          </p:cNvPr>
          <p:cNvCxnSpPr>
            <a:stCxn xmlns:a="http://schemas.openxmlformats.org/drawingml/2006/main" id="44" idx="6"/>
            <a:endCxn xmlns:a="http://schemas.openxmlformats.org/drawingml/2006/main" id="48" idx="2"/>
          </p:cNvCxnSpPr>
          <p:nvPr/>
        </p:nvCxnSpPr>
        <p:spPr>
          <a:xfrm xmlns:a="http://schemas.openxmlformats.org/drawingml/2006/main" flipV="1">
            <a:off x="3324225" y="2209800"/>
            <a:ext cx="1628775" cy="1847850"/>
          </a:xfrm>
          <a:prstGeom xmlns:a="http://schemas.openxmlformats.org/drawingml/2006/main" prst="straightConnector1">
            <a:avLst/>
          </a:prstGeom>
          <a:ln xmlns:a="http://schemas.openxmlformats.org/drawingml/2006/main" w="5239">
            <a:solidFill>
              <a:srgbClr val="C5CED8"/>
            </a:solidFill>
            <a:prstDash val="solid"/>
          </a:ln>
        </p:spPr>
      </p:cxnSp>
      <p:cxnSp>
        <p:nvCxnSpPr>
          <p:cNvPr id="278" name="">
            <a:extLst xmlns:a="http://schemas.openxmlformats.org/drawingml/2006/main">
              <a:ext uri="{FF2B5EF4-FFF2-40B4-BE49-F238E27FC236}">
                <a16:creationId xmlns:a16="http://schemas.microsoft.com/office/drawing/2014/main" id="{A05366F1-004C-4FB2-8C4A-C9B935671580}"/>
              </a:ext>
            </a:extLst>
          </p:cNvPr>
          <p:cNvCxnSpPr>
            <a:stCxn xmlns:a="http://schemas.openxmlformats.org/drawingml/2006/main" id="44" idx="6"/>
            <a:endCxn xmlns:a="http://schemas.openxmlformats.org/drawingml/2006/main" id="47" idx="2"/>
          </p:cNvCxnSpPr>
          <p:nvPr/>
        </p:nvCxnSpPr>
        <p:spPr>
          <a:xfrm xmlns:a="http://schemas.openxmlformats.org/drawingml/2006/main" flipV="1">
            <a:off x="3324225" y="1847850"/>
            <a:ext cx="1628775" cy="2209800"/>
          </a:xfrm>
          <a:prstGeom xmlns:a="http://schemas.openxmlformats.org/drawingml/2006/main" prst="straightConnector1">
            <a:avLst/>
          </a:prstGeom>
          <a:ln xmlns:a="http://schemas.openxmlformats.org/drawingml/2006/main" w="5239">
            <a:solidFill>
              <a:srgbClr val="C5CED8"/>
            </a:solidFill>
            <a:prstDash val="solid"/>
          </a:ln>
        </p:spPr>
      </p:cxnSp>
      <p:cxnSp>
        <p:nvCxnSpPr>
          <p:cNvPr id="277" name="">
            <a:extLst xmlns:a="http://schemas.openxmlformats.org/drawingml/2006/main">
              <a:ext uri="{FF2B5EF4-FFF2-40B4-BE49-F238E27FC236}">
                <a16:creationId xmlns:a16="http://schemas.microsoft.com/office/drawing/2014/main" id="{3750AD81-8EDC-444F-A03D-0206480E6A5D}"/>
              </a:ext>
            </a:extLst>
          </p:cNvPr>
          <p:cNvCxnSpPr>
            <a:stCxn xmlns:a="http://schemas.openxmlformats.org/drawingml/2006/main" id="43" idx="6"/>
            <a:endCxn xmlns:a="http://schemas.openxmlformats.org/drawingml/2006/main" id="54" idx="2"/>
          </p:cNvCxnSpPr>
          <p:nvPr/>
        </p:nvCxnSpPr>
        <p:spPr>
          <a:xfrm xmlns:a="http://schemas.openxmlformats.org/drawingml/2006/main">
            <a:off x="3324225" y="3848100"/>
            <a:ext cx="1628775" cy="533400"/>
          </a:xfrm>
          <a:prstGeom xmlns:a="http://schemas.openxmlformats.org/drawingml/2006/main" prst="straightConnector1">
            <a:avLst/>
          </a:prstGeom>
          <a:ln xmlns:a="http://schemas.openxmlformats.org/drawingml/2006/main" w="5239">
            <a:solidFill>
              <a:srgbClr val="C5CED8"/>
            </a:solidFill>
            <a:prstDash val="solid"/>
          </a:ln>
        </p:spPr>
      </p:cxnSp>
      <p:cxnSp>
        <p:nvCxnSpPr>
          <p:cNvPr id="276" name="">
            <a:extLst xmlns:a="http://schemas.openxmlformats.org/drawingml/2006/main">
              <a:ext uri="{FF2B5EF4-FFF2-40B4-BE49-F238E27FC236}">
                <a16:creationId xmlns:a16="http://schemas.microsoft.com/office/drawing/2014/main" id="{2434949D-485B-40FD-921E-9E4593169F2C}"/>
              </a:ext>
            </a:extLst>
          </p:cNvPr>
          <p:cNvCxnSpPr>
            <a:stCxn xmlns:a="http://schemas.openxmlformats.org/drawingml/2006/main" id="43" idx="6"/>
            <a:endCxn xmlns:a="http://schemas.openxmlformats.org/drawingml/2006/main" id="53" idx="2"/>
          </p:cNvCxnSpPr>
          <p:nvPr/>
        </p:nvCxnSpPr>
        <p:spPr>
          <a:xfrm xmlns:a="http://schemas.openxmlformats.org/drawingml/2006/main">
            <a:off x="3324225" y="3848100"/>
            <a:ext cx="1628775" cy="171450"/>
          </a:xfrm>
          <a:prstGeom xmlns:a="http://schemas.openxmlformats.org/drawingml/2006/main" prst="straightConnector1">
            <a:avLst/>
          </a:prstGeom>
          <a:ln xmlns:a="http://schemas.openxmlformats.org/drawingml/2006/main" w="5239">
            <a:solidFill>
              <a:srgbClr val="C5CED8"/>
            </a:solidFill>
            <a:prstDash val="solid"/>
          </a:ln>
        </p:spPr>
      </p:cxnSp>
      <p:cxnSp>
        <p:nvCxnSpPr>
          <p:cNvPr id="275" name="">
            <a:extLst xmlns:a="http://schemas.openxmlformats.org/drawingml/2006/main">
              <a:ext uri="{FF2B5EF4-FFF2-40B4-BE49-F238E27FC236}">
                <a16:creationId xmlns:a16="http://schemas.microsoft.com/office/drawing/2014/main" id="{9B878A61-F2A2-407E-B6D5-E6909FC5D41D}"/>
              </a:ext>
            </a:extLst>
          </p:cNvPr>
          <p:cNvCxnSpPr>
            <a:stCxn xmlns:a="http://schemas.openxmlformats.org/drawingml/2006/main" id="43" idx="6"/>
            <a:endCxn xmlns:a="http://schemas.openxmlformats.org/drawingml/2006/main" id="52" idx="2"/>
          </p:cNvCxnSpPr>
          <p:nvPr/>
        </p:nvCxnSpPr>
        <p:spPr>
          <a:xfrm xmlns:a="http://schemas.openxmlformats.org/drawingml/2006/main" flipV="1">
            <a:off x="3324225" y="3657600"/>
            <a:ext cx="1628775" cy="190500"/>
          </a:xfrm>
          <a:prstGeom xmlns:a="http://schemas.openxmlformats.org/drawingml/2006/main" prst="straightConnector1">
            <a:avLst/>
          </a:prstGeom>
          <a:ln xmlns:a="http://schemas.openxmlformats.org/drawingml/2006/main" w="5239">
            <a:solidFill>
              <a:srgbClr val="C5CED8"/>
            </a:solidFill>
            <a:prstDash val="solid"/>
          </a:ln>
        </p:spPr>
      </p:cxnSp>
      <p:cxnSp>
        <p:nvCxnSpPr>
          <p:cNvPr id="274" name="">
            <a:extLst xmlns:a="http://schemas.openxmlformats.org/drawingml/2006/main">
              <a:ext uri="{FF2B5EF4-FFF2-40B4-BE49-F238E27FC236}">
                <a16:creationId xmlns:a16="http://schemas.microsoft.com/office/drawing/2014/main" id="{C5A26AD3-C4BF-4774-875D-24CB0FF3D961}"/>
              </a:ext>
            </a:extLst>
          </p:cNvPr>
          <p:cNvCxnSpPr>
            <a:stCxn xmlns:a="http://schemas.openxmlformats.org/drawingml/2006/main" id="43" idx="6"/>
            <a:endCxn xmlns:a="http://schemas.openxmlformats.org/drawingml/2006/main" id="51" idx="2"/>
          </p:cNvCxnSpPr>
          <p:nvPr/>
        </p:nvCxnSpPr>
        <p:spPr>
          <a:xfrm xmlns:a="http://schemas.openxmlformats.org/drawingml/2006/main" flipV="1">
            <a:off x="3324225" y="3295650"/>
            <a:ext cx="1628775" cy="552450"/>
          </a:xfrm>
          <a:prstGeom xmlns:a="http://schemas.openxmlformats.org/drawingml/2006/main" prst="straightConnector1">
            <a:avLst/>
          </a:prstGeom>
          <a:ln xmlns:a="http://schemas.openxmlformats.org/drawingml/2006/main" w="5239">
            <a:solidFill>
              <a:srgbClr val="C5CED8"/>
            </a:solidFill>
            <a:prstDash val="solid"/>
          </a:ln>
        </p:spPr>
      </p:cxnSp>
      <p:cxnSp>
        <p:nvCxnSpPr>
          <p:cNvPr id="273" name="">
            <a:extLst xmlns:a="http://schemas.openxmlformats.org/drawingml/2006/main">
              <a:ext uri="{FF2B5EF4-FFF2-40B4-BE49-F238E27FC236}">
                <a16:creationId xmlns:a16="http://schemas.microsoft.com/office/drawing/2014/main" id="{4AF9FAD9-9DBC-4468-882F-231EEA95DFBD}"/>
              </a:ext>
            </a:extLst>
          </p:cNvPr>
          <p:cNvCxnSpPr>
            <a:stCxn xmlns:a="http://schemas.openxmlformats.org/drawingml/2006/main" id="43" idx="6"/>
            <a:endCxn xmlns:a="http://schemas.openxmlformats.org/drawingml/2006/main" id="50" idx="2"/>
          </p:cNvCxnSpPr>
          <p:nvPr/>
        </p:nvCxnSpPr>
        <p:spPr>
          <a:xfrm xmlns:a="http://schemas.openxmlformats.org/drawingml/2006/main" flipV="1">
            <a:off x="3324225" y="2933700"/>
            <a:ext cx="1628775" cy="914400"/>
          </a:xfrm>
          <a:prstGeom xmlns:a="http://schemas.openxmlformats.org/drawingml/2006/main" prst="straightConnector1">
            <a:avLst/>
          </a:prstGeom>
          <a:ln xmlns:a="http://schemas.openxmlformats.org/drawingml/2006/main" w="5239">
            <a:solidFill>
              <a:srgbClr val="C5CED8"/>
            </a:solidFill>
            <a:prstDash val="solid"/>
          </a:ln>
        </p:spPr>
      </p:cxnSp>
      <p:cxnSp>
        <p:nvCxnSpPr>
          <p:cNvPr id="272" name="">
            <a:extLst xmlns:a="http://schemas.openxmlformats.org/drawingml/2006/main">
              <a:ext uri="{FF2B5EF4-FFF2-40B4-BE49-F238E27FC236}">
                <a16:creationId xmlns:a16="http://schemas.microsoft.com/office/drawing/2014/main" id="{087440B5-D741-48BE-A621-FE55E69272EB}"/>
              </a:ext>
            </a:extLst>
          </p:cNvPr>
          <p:cNvCxnSpPr>
            <a:stCxn xmlns:a="http://schemas.openxmlformats.org/drawingml/2006/main" id="43" idx="6"/>
            <a:endCxn xmlns:a="http://schemas.openxmlformats.org/drawingml/2006/main" id="49" idx="2"/>
          </p:cNvCxnSpPr>
          <p:nvPr/>
        </p:nvCxnSpPr>
        <p:spPr>
          <a:xfrm xmlns:a="http://schemas.openxmlformats.org/drawingml/2006/main" flipV="1">
            <a:off x="3324225" y="2571750"/>
            <a:ext cx="1628775" cy="1276350"/>
          </a:xfrm>
          <a:prstGeom xmlns:a="http://schemas.openxmlformats.org/drawingml/2006/main" prst="straightConnector1">
            <a:avLst/>
          </a:prstGeom>
          <a:ln xmlns:a="http://schemas.openxmlformats.org/drawingml/2006/main" w="5239">
            <a:solidFill>
              <a:srgbClr val="C5CED8"/>
            </a:solidFill>
            <a:prstDash val="solid"/>
          </a:ln>
        </p:spPr>
      </p:cxnSp>
      <p:cxnSp>
        <p:nvCxnSpPr>
          <p:cNvPr id="271" name="">
            <a:extLst xmlns:a="http://schemas.openxmlformats.org/drawingml/2006/main">
              <a:ext uri="{FF2B5EF4-FFF2-40B4-BE49-F238E27FC236}">
                <a16:creationId xmlns:a16="http://schemas.microsoft.com/office/drawing/2014/main" id="{90F9F825-1E4A-4922-B3A4-56B93AA181FA}"/>
              </a:ext>
            </a:extLst>
          </p:cNvPr>
          <p:cNvCxnSpPr>
            <a:stCxn xmlns:a="http://schemas.openxmlformats.org/drawingml/2006/main" id="43" idx="6"/>
            <a:endCxn xmlns:a="http://schemas.openxmlformats.org/drawingml/2006/main" id="48" idx="2"/>
          </p:cNvCxnSpPr>
          <p:nvPr/>
        </p:nvCxnSpPr>
        <p:spPr>
          <a:xfrm xmlns:a="http://schemas.openxmlformats.org/drawingml/2006/main" flipV="1">
            <a:off x="3324225" y="2209800"/>
            <a:ext cx="1628775" cy="1638300"/>
          </a:xfrm>
          <a:prstGeom xmlns:a="http://schemas.openxmlformats.org/drawingml/2006/main" prst="straightConnector1">
            <a:avLst/>
          </a:prstGeom>
          <a:ln xmlns:a="http://schemas.openxmlformats.org/drawingml/2006/main" w="5239">
            <a:solidFill>
              <a:srgbClr val="C5CED8"/>
            </a:solidFill>
            <a:prstDash val="solid"/>
          </a:ln>
        </p:spPr>
      </p:cxnSp>
      <p:cxnSp>
        <p:nvCxnSpPr>
          <p:cNvPr id="270" name="">
            <a:extLst xmlns:a="http://schemas.openxmlformats.org/drawingml/2006/main">
              <a:ext uri="{FF2B5EF4-FFF2-40B4-BE49-F238E27FC236}">
                <a16:creationId xmlns:a16="http://schemas.microsoft.com/office/drawing/2014/main" id="{09D78D42-F41F-4167-A8CD-452CAD3891CF}"/>
              </a:ext>
            </a:extLst>
          </p:cNvPr>
          <p:cNvCxnSpPr>
            <a:stCxn xmlns:a="http://schemas.openxmlformats.org/drawingml/2006/main" id="43" idx="6"/>
            <a:endCxn xmlns:a="http://schemas.openxmlformats.org/drawingml/2006/main" id="47" idx="2"/>
          </p:cNvCxnSpPr>
          <p:nvPr/>
        </p:nvCxnSpPr>
        <p:spPr>
          <a:xfrm xmlns:a="http://schemas.openxmlformats.org/drawingml/2006/main" flipV="1">
            <a:off x="3324225" y="1847850"/>
            <a:ext cx="1628775" cy="2000250"/>
          </a:xfrm>
          <a:prstGeom xmlns:a="http://schemas.openxmlformats.org/drawingml/2006/main" prst="straightConnector1">
            <a:avLst/>
          </a:prstGeom>
          <a:ln xmlns:a="http://schemas.openxmlformats.org/drawingml/2006/main" w="5239">
            <a:solidFill>
              <a:srgbClr val="C5CED8"/>
            </a:solidFill>
            <a:prstDash val="solid"/>
          </a:ln>
        </p:spPr>
      </p:cxnSp>
      <p:cxnSp>
        <p:nvCxnSpPr>
          <p:cNvPr id="269" name="">
            <a:extLst xmlns:a="http://schemas.openxmlformats.org/drawingml/2006/main">
              <a:ext uri="{FF2B5EF4-FFF2-40B4-BE49-F238E27FC236}">
                <a16:creationId xmlns:a16="http://schemas.microsoft.com/office/drawing/2014/main" id="{FEEAAE8E-E4F7-4044-9A1B-35EF6170F416}"/>
              </a:ext>
            </a:extLst>
          </p:cNvPr>
          <p:cNvCxnSpPr>
            <a:stCxn xmlns:a="http://schemas.openxmlformats.org/drawingml/2006/main" id="42" idx="6"/>
            <a:endCxn xmlns:a="http://schemas.openxmlformats.org/drawingml/2006/main" id="54" idx="2"/>
          </p:cNvCxnSpPr>
          <p:nvPr/>
        </p:nvCxnSpPr>
        <p:spPr>
          <a:xfrm xmlns:a="http://schemas.openxmlformats.org/drawingml/2006/main">
            <a:off x="3324225" y="3638550"/>
            <a:ext cx="1628775" cy="742950"/>
          </a:xfrm>
          <a:prstGeom xmlns:a="http://schemas.openxmlformats.org/drawingml/2006/main" prst="straightConnector1">
            <a:avLst/>
          </a:prstGeom>
          <a:ln xmlns:a="http://schemas.openxmlformats.org/drawingml/2006/main" w="5239">
            <a:solidFill>
              <a:srgbClr val="C5CED8"/>
            </a:solidFill>
            <a:prstDash val="solid"/>
          </a:ln>
        </p:spPr>
      </p:cxnSp>
      <p:cxnSp>
        <p:nvCxnSpPr>
          <p:cNvPr id="268" name="">
            <a:extLst xmlns:a="http://schemas.openxmlformats.org/drawingml/2006/main">
              <a:ext uri="{FF2B5EF4-FFF2-40B4-BE49-F238E27FC236}">
                <a16:creationId xmlns:a16="http://schemas.microsoft.com/office/drawing/2014/main" id="{A8447800-7D1B-4735-AC5B-04CB8219B8E3}"/>
              </a:ext>
            </a:extLst>
          </p:cNvPr>
          <p:cNvCxnSpPr>
            <a:stCxn xmlns:a="http://schemas.openxmlformats.org/drawingml/2006/main" id="42" idx="6"/>
            <a:endCxn xmlns:a="http://schemas.openxmlformats.org/drawingml/2006/main" id="53" idx="2"/>
          </p:cNvCxnSpPr>
          <p:nvPr/>
        </p:nvCxnSpPr>
        <p:spPr>
          <a:xfrm xmlns:a="http://schemas.openxmlformats.org/drawingml/2006/main">
            <a:off x="3324225" y="3638550"/>
            <a:ext cx="1628775" cy="381000"/>
          </a:xfrm>
          <a:prstGeom xmlns:a="http://schemas.openxmlformats.org/drawingml/2006/main" prst="straightConnector1">
            <a:avLst/>
          </a:prstGeom>
          <a:ln xmlns:a="http://schemas.openxmlformats.org/drawingml/2006/main" w="5239">
            <a:solidFill>
              <a:srgbClr val="C5CED8"/>
            </a:solidFill>
            <a:prstDash val="solid"/>
          </a:ln>
        </p:spPr>
      </p:cxnSp>
      <p:cxnSp>
        <p:nvCxnSpPr>
          <p:cNvPr id="267" name="">
            <a:extLst xmlns:a="http://schemas.openxmlformats.org/drawingml/2006/main">
              <a:ext uri="{FF2B5EF4-FFF2-40B4-BE49-F238E27FC236}">
                <a16:creationId xmlns:a16="http://schemas.microsoft.com/office/drawing/2014/main" id="{08480CC1-2839-4BBA-B1F5-9A58A2AF3719}"/>
              </a:ext>
            </a:extLst>
          </p:cNvPr>
          <p:cNvCxnSpPr>
            <a:stCxn xmlns:a="http://schemas.openxmlformats.org/drawingml/2006/main" id="42" idx="6"/>
            <a:endCxn xmlns:a="http://schemas.openxmlformats.org/drawingml/2006/main" id="52" idx="2"/>
          </p:cNvCxnSpPr>
          <p:nvPr/>
        </p:nvCxnSpPr>
        <p:spPr>
          <a:xfrm xmlns:a="http://schemas.openxmlformats.org/drawingml/2006/main">
            <a:off x="3324225" y="3638550"/>
            <a:ext cx="1628775" cy="19050"/>
          </a:xfrm>
          <a:prstGeom xmlns:a="http://schemas.openxmlformats.org/drawingml/2006/main" prst="straightConnector1">
            <a:avLst/>
          </a:prstGeom>
          <a:ln xmlns:a="http://schemas.openxmlformats.org/drawingml/2006/main" w="5239">
            <a:solidFill>
              <a:srgbClr val="C5CED8"/>
            </a:solidFill>
            <a:prstDash val="solid"/>
          </a:ln>
        </p:spPr>
      </p:cxnSp>
      <p:cxnSp>
        <p:nvCxnSpPr>
          <p:cNvPr id="266" name="">
            <a:extLst xmlns:a="http://schemas.openxmlformats.org/drawingml/2006/main">
              <a:ext uri="{FF2B5EF4-FFF2-40B4-BE49-F238E27FC236}">
                <a16:creationId xmlns:a16="http://schemas.microsoft.com/office/drawing/2014/main" id="{9988E3D3-912E-4C34-B41F-42D846494F5A}"/>
              </a:ext>
            </a:extLst>
          </p:cNvPr>
          <p:cNvCxnSpPr>
            <a:stCxn xmlns:a="http://schemas.openxmlformats.org/drawingml/2006/main" id="42" idx="6"/>
            <a:endCxn xmlns:a="http://schemas.openxmlformats.org/drawingml/2006/main" id="51" idx="2"/>
          </p:cNvCxnSpPr>
          <p:nvPr/>
        </p:nvCxnSpPr>
        <p:spPr>
          <a:xfrm xmlns:a="http://schemas.openxmlformats.org/drawingml/2006/main" flipV="1">
            <a:off x="3324225" y="3295650"/>
            <a:ext cx="1628775" cy="342900"/>
          </a:xfrm>
          <a:prstGeom xmlns:a="http://schemas.openxmlformats.org/drawingml/2006/main" prst="straightConnector1">
            <a:avLst/>
          </a:prstGeom>
          <a:ln xmlns:a="http://schemas.openxmlformats.org/drawingml/2006/main" w="5239">
            <a:solidFill>
              <a:srgbClr val="C5CED8"/>
            </a:solidFill>
            <a:prstDash val="solid"/>
          </a:ln>
        </p:spPr>
      </p:cxnSp>
      <p:cxnSp>
        <p:nvCxnSpPr>
          <p:cNvPr id="265" name="">
            <a:extLst xmlns:a="http://schemas.openxmlformats.org/drawingml/2006/main">
              <a:ext uri="{FF2B5EF4-FFF2-40B4-BE49-F238E27FC236}">
                <a16:creationId xmlns:a16="http://schemas.microsoft.com/office/drawing/2014/main" id="{68151E95-5F75-4224-89CC-6C70350F6F2E}"/>
              </a:ext>
            </a:extLst>
          </p:cNvPr>
          <p:cNvCxnSpPr>
            <a:stCxn xmlns:a="http://schemas.openxmlformats.org/drawingml/2006/main" id="42" idx="6"/>
            <a:endCxn xmlns:a="http://schemas.openxmlformats.org/drawingml/2006/main" id="50" idx="2"/>
          </p:cNvCxnSpPr>
          <p:nvPr/>
        </p:nvCxnSpPr>
        <p:spPr>
          <a:xfrm xmlns:a="http://schemas.openxmlformats.org/drawingml/2006/main" flipV="1">
            <a:off x="3324225" y="2933700"/>
            <a:ext cx="1628775" cy="704850"/>
          </a:xfrm>
          <a:prstGeom xmlns:a="http://schemas.openxmlformats.org/drawingml/2006/main" prst="straightConnector1">
            <a:avLst/>
          </a:prstGeom>
          <a:ln xmlns:a="http://schemas.openxmlformats.org/drawingml/2006/main" w="5239">
            <a:solidFill>
              <a:srgbClr val="C5CED8"/>
            </a:solidFill>
            <a:prstDash val="solid"/>
          </a:ln>
        </p:spPr>
      </p:cxnSp>
      <p:cxnSp>
        <p:nvCxnSpPr>
          <p:cNvPr id="264" name="">
            <a:extLst xmlns:a="http://schemas.openxmlformats.org/drawingml/2006/main">
              <a:ext uri="{FF2B5EF4-FFF2-40B4-BE49-F238E27FC236}">
                <a16:creationId xmlns:a16="http://schemas.microsoft.com/office/drawing/2014/main" id="{DF7ECF0E-8577-4301-A148-FA1FA62B82B0}"/>
              </a:ext>
            </a:extLst>
          </p:cNvPr>
          <p:cNvCxnSpPr>
            <a:stCxn xmlns:a="http://schemas.openxmlformats.org/drawingml/2006/main" id="42" idx="6"/>
            <a:endCxn xmlns:a="http://schemas.openxmlformats.org/drawingml/2006/main" id="49" idx="2"/>
          </p:cNvCxnSpPr>
          <p:nvPr/>
        </p:nvCxnSpPr>
        <p:spPr>
          <a:xfrm xmlns:a="http://schemas.openxmlformats.org/drawingml/2006/main" flipV="1">
            <a:off x="3324225" y="2571750"/>
            <a:ext cx="1628775" cy="1066800"/>
          </a:xfrm>
          <a:prstGeom xmlns:a="http://schemas.openxmlformats.org/drawingml/2006/main" prst="straightConnector1">
            <a:avLst/>
          </a:prstGeom>
          <a:ln xmlns:a="http://schemas.openxmlformats.org/drawingml/2006/main" w="5239">
            <a:solidFill>
              <a:srgbClr val="C5CED8"/>
            </a:solidFill>
            <a:prstDash val="solid"/>
          </a:ln>
        </p:spPr>
      </p:cxnSp>
      <p:cxnSp>
        <p:nvCxnSpPr>
          <p:cNvPr id="263" name="">
            <a:extLst xmlns:a="http://schemas.openxmlformats.org/drawingml/2006/main">
              <a:ext uri="{FF2B5EF4-FFF2-40B4-BE49-F238E27FC236}">
                <a16:creationId xmlns:a16="http://schemas.microsoft.com/office/drawing/2014/main" id="{BF786294-3D58-4FF8-B557-F797281A87F3}"/>
              </a:ext>
            </a:extLst>
          </p:cNvPr>
          <p:cNvCxnSpPr>
            <a:stCxn xmlns:a="http://schemas.openxmlformats.org/drawingml/2006/main" id="42" idx="6"/>
            <a:endCxn xmlns:a="http://schemas.openxmlformats.org/drawingml/2006/main" id="48" idx="2"/>
          </p:cNvCxnSpPr>
          <p:nvPr/>
        </p:nvCxnSpPr>
        <p:spPr>
          <a:xfrm xmlns:a="http://schemas.openxmlformats.org/drawingml/2006/main" flipV="1">
            <a:off x="3324225" y="2209800"/>
            <a:ext cx="1628775" cy="1428750"/>
          </a:xfrm>
          <a:prstGeom xmlns:a="http://schemas.openxmlformats.org/drawingml/2006/main" prst="straightConnector1">
            <a:avLst/>
          </a:prstGeom>
          <a:ln xmlns:a="http://schemas.openxmlformats.org/drawingml/2006/main" w="5239">
            <a:solidFill>
              <a:srgbClr val="C5CED8"/>
            </a:solidFill>
            <a:prstDash val="solid"/>
          </a:ln>
        </p:spPr>
      </p:cxnSp>
      <p:cxnSp>
        <p:nvCxnSpPr>
          <p:cNvPr id="262" name="">
            <a:extLst xmlns:a="http://schemas.openxmlformats.org/drawingml/2006/main">
              <a:ext uri="{FF2B5EF4-FFF2-40B4-BE49-F238E27FC236}">
                <a16:creationId xmlns:a16="http://schemas.microsoft.com/office/drawing/2014/main" id="{B8D411FE-2800-496E-B6ED-CF757DFC581A}"/>
              </a:ext>
            </a:extLst>
          </p:cNvPr>
          <p:cNvCxnSpPr>
            <a:stCxn xmlns:a="http://schemas.openxmlformats.org/drawingml/2006/main" id="42" idx="6"/>
            <a:endCxn xmlns:a="http://schemas.openxmlformats.org/drawingml/2006/main" id="47" idx="2"/>
          </p:cNvCxnSpPr>
          <p:nvPr/>
        </p:nvCxnSpPr>
        <p:spPr>
          <a:xfrm xmlns:a="http://schemas.openxmlformats.org/drawingml/2006/main" flipV="1">
            <a:off x="3324225" y="1847850"/>
            <a:ext cx="1628775" cy="1790700"/>
          </a:xfrm>
          <a:prstGeom xmlns:a="http://schemas.openxmlformats.org/drawingml/2006/main" prst="straightConnector1">
            <a:avLst/>
          </a:prstGeom>
          <a:ln xmlns:a="http://schemas.openxmlformats.org/drawingml/2006/main" w="5239">
            <a:solidFill>
              <a:srgbClr val="C5CED8"/>
            </a:solidFill>
            <a:prstDash val="solid"/>
          </a:ln>
        </p:spPr>
      </p:cxnSp>
      <p:cxnSp>
        <p:nvCxnSpPr>
          <p:cNvPr id="261" name="">
            <a:extLst xmlns:a="http://schemas.openxmlformats.org/drawingml/2006/main">
              <a:ext uri="{FF2B5EF4-FFF2-40B4-BE49-F238E27FC236}">
                <a16:creationId xmlns:a16="http://schemas.microsoft.com/office/drawing/2014/main" id="{6DD45918-3E62-46A0-885A-80482B9714E3}"/>
              </a:ext>
            </a:extLst>
          </p:cNvPr>
          <p:cNvCxnSpPr>
            <a:stCxn xmlns:a="http://schemas.openxmlformats.org/drawingml/2006/main" id="41" idx="6"/>
            <a:endCxn xmlns:a="http://schemas.openxmlformats.org/drawingml/2006/main" id="54" idx="2"/>
          </p:cNvCxnSpPr>
          <p:nvPr/>
        </p:nvCxnSpPr>
        <p:spPr>
          <a:xfrm xmlns:a="http://schemas.openxmlformats.org/drawingml/2006/main">
            <a:off x="3324225" y="3429000"/>
            <a:ext cx="1628775" cy="952500"/>
          </a:xfrm>
          <a:prstGeom xmlns:a="http://schemas.openxmlformats.org/drawingml/2006/main" prst="straightConnector1">
            <a:avLst/>
          </a:prstGeom>
          <a:ln xmlns:a="http://schemas.openxmlformats.org/drawingml/2006/main" w="5239">
            <a:solidFill>
              <a:srgbClr val="C5CED8"/>
            </a:solidFill>
            <a:prstDash val="solid"/>
          </a:ln>
        </p:spPr>
      </p:cxnSp>
      <p:cxnSp>
        <p:nvCxnSpPr>
          <p:cNvPr id="260" name="">
            <a:extLst xmlns:a="http://schemas.openxmlformats.org/drawingml/2006/main">
              <a:ext uri="{FF2B5EF4-FFF2-40B4-BE49-F238E27FC236}">
                <a16:creationId xmlns:a16="http://schemas.microsoft.com/office/drawing/2014/main" id="{A164C2AF-68F5-4CE7-A053-39741A21B58C}"/>
              </a:ext>
            </a:extLst>
          </p:cNvPr>
          <p:cNvCxnSpPr>
            <a:stCxn xmlns:a="http://schemas.openxmlformats.org/drawingml/2006/main" id="41" idx="6"/>
            <a:endCxn xmlns:a="http://schemas.openxmlformats.org/drawingml/2006/main" id="53" idx="2"/>
          </p:cNvCxnSpPr>
          <p:nvPr/>
        </p:nvCxnSpPr>
        <p:spPr>
          <a:xfrm xmlns:a="http://schemas.openxmlformats.org/drawingml/2006/main">
            <a:off x="3324225" y="3429000"/>
            <a:ext cx="1628775" cy="590550"/>
          </a:xfrm>
          <a:prstGeom xmlns:a="http://schemas.openxmlformats.org/drawingml/2006/main" prst="straightConnector1">
            <a:avLst/>
          </a:prstGeom>
          <a:ln xmlns:a="http://schemas.openxmlformats.org/drawingml/2006/main" w="5239">
            <a:solidFill>
              <a:srgbClr val="C5CED8"/>
            </a:solidFill>
            <a:prstDash val="solid"/>
          </a:ln>
        </p:spPr>
      </p:cxnSp>
      <p:cxnSp>
        <p:nvCxnSpPr>
          <p:cNvPr id="259" name="">
            <a:extLst xmlns:a="http://schemas.openxmlformats.org/drawingml/2006/main">
              <a:ext uri="{FF2B5EF4-FFF2-40B4-BE49-F238E27FC236}">
                <a16:creationId xmlns:a16="http://schemas.microsoft.com/office/drawing/2014/main" id="{ED3BAEA3-4F8F-4820-B980-57A82298A9AF}"/>
              </a:ext>
            </a:extLst>
          </p:cNvPr>
          <p:cNvCxnSpPr>
            <a:stCxn xmlns:a="http://schemas.openxmlformats.org/drawingml/2006/main" id="41" idx="6"/>
            <a:endCxn xmlns:a="http://schemas.openxmlformats.org/drawingml/2006/main" id="52" idx="2"/>
          </p:cNvCxnSpPr>
          <p:nvPr/>
        </p:nvCxnSpPr>
        <p:spPr>
          <a:xfrm xmlns:a="http://schemas.openxmlformats.org/drawingml/2006/main">
            <a:off x="3324225" y="3429000"/>
            <a:ext cx="1628775" cy="228600"/>
          </a:xfrm>
          <a:prstGeom xmlns:a="http://schemas.openxmlformats.org/drawingml/2006/main" prst="straightConnector1">
            <a:avLst/>
          </a:prstGeom>
          <a:ln xmlns:a="http://schemas.openxmlformats.org/drawingml/2006/main" w="5239">
            <a:solidFill>
              <a:srgbClr val="C5CED8"/>
            </a:solidFill>
            <a:prstDash val="solid"/>
          </a:ln>
        </p:spPr>
      </p:cxnSp>
      <p:cxnSp>
        <p:nvCxnSpPr>
          <p:cNvPr id="258" name="">
            <a:extLst xmlns:a="http://schemas.openxmlformats.org/drawingml/2006/main">
              <a:ext uri="{FF2B5EF4-FFF2-40B4-BE49-F238E27FC236}">
                <a16:creationId xmlns:a16="http://schemas.microsoft.com/office/drawing/2014/main" id="{ED308841-DD5C-44CB-A39E-5DA2126849E9}"/>
              </a:ext>
            </a:extLst>
          </p:cNvPr>
          <p:cNvCxnSpPr>
            <a:stCxn xmlns:a="http://schemas.openxmlformats.org/drawingml/2006/main" id="41" idx="6"/>
            <a:endCxn xmlns:a="http://schemas.openxmlformats.org/drawingml/2006/main" id="51" idx="2"/>
          </p:cNvCxnSpPr>
          <p:nvPr/>
        </p:nvCxnSpPr>
        <p:spPr>
          <a:xfrm xmlns:a="http://schemas.openxmlformats.org/drawingml/2006/main" flipV="1">
            <a:off x="3324225" y="3295650"/>
            <a:ext cx="1628775" cy="133350"/>
          </a:xfrm>
          <a:prstGeom xmlns:a="http://schemas.openxmlformats.org/drawingml/2006/main" prst="straightConnector1">
            <a:avLst/>
          </a:prstGeom>
          <a:ln xmlns:a="http://schemas.openxmlformats.org/drawingml/2006/main" w="5239">
            <a:solidFill>
              <a:srgbClr val="C5CED8"/>
            </a:solidFill>
            <a:prstDash val="solid"/>
          </a:ln>
        </p:spPr>
      </p:cxnSp>
      <p:cxnSp>
        <p:nvCxnSpPr>
          <p:cNvPr id="257" name="">
            <a:extLst xmlns:a="http://schemas.openxmlformats.org/drawingml/2006/main">
              <a:ext uri="{FF2B5EF4-FFF2-40B4-BE49-F238E27FC236}">
                <a16:creationId xmlns:a16="http://schemas.microsoft.com/office/drawing/2014/main" id="{A7E36DB5-EC3E-4474-9436-61A42DC8166A}"/>
              </a:ext>
            </a:extLst>
          </p:cNvPr>
          <p:cNvCxnSpPr>
            <a:stCxn xmlns:a="http://schemas.openxmlformats.org/drawingml/2006/main" id="41" idx="6"/>
            <a:endCxn xmlns:a="http://schemas.openxmlformats.org/drawingml/2006/main" id="50" idx="2"/>
          </p:cNvCxnSpPr>
          <p:nvPr/>
        </p:nvCxnSpPr>
        <p:spPr>
          <a:xfrm xmlns:a="http://schemas.openxmlformats.org/drawingml/2006/main" flipV="1">
            <a:off x="3324225" y="2933700"/>
            <a:ext cx="1628775" cy="495300"/>
          </a:xfrm>
          <a:prstGeom xmlns:a="http://schemas.openxmlformats.org/drawingml/2006/main" prst="straightConnector1">
            <a:avLst/>
          </a:prstGeom>
          <a:ln xmlns:a="http://schemas.openxmlformats.org/drawingml/2006/main" w="5239">
            <a:solidFill>
              <a:srgbClr val="C5CED8"/>
            </a:solidFill>
            <a:prstDash val="solid"/>
          </a:ln>
        </p:spPr>
      </p:cxnSp>
      <p:cxnSp>
        <p:nvCxnSpPr>
          <p:cNvPr id="256" name="">
            <a:extLst xmlns:a="http://schemas.openxmlformats.org/drawingml/2006/main">
              <a:ext uri="{FF2B5EF4-FFF2-40B4-BE49-F238E27FC236}">
                <a16:creationId xmlns:a16="http://schemas.microsoft.com/office/drawing/2014/main" id="{7799F9B0-F3BA-468C-81D2-7C632B9FAAF2}"/>
              </a:ext>
            </a:extLst>
          </p:cNvPr>
          <p:cNvCxnSpPr>
            <a:stCxn xmlns:a="http://schemas.openxmlformats.org/drawingml/2006/main" id="41" idx="6"/>
            <a:endCxn xmlns:a="http://schemas.openxmlformats.org/drawingml/2006/main" id="49" idx="2"/>
          </p:cNvCxnSpPr>
          <p:nvPr/>
        </p:nvCxnSpPr>
        <p:spPr>
          <a:xfrm xmlns:a="http://schemas.openxmlformats.org/drawingml/2006/main" flipV="1">
            <a:off x="3324225" y="2571750"/>
            <a:ext cx="1628775" cy="857250"/>
          </a:xfrm>
          <a:prstGeom xmlns:a="http://schemas.openxmlformats.org/drawingml/2006/main" prst="straightConnector1">
            <a:avLst/>
          </a:prstGeom>
          <a:ln xmlns:a="http://schemas.openxmlformats.org/drawingml/2006/main" w="5239">
            <a:solidFill>
              <a:srgbClr val="C5CED8"/>
            </a:solidFill>
            <a:prstDash val="solid"/>
          </a:ln>
        </p:spPr>
      </p:cxnSp>
      <p:cxnSp>
        <p:nvCxnSpPr>
          <p:cNvPr id="255" name="">
            <a:extLst xmlns:a="http://schemas.openxmlformats.org/drawingml/2006/main">
              <a:ext uri="{FF2B5EF4-FFF2-40B4-BE49-F238E27FC236}">
                <a16:creationId xmlns:a16="http://schemas.microsoft.com/office/drawing/2014/main" id="{C9EAA1E3-7301-4004-96F5-74DA9E1B3FDA}"/>
              </a:ext>
            </a:extLst>
          </p:cNvPr>
          <p:cNvCxnSpPr>
            <a:stCxn xmlns:a="http://schemas.openxmlformats.org/drawingml/2006/main" id="41" idx="6"/>
            <a:endCxn xmlns:a="http://schemas.openxmlformats.org/drawingml/2006/main" id="48" idx="2"/>
          </p:cNvCxnSpPr>
          <p:nvPr/>
        </p:nvCxnSpPr>
        <p:spPr>
          <a:xfrm xmlns:a="http://schemas.openxmlformats.org/drawingml/2006/main" flipV="1">
            <a:off x="3324225" y="2209800"/>
            <a:ext cx="1628775" cy="1219200"/>
          </a:xfrm>
          <a:prstGeom xmlns:a="http://schemas.openxmlformats.org/drawingml/2006/main" prst="straightConnector1">
            <a:avLst/>
          </a:prstGeom>
          <a:ln xmlns:a="http://schemas.openxmlformats.org/drawingml/2006/main" w="5239">
            <a:solidFill>
              <a:srgbClr val="C5CED8"/>
            </a:solidFill>
            <a:prstDash val="solid"/>
          </a:ln>
        </p:spPr>
      </p:cxnSp>
      <p:cxnSp>
        <p:nvCxnSpPr>
          <p:cNvPr id="254" name="">
            <a:extLst xmlns:a="http://schemas.openxmlformats.org/drawingml/2006/main">
              <a:ext uri="{FF2B5EF4-FFF2-40B4-BE49-F238E27FC236}">
                <a16:creationId xmlns:a16="http://schemas.microsoft.com/office/drawing/2014/main" id="{4B5A359B-DB12-40CC-B8D4-5A921B1AAE97}"/>
              </a:ext>
            </a:extLst>
          </p:cNvPr>
          <p:cNvCxnSpPr>
            <a:stCxn xmlns:a="http://schemas.openxmlformats.org/drawingml/2006/main" id="41" idx="6"/>
            <a:endCxn xmlns:a="http://schemas.openxmlformats.org/drawingml/2006/main" id="47" idx="2"/>
          </p:cNvCxnSpPr>
          <p:nvPr/>
        </p:nvCxnSpPr>
        <p:spPr>
          <a:xfrm xmlns:a="http://schemas.openxmlformats.org/drawingml/2006/main" flipV="1">
            <a:off x="3324225" y="1847850"/>
            <a:ext cx="1628775" cy="1581150"/>
          </a:xfrm>
          <a:prstGeom xmlns:a="http://schemas.openxmlformats.org/drawingml/2006/main" prst="straightConnector1">
            <a:avLst/>
          </a:prstGeom>
          <a:ln xmlns:a="http://schemas.openxmlformats.org/drawingml/2006/main" w="5239">
            <a:solidFill>
              <a:srgbClr val="C5CED8"/>
            </a:solidFill>
            <a:prstDash val="solid"/>
          </a:ln>
        </p:spPr>
      </p:cxnSp>
      <p:cxnSp>
        <p:nvCxnSpPr>
          <p:cNvPr id="253" name="">
            <a:extLst xmlns:a="http://schemas.openxmlformats.org/drawingml/2006/main">
              <a:ext uri="{FF2B5EF4-FFF2-40B4-BE49-F238E27FC236}">
                <a16:creationId xmlns:a16="http://schemas.microsoft.com/office/drawing/2014/main" id="{3284B5A8-17BB-4C8A-8755-3734509A4210}"/>
              </a:ext>
            </a:extLst>
          </p:cNvPr>
          <p:cNvCxnSpPr>
            <a:stCxn xmlns:a="http://schemas.openxmlformats.org/drawingml/2006/main" id="40" idx="6"/>
            <a:endCxn xmlns:a="http://schemas.openxmlformats.org/drawingml/2006/main" id="54" idx="2"/>
          </p:cNvCxnSpPr>
          <p:nvPr/>
        </p:nvCxnSpPr>
        <p:spPr>
          <a:xfrm xmlns:a="http://schemas.openxmlformats.org/drawingml/2006/main">
            <a:off x="3324225" y="3219450"/>
            <a:ext cx="1628775" cy="1162050"/>
          </a:xfrm>
          <a:prstGeom xmlns:a="http://schemas.openxmlformats.org/drawingml/2006/main" prst="straightConnector1">
            <a:avLst/>
          </a:prstGeom>
          <a:ln xmlns:a="http://schemas.openxmlformats.org/drawingml/2006/main" w="5239">
            <a:solidFill>
              <a:srgbClr val="C5CED8"/>
            </a:solidFill>
            <a:prstDash val="solid"/>
          </a:ln>
        </p:spPr>
      </p:cxnSp>
      <p:cxnSp>
        <p:nvCxnSpPr>
          <p:cNvPr id="252" name="">
            <a:extLst xmlns:a="http://schemas.openxmlformats.org/drawingml/2006/main">
              <a:ext uri="{FF2B5EF4-FFF2-40B4-BE49-F238E27FC236}">
                <a16:creationId xmlns:a16="http://schemas.microsoft.com/office/drawing/2014/main" id="{4D34977A-E4C7-4063-BD18-85929E3E745D}"/>
              </a:ext>
            </a:extLst>
          </p:cNvPr>
          <p:cNvCxnSpPr>
            <a:stCxn xmlns:a="http://schemas.openxmlformats.org/drawingml/2006/main" id="40" idx="6"/>
            <a:endCxn xmlns:a="http://schemas.openxmlformats.org/drawingml/2006/main" id="53" idx="2"/>
          </p:cNvCxnSpPr>
          <p:nvPr/>
        </p:nvCxnSpPr>
        <p:spPr>
          <a:xfrm xmlns:a="http://schemas.openxmlformats.org/drawingml/2006/main">
            <a:off x="3324225" y="3219450"/>
            <a:ext cx="1628775" cy="800100"/>
          </a:xfrm>
          <a:prstGeom xmlns:a="http://schemas.openxmlformats.org/drawingml/2006/main" prst="straightConnector1">
            <a:avLst/>
          </a:prstGeom>
          <a:ln xmlns:a="http://schemas.openxmlformats.org/drawingml/2006/main" w="5239">
            <a:solidFill>
              <a:srgbClr val="C5CED8"/>
            </a:solidFill>
            <a:prstDash val="solid"/>
          </a:ln>
        </p:spPr>
      </p:cxnSp>
      <p:cxnSp>
        <p:nvCxnSpPr>
          <p:cNvPr id="251" name="">
            <a:extLst xmlns:a="http://schemas.openxmlformats.org/drawingml/2006/main">
              <a:ext uri="{FF2B5EF4-FFF2-40B4-BE49-F238E27FC236}">
                <a16:creationId xmlns:a16="http://schemas.microsoft.com/office/drawing/2014/main" id="{0ACB8963-F09E-4ACB-8CDD-2310F5EDC057}"/>
              </a:ext>
            </a:extLst>
          </p:cNvPr>
          <p:cNvCxnSpPr>
            <a:stCxn xmlns:a="http://schemas.openxmlformats.org/drawingml/2006/main" id="40" idx="6"/>
            <a:endCxn xmlns:a="http://schemas.openxmlformats.org/drawingml/2006/main" id="52" idx="2"/>
          </p:cNvCxnSpPr>
          <p:nvPr/>
        </p:nvCxnSpPr>
        <p:spPr>
          <a:xfrm xmlns:a="http://schemas.openxmlformats.org/drawingml/2006/main">
            <a:off x="3324225" y="3219450"/>
            <a:ext cx="1628775" cy="438150"/>
          </a:xfrm>
          <a:prstGeom xmlns:a="http://schemas.openxmlformats.org/drawingml/2006/main" prst="straightConnector1">
            <a:avLst/>
          </a:prstGeom>
          <a:ln xmlns:a="http://schemas.openxmlformats.org/drawingml/2006/main" w="5239">
            <a:solidFill>
              <a:srgbClr val="C5CED8"/>
            </a:solidFill>
            <a:prstDash val="solid"/>
          </a:ln>
        </p:spPr>
      </p:cxnSp>
      <p:cxnSp>
        <p:nvCxnSpPr>
          <p:cNvPr id="250" name="">
            <a:extLst xmlns:a="http://schemas.openxmlformats.org/drawingml/2006/main">
              <a:ext uri="{FF2B5EF4-FFF2-40B4-BE49-F238E27FC236}">
                <a16:creationId xmlns:a16="http://schemas.microsoft.com/office/drawing/2014/main" id="{A246A2DC-4F3C-4986-9FA8-957E29939C8B}"/>
              </a:ext>
            </a:extLst>
          </p:cNvPr>
          <p:cNvCxnSpPr>
            <a:stCxn xmlns:a="http://schemas.openxmlformats.org/drawingml/2006/main" id="40" idx="6"/>
            <a:endCxn xmlns:a="http://schemas.openxmlformats.org/drawingml/2006/main" id="51" idx="2"/>
          </p:cNvCxnSpPr>
          <p:nvPr/>
        </p:nvCxnSpPr>
        <p:spPr>
          <a:xfrm xmlns:a="http://schemas.openxmlformats.org/drawingml/2006/main">
            <a:off x="3324225" y="3219450"/>
            <a:ext cx="1628775" cy="76200"/>
          </a:xfrm>
          <a:prstGeom xmlns:a="http://schemas.openxmlformats.org/drawingml/2006/main" prst="straightConnector1">
            <a:avLst/>
          </a:prstGeom>
          <a:ln xmlns:a="http://schemas.openxmlformats.org/drawingml/2006/main" w="5239">
            <a:solidFill>
              <a:srgbClr val="C5CED8"/>
            </a:solidFill>
            <a:prstDash val="solid"/>
          </a:ln>
        </p:spPr>
      </p:cxnSp>
      <p:cxnSp>
        <p:nvCxnSpPr>
          <p:cNvPr id="249" name="">
            <a:extLst xmlns:a="http://schemas.openxmlformats.org/drawingml/2006/main">
              <a:ext uri="{FF2B5EF4-FFF2-40B4-BE49-F238E27FC236}">
                <a16:creationId xmlns:a16="http://schemas.microsoft.com/office/drawing/2014/main" id="{AD9C22F4-B339-41FC-A9E4-06221A0666E3}"/>
              </a:ext>
            </a:extLst>
          </p:cNvPr>
          <p:cNvCxnSpPr>
            <a:stCxn xmlns:a="http://schemas.openxmlformats.org/drawingml/2006/main" id="40" idx="6"/>
            <a:endCxn xmlns:a="http://schemas.openxmlformats.org/drawingml/2006/main" id="50" idx="2"/>
          </p:cNvCxnSpPr>
          <p:nvPr/>
        </p:nvCxnSpPr>
        <p:spPr>
          <a:xfrm xmlns:a="http://schemas.openxmlformats.org/drawingml/2006/main" flipV="1">
            <a:off x="3324225" y="2933700"/>
            <a:ext cx="1628775" cy="285750"/>
          </a:xfrm>
          <a:prstGeom xmlns:a="http://schemas.openxmlformats.org/drawingml/2006/main" prst="straightConnector1">
            <a:avLst/>
          </a:prstGeom>
          <a:ln xmlns:a="http://schemas.openxmlformats.org/drawingml/2006/main" w="5239">
            <a:solidFill>
              <a:srgbClr val="C5CED8"/>
            </a:solidFill>
            <a:prstDash val="solid"/>
          </a:ln>
        </p:spPr>
      </p:cxnSp>
      <p:cxnSp>
        <p:nvCxnSpPr>
          <p:cNvPr id="248" name="">
            <a:extLst xmlns:a="http://schemas.openxmlformats.org/drawingml/2006/main">
              <a:ext uri="{FF2B5EF4-FFF2-40B4-BE49-F238E27FC236}">
                <a16:creationId xmlns:a16="http://schemas.microsoft.com/office/drawing/2014/main" id="{25B53F61-69BB-4F38-A2A4-1AF37008A404}"/>
              </a:ext>
            </a:extLst>
          </p:cNvPr>
          <p:cNvCxnSpPr>
            <a:stCxn xmlns:a="http://schemas.openxmlformats.org/drawingml/2006/main" id="40" idx="6"/>
            <a:endCxn xmlns:a="http://schemas.openxmlformats.org/drawingml/2006/main" id="49" idx="2"/>
          </p:cNvCxnSpPr>
          <p:nvPr/>
        </p:nvCxnSpPr>
        <p:spPr>
          <a:xfrm xmlns:a="http://schemas.openxmlformats.org/drawingml/2006/main" flipV="1">
            <a:off x="3324225" y="2571750"/>
            <a:ext cx="1628775" cy="647700"/>
          </a:xfrm>
          <a:prstGeom xmlns:a="http://schemas.openxmlformats.org/drawingml/2006/main" prst="straightConnector1">
            <a:avLst/>
          </a:prstGeom>
          <a:ln xmlns:a="http://schemas.openxmlformats.org/drawingml/2006/main" w="5239">
            <a:solidFill>
              <a:srgbClr val="C5CED8"/>
            </a:solidFill>
            <a:prstDash val="solid"/>
          </a:ln>
        </p:spPr>
      </p:cxnSp>
      <p:cxnSp>
        <p:nvCxnSpPr>
          <p:cNvPr id="247" name="">
            <a:extLst xmlns:a="http://schemas.openxmlformats.org/drawingml/2006/main">
              <a:ext uri="{FF2B5EF4-FFF2-40B4-BE49-F238E27FC236}">
                <a16:creationId xmlns:a16="http://schemas.microsoft.com/office/drawing/2014/main" id="{08C19511-EA96-4DDD-A201-CBC02449CD04}"/>
              </a:ext>
            </a:extLst>
          </p:cNvPr>
          <p:cNvCxnSpPr>
            <a:stCxn xmlns:a="http://schemas.openxmlformats.org/drawingml/2006/main" id="40" idx="6"/>
            <a:endCxn xmlns:a="http://schemas.openxmlformats.org/drawingml/2006/main" id="48" idx="2"/>
          </p:cNvCxnSpPr>
          <p:nvPr/>
        </p:nvCxnSpPr>
        <p:spPr>
          <a:xfrm xmlns:a="http://schemas.openxmlformats.org/drawingml/2006/main" flipV="1">
            <a:off x="3324225" y="2209800"/>
            <a:ext cx="1628775" cy="1009650"/>
          </a:xfrm>
          <a:prstGeom xmlns:a="http://schemas.openxmlformats.org/drawingml/2006/main" prst="straightConnector1">
            <a:avLst/>
          </a:prstGeom>
          <a:ln xmlns:a="http://schemas.openxmlformats.org/drawingml/2006/main" w="5239">
            <a:solidFill>
              <a:srgbClr val="C5CED8"/>
            </a:solidFill>
            <a:prstDash val="solid"/>
          </a:ln>
        </p:spPr>
      </p:cxnSp>
      <p:cxnSp>
        <p:nvCxnSpPr>
          <p:cNvPr id="246" name="">
            <a:extLst xmlns:a="http://schemas.openxmlformats.org/drawingml/2006/main">
              <a:ext uri="{FF2B5EF4-FFF2-40B4-BE49-F238E27FC236}">
                <a16:creationId xmlns:a16="http://schemas.microsoft.com/office/drawing/2014/main" id="{8AEDA8FC-6628-440B-8D0E-6FDB26496112}"/>
              </a:ext>
            </a:extLst>
          </p:cNvPr>
          <p:cNvCxnSpPr>
            <a:stCxn xmlns:a="http://schemas.openxmlformats.org/drawingml/2006/main" id="40" idx="6"/>
            <a:endCxn xmlns:a="http://schemas.openxmlformats.org/drawingml/2006/main" id="47" idx="2"/>
          </p:cNvCxnSpPr>
          <p:nvPr/>
        </p:nvCxnSpPr>
        <p:spPr>
          <a:xfrm xmlns:a="http://schemas.openxmlformats.org/drawingml/2006/main" flipV="1">
            <a:off x="3324225" y="1847850"/>
            <a:ext cx="1628775" cy="1371600"/>
          </a:xfrm>
          <a:prstGeom xmlns:a="http://schemas.openxmlformats.org/drawingml/2006/main" prst="straightConnector1">
            <a:avLst/>
          </a:prstGeom>
          <a:ln xmlns:a="http://schemas.openxmlformats.org/drawingml/2006/main" w="5239">
            <a:solidFill>
              <a:srgbClr val="C5CED8"/>
            </a:solidFill>
            <a:prstDash val="solid"/>
          </a:ln>
        </p:spPr>
      </p:cxnSp>
      <p:cxnSp>
        <p:nvCxnSpPr>
          <p:cNvPr id="245" name="">
            <a:extLst xmlns:a="http://schemas.openxmlformats.org/drawingml/2006/main">
              <a:ext uri="{FF2B5EF4-FFF2-40B4-BE49-F238E27FC236}">
                <a16:creationId xmlns:a16="http://schemas.microsoft.com/office/drawing/2014/main" id="{52A0B7DB-CD82-43D5-8DFA-FE760CF15869}"/>
              </a:ext>
            </a:extLst>
          </p:cNvPr>
          <p:cNvCxnSpPr>
            <a:stCxn xmlns:a="http://schemas.openxmlformats.org/drawingml/2006/main" id="39" idx="6"/>
            <a:endCxn xmlns:a="http://schemas.openxmlformats.org/drawingml/2006/main" id="54" idx="2"/>
          </p:cNvCxnSpPr>
          <p:nvPr/>
        </p:nvCxnSpPr>
        <p:spPr>
          <a:xfrm xmlns:a="http://schemas.openxmlformats.org/drawingml/2006/main">
            <a:off x="3324225" y="3009900"/>
            <a:ext cx="1628775" cy="1371600"/>
          </a:xfrm>
          <a:prstGeom xmlns:a="http://schemas.openxmlformats.org/drawingml/2006/main" prst="straightConnector1">
            <a:avLst/>
          </a:prstGeom>
          <a:ln xmlns:a="http://schemas.openxmlformats.org/drawingml/2006/main" w="5239">
            <a:solidFill>
              <a:srgbClr val="C5CED8"/>
            </a:solidFill>
            <a:prstDash val="solid"/>
          </a:ln>
        </p:spPr>
      </p:cxnSp>
      <p:cxnSp>
        <p:nvCxnSpPr>
          <p:cNvPr id="244" name="">
            <a:extLst xmlns:a="http://schemas.openxmlformats.org/drawingml/2006/main">
              <a:ext uri="{FF2B5EF4-FFF2-40B4-BE49-F238E27FC236}">
                <a16:creationId xmlns:a16="http://schemas.microsoft.com/office/drawing/2014/main" id="{5D236BB5-CD89-4AAF-A71D-46E12DCE2A8D}"/>
              </a:ext>
            </a:extLst>
          </p:cNvPr>
          <p:cNvCxnSpPr>
            <a:stCxn xmlns:a="http://schemas.openxmlformats.org/drawingml/2006/main" id="39" idx="6"/>
            <a:endCxn xmlns:a="http://schemas.openxmlformats.org/drawingml/2006/main" id="53" idx="2"/>
          </p:cNvCxnSpPr>
          <p:nvPr/>
        </p:nvCxnSpPr>
        <p:spPr>
          <a:xfrm xmlns:a="http://schemas.openxmlformats.org/drawingml/2006/main">
            <a:off x="3324225" y="3009900"/>
            <a:ext cx="1628775" cy="1009650"/>
          </a:xfrm>
          <a:prstGeom xmlns:a="http://schemas.openxmlformats.org/drawingml/2006/main" prst="straightConnector1">
            <a:avLst/>
          </a:prstGeom>
          <a:ln xmlns:a="http://schemas.openxmlformats.org/drawingml/2006/main" w="5239">
            <a:solidFill>
              <a:srgbClr val="C5CED8"/>
            </a:solidFill>
            <a:prstDash val="solid"/>
          </a:ln>
        </p:spPr>
      </p:cxnSp>
      <p:cxnSp>
        <p:nvCxnSpPr>
          <p:cNvPr id="243" name="">
            <a:extLst xmlns:a="http://schemas.openxmlformats.org/drawingml/2006/main">
              <a:ext uri="{FF2B5EF4-FFF2-40B4-BE49-F238E27FC236}">
                <a16:creationId xmlns:a16="http://schemas.microsoft.com/office/drawing/2014/main" id="{B12A4CB1-490F-4665-9603-B5146A214067}"/>
              </a:ext>
            </a:extLst>
          </p:cNvPr>
          <p:cNvCxnSpPr>
            <a:stCxn xmlns:a="http://schemas.openxmlformats.org/drawingml/2006/main" id="39" idx="6"/>
            <a:endCxn xmlns:a="http://schemas.openxmlformats.org/drawingml/2006/main" id="52" idx="2"/>
          </p:cNvCxnSpPr>
          <p:nvPr/>
        </p:nvCxnSpPr>
        <p:spPr>
          <a:xfrm xmlns:a="http://schemas.openxmlformats.org/drawingml/2006/main">
            <a:off x="3324225" y="3009900"/>
            <a:ext cx="1628775" cy="647700"/>
          </a:xfrm>
          <a:prstGeom xmlns:a="http://schemas.openxmlformats.org/drawingml/2006/main" prst="straightConnector1">
            <a:avLst/>
          </a:prstGeom>
          <a:ln xmlns:a="http://schemas.openxmlformats.org/drawingml/2006/main" w="5239">
            <a:solidFill>
              <a:srgbClr val="C5CED8"/>
            </a:solidFill>
            <a:prstDash val="solid"/>
          </a:ln>
        </p:spPr>
      </p:cxnSp>
      <p:cxnSp>
        <p:nvCxnSpPr>
          <p:cNvPr id="242" name="">
            <a:extLst xmlns:a="http://schemas.openxmlformats.org/drawingml/2006/main">
              <a:ext uri="{FF2B5EF4-FFF2-40B4-BE49-F238E27FC236}">
                <a16:creationId xmlns:a16="http://schemas.microsoft.com/office/drawing/2014/main" id="{5DFB8DCC-F163-4831-936B-61BCEB81BAED}"/>
              </a:ext>
            </a:extLst>
          </p:cNvPr>
          <p:cNvCxnSpPr>
            <a:stCxn xmlns:a="http://schemas.openxmlformats.org/drawingml/2006/main" id="39" idx="6"/>
            <a:endCxn xmlns:a="http://schemas.openxmlformats.org/drawingml/2006/main" id="51" idx="2"/>
          </p:cNvCxnSpPr>
          <p:nvPr/>
        </p:nvCxnSpPr>
        <p:spPr>
          <a:xfrm xmlns:a="http://schemas.openxmlformats.org/drawingml/2006/main">
            <a:off x="3324225" y="3009900"/>
            <a:ext cx="1628775" cy="285750"/>
          </a:xfrm>
          <a:prstGeom xmlns:a="http://schemas.openxmlformats.org/drawingml/2006/main" prst="straightConnector1">
            <a:avLst/>
          </a:prstGeom>
          <a:ln xmlns:a="http://schemas.openxmlformats.org/drawingml/2006/main" w="5239">
            <a:solidFill>
              <a:srgbClr val="C5CED8"/>
            </a:solidFill>
            <a:prstDash val="solid"/>
          </a:ln>
        </p:spPr>
      </p:cxnSp>
      <p:cxnSp>
        <p:nvCxnSpPr>
          <p:cNvPr id="241" name="">
            <a:extLst xmlns:a="http://schemas.openxmlformats.org/drawingml/2006/main">
              <a:ext uri="{FF2B5EF4-FFF2-40B4-BE49-F238E27FC236}">
                <a16:creationId xmlns:a16="http://schemas.microsoft.com/office/drawing/2014/main" id="{2AB3C85D-DCE4-45A1-A812-5A961E6B07FB}"/>
              </a:ext>
            </a:extLst>
          </p:cNvPr>
          <p:cNvCxnSpPr>
            <a:stCxn xmlns:a="http://schemas.openxmlformats.org/drawingml/2006/main" id="39" idx="6"/>
            <a:endCxn xmlns:a="http://schemas.openxmlformats.org/drawingml/2006/main" id="50" idx="2"/>
          </p:cNvCxnSpPr>
          <p:nvPr/>
        </p:nvCxnSpPr>
        <p:spPr>
          <a:xfrm xmlns:a="http://schemas.openxmlformats.org/drawingml/2006/main" flipV="1">
            <a:off x="3324225" y="2933700"/>
            <a:ext cx="1628775" cy="76200"/>
          </a:xfrm>
          <a:prstGeom xmlns:a="http://schemas.openxmlformats.org/drawingml/2006/main" prst="straightConnector1">
            <a:avLst/>
          </a:prstGeom>
          <a:ln xmlns:a="http://schemas.openxmlformats.org/drawingml/2006/main" w="5239">
            <a:solidFill>
              <a:srgbClr val="C5CED8"/>
            </a:solidFill>
            <a:prstDash val="solid"/>
          </a:ln>
        </p:spPr>
      </p:cxnSp>
      <p:cxnSp>
        <p:nvCxnSpPr>
          <p:cNvPr id="240" name="">
            <a:extLst xmlns:a="http://schemas.openxmlformats.org/drawingml/2006/main">
              <a:ext uri="{FF2B5EF4-FFF2-40B4-BE49-F238E27FC236}">
                <a16:creationId xmlns:a16="http://schemas.microsoft.com/office/drawing/2014/main" id="{8C200517-31F5-41C7-8809-64902063F66B}"/>
              </a:ext>
            </a:extLst>
          </p:cNvPr>
          <p:cNvCxnSpPr>
            <a:stCxn xmlns:a="http://schemas.openxmlformats.org/drawingml/2006/main" id="39" idx="6"/>
            <a:endCxn xmlns:a="http://schemas.openxmlformats.org/drawingml/2006/main" id="49" idx="2"/>
          </p:cNvCxnSpPr>
          <p:nvPr/>
        </p:nvCxnSpPr>
        <p:spPr>
          <a:xfrm xmlns:a="http://schemas.openxmlformats.org/drawingml/2006/main" flipV="1">
            <a:off x="3324225" y="2571750"/>
            <a:ext cx="1628775" cy="438150"/>
          </a:xfrm>
          <a:prstGeom xmlns:a="http://schemas.openxmlformats.org/drawingml/2006/main" prst="straightConnector1">
            <a:avLst/>
          </a:prstGeom>
          <a:ln xmlns:a="http://schemas.openxmlformats.org/drawingml/2006/main" w="5239">
            <a:solidFill>
              <a:srgbClr val="C5CED8"/>
            </a:solidFill>
            <a:prstDash val="solid"/>
          </a:ln>
        </p:spPr>
      </p:cxnSp>
      <p:cxnSp>
        <p:nvCxnSpPr>
          <p:cNvPr id="239" name="">
            <a:extLst xmlns:a="http://schemas.openxmlformats.org/drawingml/2006/main">
              <a:ext uri="{FF2B5EF4-FFF2-40B4-BE49-F238E27FC236}">
                <a16:creationId xmlns:a16="http://schemas.microsoft.com/office/drawing/2014/main" id="{C15E6D26-89FD-409B-BD48-54C24E0BF4BD}"/>
              </a:ext>
            </a:extLst>
          </p:cNvPr>
          <p:cNvCxnSpPr>
            <a:stCxn xmlns:a="http://schemas.openxmlformats.org/drawingml/2006/main" id="39" idx="6"/>
            <a:endCxn xmlns:a="http://schemas.openxmlformats.org/drawingml/2006/main" id="48" idx="2"/>
          </p:cNvCxnSpPr>
          <p:nvPr/>
        </p:nvCxnSpPr>
        <p:spPr>
          <a:xfrm xmlns:a="http://schemas.openxmlformats.org/drawingml/2006/main" flipV="1">
            <a:off x="3324225" y="2209800"/>
            <a:ext cx="1628775" cy="800100"/>
          </a:xfrm>
          <a:prstGeom xmlns:a="http://schemas.openxmlformats.org/drawingml/2006/main" prst="straightConnector1">
            <a:avLst/>
          </a:prstGeom>
          <a:ln xmlns:a="http://schemas.openxmlformats.org/drawingml/2006/main" w="5239">
            <a:solidFill>
              <a:srgbClr val="C5CED8"/>
            </a:solidFill>
            <a:prstDash val="solid"/>
          </a:ln>
        </p:spPr>
      </p:cxnSp>
      <p:cxnSp>
        <p:nvCxnSpPr>
          <p:cNvPr id="238" name="">
            <a:extLst xmlns:a="http://schemas.openxmlformats.org/drawingml/2006/main">
              <a:ext uri="{FF2B5EF4-FFF2-40B4-BE49-F238E27FC236}">
                <a16:creationId xmlns:a16="http://schemas.microsoft.com/office/drawing/2014/main" id="{9A84BD77-CB64-4D9C-96F7-6AE70CB491C3}"/>
              </a:ext>
            </a:extLst>
          </p:cNvPr>
          <p:cNvCxnSpPr>
            <a:stCxn xmlns:a="http://schemas.openxmlformats.org/drawingml/2006/main" id="39" idx="6"/>
            <a:endCxn xmlns:a="http://schemas.openxmlformats.org/drawingml/2006/main" id="47" idx="2"/>
          </p:cNvCxnSpPr>
          <p:nvPr/>
        </p:nvCxnSpPr>
        <p:spPr>
          <a:xfrm xmlns:a="http://schemas.openxmlformats.org/drawingml/2006/main" flipV="1">
            <a:off x="3324225" y="1847850"/>
            <a:ext cx="1628775" cy="1162050"/>
          </a:xfrm>
          <a:prstGeom xmlns:a="http://schemas.openxmlformats.org/drawingml/2006/main" prst="straightConnector1">
            <a:avLst/>
          </a:prstGeom>
          <a:ln xmlns:a="http://schemas.openxmlformats.org/drawingml/2006/main" w="5239">
            <a:solidFill>
              <a:srgbClr val="C5CED8"/>
            </a:solidFill>
            <a:prstDash val="solid"/>
          </a:ln>
        </p:spPr>
      </p:cxnSp>
      <p:cxnSp>
        <p:nvCxnSpPr>
          <p:cNvPr id="237" name="">
            <a:extLst xmlns:a="http://schemas.openxmlformats.org/drawingml/2006/main">
              <a:ext uri="{FF2B5EF4-FFF2-40B4-BE49-F238E27FC236}">
                <a16:creationId xmlns:a16="http://schemas.microsoft.com/office/drawing/2014/main" id="{C606631A-5D25-4EBA-BBF2-9C15DF6338B3}"/>
              </a:ext>
            </a:extLst>
          </p:cNvPr>
          <p:cNvCxnSpPr>
            <a:stCxn xmlns:a="http://schemas.openxmlformats.org/drawingml/2006/main" id="38" idx="6"/>
            <a:endCxn xmlns:a="http://schemas.openxmlformats.org/drawingml/2006/main" id="54" idx="2"/>
          </p:cNvCxnSpPr>
          <p:nvPr/>
        </p:nvCxnSpPr>
        <p:spPr>
          <a:xfrm xmlns:a="http://schemas.openxmlformats.org/drawingml/2006/main">
            <a:off x="3324225" y="2800350"/>
            <a:ext cx="1628775" cy="1581150"/>
          </a:xfrm>
          <a:prstGeom xmlns:a="http://schemas.openxmlformats.org/drawingml/2006/main" prst="straightConnector1">
            <a:avLst/>
          </a:prstGeom>
          <a:ln xmlns:a="http://schemas.openxmlformats.org/drawingml/2006/main" w="5239">
            <a:solidFill>
              <a:srgbClr val="C5CED8"/>
            </a:solidFill>
            <a:prstDash val="solid"/>
          </a:ln>
        </p:spPr>
      </p:cxnSp>
      <p:cxnSp>
        <p:nvCxnSpPr>
          <p:cNvPr id="236" name="">
            <a:extLst xmlns:a="http://schemas.openxmlformats.org/drawingml/2006/main">
              <a:ext uri="{FF2B5EF4-FFF2-40B4-BE49-F238E27FC236}">
                <a16:creationId xmlns:a16="http://schemas.microsoft.com/office/drawing/2014/main" id="{5014110B-88F6-42DE-8D8E-259A47499C31}"/>
              </a:ext>
            </a:extLst>
          </p:cNvPr>
          <p:cNvCxnSpPr>
            <a:stCxn xmlns:a="http://schemas.openxmlformats.org/drawingml/2006/main" id="38" idx="6"/>
            <a:endCxn xmlns:a="http://schemas.openxmlformats.org/drawingml/2006/main" id="53" idx="2"/>
          </p:cNvCxnSpPr>
          <p:nvPr/>
        </p:nvCxnSpPr>
        <p:spPr>
          <a:xfrm xmlns:a="http://schemas.openxmlformats.org/drawingml/2006/main">
            <a:off x="3324225" y="2800350"/>
            <a:ext cx="1628775" cy="1219200"/>
          </a:xfrm>
          <a:prstGeom xmlns:a="http://schemas.openxmlformats.org/drawingml/2006/main" prst="straightConnector1">
            <a:avLst/>
          </a:prstGeom>
          <a:ln xmlns:a="http://schemas.openxmlformats.org/drawingml/2006/main" w="5239">
            <a:solidFill>
              <a:srgbClr val="C5CED8"/>
            </a:solidFill>
            <a:prstDash val="solid"/>
          </a:ln>
        </p:spPr>
      </p:cxnSp>
      <p:cxnSp>
        <p:nvCxnSpPr>
          <p:cNvPr id="235" name="">
            <a:extLst xmlns:a="http://schemas.openxmlformats.org/drawingml/2006/main">
              <a:ext uri="{FF2B5EF4-FFF2-40B4-BE49-F238E27FC236}">
                <a16:creationId xmlns:a16="http://schemas.microsoft.com/office/drawing/2014/main" id="{15C87C67-0E88-403D-B276-0970845F2636}"/>
              </a:ext>
            </a:extLst>
          </p:cNvPr>
          <p:cNvCxnSpPr>
            <a:stCxn xmlns:a="http://schemas.openxmlformats.org/drawingml/2006/main" id="38" idx="6"/>
            <a:endCxn xmlns:a="http://schemas.openxmlformats.org/drawingml/2006/main" id="52" idx="2"/>
          </p:cNvCxnSpPr>
          <p:nvPr/>
        </p:nvCxnSpPr>
        <p:spPr>
          <a:xfrm xmlns:a="http://schemas.openxmlformats.org/drawingml/2006/main">
            <a:off x="3324225" y="2800350"/>
            <a:ext cx="1628775" cy="857250"/>
          </a:xfrm>
          <a:prstGeom xmlns:a="http://schemas.openxmlformats.org/drawingml/2006/main" prst="straightConnector1">
            <a:avLst/>
          </a:prstGeom>
          <a:ln xmlns:a="http://schemas.openxmlformats.org/drawingml/2006/main" w="5239">
            <a:solidFill>
              <a:srgbClr val="C5CED8"/>
            </a:solidFill>
            <a:prstDash val="solid"/>
          </a:ln>
        </p:spPr>
      </p:cxnSp>
      <p:cxnSp>
        <p:nvCxnSpPr>
          <p:cNvPr id="234" name="">
            <a:extLst xmlns:a="http://schemas.openxmlformats.org/drawingml/2006/main">
              <a:ext uri="{FF2B5EF4-FFF2-40B4-BE49-F238E27FC236}">
                <a16:creationId xmlns:a16="http://schemas.microsoft.com/office/drawing/2014/main" id="{2467CC01-EA45-453E-B2AC-F192431A5D41}"/>
              </a:ext>
            </a:extLst>
          </p:cNvPr>
          <p:cNvCxnSpPr>
            <a:stCxn xmlns:a="http://schemas.openxmlformats.org/drawingml/2006/main" id="38" idx="6"/>
            <a:endCxn xmlns:a="http://schemas.openxmlformats.org/drawingml/2006/main" id="51" idx="2"/>
          </p:cNvCxnSpPr>
          <p:nvPr/>
        </p:nvCxnSpPr>
        <p:spPr>
          <a:xfrm xmlns:a="http://schemas.openxmlformats.org/drawingml/2006/main">
            <a:off x="3324225" y="2800350"/>
            <a:ext cx="1628775" cy="495300"/>
          </a:xfrm>
          <a:prstGeom xmlns:a="http://schemas.openxmlformats.org/drawingml/2006/main" prst="straightConnector1">
            <a:avLst/>
          </a:prstGeom>
          <a:ln xmlns:a="http://schemas.openxmlformats.org/drawingml/2006/main" w="5239">
            <a:solidFill>
              <a:srgbClr val="C5CED8"/>
            </a:solidFill>
            <a:prstDash val="solid"/>
          </a:ln>
        </p:spPr>
      </p:cxnSp>
      <p:cxnSp>
        <p:nvCxnSpPr>
          <p:cNvPr id="233" name="">
            <a:extLst xmlns:a="http://schemas.openxmlformats.org/drawingml/2006/main">
              <a:ext uri="{FF2B5EF4-FFF2-40B4-BE49-F238E27FC236}">
                <a16:creationId xmlns:a16="http://schemas.microsoft.com/office/drawing/2014/main" id="{D7804EB6-8DDF-4EE0-901C-FF2A7C5140EE}"/>
              </a:ext>
            </a:extLst>
          </p:cNvPr>
          <p:cNvCxnSpPr>
            <a:stCxn xmlns:a="http://schemas.openxmlformats.org/drawingml/2006/main" id="38" idx="6"/>
            <a:endCxn xmlns:a="http://schemas.openxmlformats.org/drawingml/2006/main" id="50" idx="2"/>
          </p:cNvCxnSpPr>
          <p:nvPr/>
        </p:nvCxnSpPr>
        <p:spPr>
          <a:xfrm xmlns:a="http://schemas.openxmlformats.org/drawingml/2006/main">
            <a:off x="3324225" y="2800350"/>
            <a:ext cx="1628775" cy="133350"/>
          </a:xfrm>
          <a:prstGeom xmlns:a="http://schemas.openxmlformats.org/drawingml/2006/main" prst="straightConnector1">
            <a:avLst/>
          </a:prstGeom>
          <a:ln xmlns:a="http://schemas.openxmlformats.org/drawingml/2006/main" w="5239">
            <a:solidFill>
              <a:srgbClr val="C5CED8"/>
            </a:solidFill>
            <a:prstDash val="solid"/>
          </a:ln>
        </p:spPr>
      </p:cxnSp>
      <p:cxnSp>
        <p:nvCxnSpPr>
          <p:cNvPr id="232" name="">
            <a:extLst xmlns:a="http://schemas.openxmlformats.org/drawingml/2006/main">
              <a:ext uri="{FF2B5EF4-FFF2-40B4-BE49-F238E27FC236}">
                <a16:creationId xmlns:a16="http://schemas.microsoft.com/office/drawing/2014/main" id="{5388D017-CB91-4F67-B556-C2CF8FE5CC65}"/>
              </a:ext>
            </a:extLst>
          </p:cNvPr>
          <p:cNvCxnSpPr>
            <a:stCxn xmlns:a="http://schemas.openxmlformats.org/drawingml/2006/main" id="38" idx="6"/>
            <a:endCxn xmlns:a="http://schemas.openxmlformats.org/drawingml/2006/main" id="49" idx="2"/>
          </p:cNvCxnSpPr>
          <p:nvPr/>
        </p:nvCxnSpPr>
        <p:spPr>
          <a:xfrm xmlns:a="http://schemas.openxmlformats.org/drawingml/2006/main" flipV="1">
            <a:off x="3324225" y="2571750"/>
            <a:ext cx="1628775" cy="228600"/>
          </a:xfrm>
          <a:prstGeom xmlns:a="http://schemas.openxmlformats.org/drawingml/2006/main" prst="straightConnector1">
            <a:avLst/>
          </a:prstGeom>
          <a:ln xmlns:a="http://schemas.openxmlformats.org/drawingml/2006/main" w="5239">
            <a:solidFill>
              <a:srgbClr val="C5CED8"/>
            </a:solidFill>
            <a:prstDash val="solid"/>
          </a:ln>
        </p:spPr>
      </p:cxnSp>
      <p:cxnSp>
        <p:nvCxnSpPr>
          <p:cNvPr id="231" name="">
            <a:extLst xmlns:a="http://schemas.openxmlformats.org/drawingml/2006/main">
              <a:ext uri="{FF2B5EF4-FFF2-40B4-BE49-F238E27FC236}">
                <a16:creationId xmlns:a16="http://schemas.microsoft.com/office/drawing/2014/main" id="{878E7607-A252-4C2C-AB37-55D4414EF43D}"/>
              </a:ext>
            </a:extLst>
          </p:cNvPr>
          <p:cNvCxnSpPr>
            <a:stCxn xmlns:a="http://schemas.openxmlformats.org/drawingml/2006/main" id="38" idx="6"/>
            <a:endCxn xmlns:a="http://schemas.openxmlformats.org/drawingml/2006/main" id="48" idx="2"/>
          </p:cNvCxnSpPr>
          <p:nvPr/>
        </p:nvCxnSpPr>
        <p:spPr>
          <a:xfrm xmlns:a="http://schemas.openxmlformats.org/drawingml/2006/main" flipV="1">
            <a:off x="3324225" y="2209800"/>
            <a:ext cx="1628775" cy="590550"/>
          </a:xfrm>
          <a:prstGeom xmlns:a="http://schemas.openxmlformats.org/drawingml/2006/main" prst="straightConnector1">
            <a:avLst/>
          </a:prstGeom>
          <a:ln xmlns:a="http://schemas.openxmlformats.org/drawingml/2006/main" w="5239">
            <a:solidFill>
              <a:srgbClr val="C5CED8"/>
            </a:solidFill>
            <a:prstDash val="solid"/>
          </a:ln>
        </p:spPr>
      </p:cxnSp>
      <p:cxnSp>
        <p:nvCxnSpPr>
          <p:cNvPr id="230" name="">
            <a:extLst xmlns:a="http://schemas.openxmlformats.org/drawingml/2006/main">
              <a:ext uri="{FF2B5EF4-FFF2-40B4-BE49-F238E27FC236}">
                <a16:creationId xmlns:a16="http://schemas.microsoft.com/office/drawing/2014/main" id="{753EA581-56B8-4C82-B2CA-985313E3452D}"/>
              </a:ext>
            </a:extLst>
          </p:cNvPr>
          <p:cNvCxnSpPr>
            <a:stCxn xmlns:a="http://schemas.openxmlformats.org/drawingml/2006/main" id="38" idx="6"/>
            <a:endCxn xmlns:a="http://schemas.openxmlformats.org/drawingml/2006/main" id="47" idx="2"/>
          </p:cNvCxnSpPr>
          <p:nvPr/>
        </p:nvCxnSpPr>
        <p:spPr>
          <a:xfrm xmlns:a="http://schemas.openxmlformats.org/drawingml/2006/main" flipV="1">
            <a:off x="3324225" y="1847850"/>
            <a:ext cx="1628775" cy="952500"/>
          </a:xfrm>
          <a:prstGeom xmlns:a="http://schemas.openxmlformats.org/drawingml/2006/main" prst="straightConnector1">
            <a:avLst/>
          </a:prstGeom>
          <a:ln xmlns:a="http://schemas.openxmlformats.org/drawingml/2006/main" w="5239">
            <a:solidFill>
              <a:srgbClr val="C5CED8"/>
            </a:solidFill>
            <a:prstDash val="solid"/>
          </a:ln>
        </p:spPr>
      </p:cxnSp>
      <p:cxnSp>
        <p:nvCxnSpPr>
          <p:cNvPr id="229" name="">
            <a:extLst xmlns:a="http://schemas.openxmlformats.org/drawingml/2006/main">
              <a:ext uri="{FF2B5EF4-FFF2-40B4-BE49-F238E27FC236}">
                <a16:creationId xmlns:a16="http://schemas.microsoft.com/office/drawing/2014/main" id="{74C7FCFD-EDC8-4F6F-80BC-D7077312EB95}"/>
              </a:ext>
            </a:extLst>
          </p:cNvPr>
          <p:cNvCxnSpPr>
            <a:stCxn xmlns:a="http://schemas.openxmlformats.org/drawingml/2006/main" id="37" idx="6"/>
            <a:endCxn xmlns:a="http://schemas.openxmlformats.org/drawingml/2006/main" id="54" idx="2"/>
          </p:cNvCxnSpPr>
          <p:nvPr/>
        </p:nvCxnSpPr>
        <p:spPr>
          <a:xfrm xmlns:a="http://schemas.openxmlformats.org/drawingml/2006/main">
            <a:off x="3324225" y="2590800"/>
            <a:ext cx="1628775" cy="1790700"/>
          </a:xfrm>
          <a:prstGeom xmlns:a="http://schemas.openxmlformats.org/drawingml/2006/main" prst="straightConnector1">
            <a:avLst/>
          </a:prstGeom>
          <a:ln xmlns:a="http://schemas.openxmlformats.org/drawingml/2006/main" w="5239">
            <a:solidFill>
              <a:srgbClr val="C5CED8"/>
            </a:solidFill>
            <a:prstDash val="solid"/>
          </a:ln>
        </p:spPr>
      </p:cxnSp>
      <p:cxnSp>
        <p:nvCxnSpPr>
          <p:cNvPr id="228" name="">
            <a:extLst xmlns:a="http://schemas.openxmlformats.org/drawingml/2006/main">
              <a:ext uri="{FF2B5EF4-FFF2-40B4-BE49-F238E27FC236}">
                <a16:creationId xmlns:a16="http://schemas.microsoft.com/office/drawing/2014/main" id="{A89C3867-B7C2-4C6B-9300-CE301B416AF7}"/>
              </a:ext>
            </a:extLst>
          </p:cNvPr>
          <p:cNvCxnSpPr>
            <a:stCxn xmlns:a="http://schemas.openxmlformats.org/drawingml/2006/main" id="37" idx="6"/>
            <a:endCxn xmlns:a="http://schemas.openxmlformats.org/drawingml/2006/main" id="53" idx="2"/>
          </p:cNvCxnSpPr>
          <p:nvPr/>
        </p:nvCxnSpPr>
        <p:spPr>
          <a:xfrm xmlns:a="http://schemas.openxmlformats.org/drawingml/2006/main">
            <a:off x="3324225" y="2590800"/>
            <a:ext cx="1628775" cy="1428750"/>
          </a:xfrm>
          <a:prstGeom xmlns:a="http://schemas.openxmlformats.org/drawingml/2006/main" prst="straightConnector1">
            <a:avLst/>
          </a:prstGeom>
          <a:ln xmlns:a="http://schemas.openxmlformats.org/drawingml/2006/main" w="5239">
            <a:solidFill>
              <a:srgbClr val="C5CED8"/>
            </a:solidFill>
            <a:prstDash val="solid"/>
          </a:ln>
        </p:spPr>
      </p:cxnSp>
      <p:cxnSp>
        <p:nvCxnSpPr>
          <p:cNvPr id="227" name="">
            <a:extLst xmlns:a="http://schemas.openxmlformats.org/drawingml/2006/main">
              <a:ext uri="{FF2B5EF4-FFF2-40B4-BE49-F238E27FC236}">
                <a16:creationId xmlns:a16="http://schemas.microsoft.com/office/drawing/2014/main" id="{AE88CFD0-FD82-4E1B-9719-9D2C375FDA0A}"/>
              </a:ext>
            </a:extLst>
          </p:cNvPr>
          <p:cNvCxnSpPr>
            <a:stCxn xmlns:a="http://schemas.openxmlformats.org/drawingml/2006/main" id="37" idx="6"/>
            <a:endCxn xmlns:a="http://schemas.openxmlformats.org/drawingml/2006/main" id="52" idx="2"/>
          </p:cNvCxnSpPr>
          <p:nvPr/>
        </p:nvCxnSpPr>
        <p:spPr>
          <a:xfrm xmlns:a="http://schemas.openxmlformats.org/drawingml/2006/main">
            <a:off x="3324225" y="2590800"/>
            <a:ext cx="1628775" cy="1066800"/>
          </a:xfrm>
          <a:prstGeom xmlns:a="http://schemas.openxmlformats.org/drawingml/2006/main" prst="straightConnector1">
            <a:avLst/>
          </a:prstGeom>
          <a:ln xmlns:a="http://schemas.openxmlformats.org/drawingml/2006/main" w="5239">
            <a:solidFill>
              <a:srgbClr val="C5CED8"/>
            </a:solidFill>
            <a:prstDash val="solid"/>
          </a:ln>
        </p:spPr>
      </p:cxnSp>
      <p:cxnSp>
        <p:nvCxnSpPr>
          <p:cNvPr id="226" name="">
            <a:extLst xmlns:a="http://schemas.openxmlformats.org/drawingml/2006/main">
              <a:ext uri="{FF2B5EF4-FFF2-40B4-BE49-F238E27FC236}">
                <a16:creationId xmlns:a16="http://schemas.microsoft.com/office/drawing/2014/main" id="{C5A5AC29-888D-4624-A4CA-883BA3E779D1}"/>
              </a:ext>
            </a:extLst>
          </p:cNvPr>
          <p:cNvCxnSpPr>
            <a:stCxn xmlns:a="http://schemas.openxmlformats.org/drawingml/2006/main" id="37" idx="6"/>
            <a:endCxn xmlns:a="http://schemas.openxmlformats.org/drawingml/2006/main" id="51" idx="2"/>
          </p:cNvCxnSpPr>
          <p:nvPr/>
        </p:nvCxnSpPr>
        <p:spPr>
          <a:xfrm xmlns:a="http://schemas.openxmlformats.org/drawingml/2006/main">
            <a:off x="3324225" y="2590800"/>
            <a:ext cx="1628775" cy="704850"/>
          </a:xfrm>
          <a:prstGeom xmlns:a="http://schemas.openxmlformats.org/drawingml/2006/main" prst="straightConnector1">
            <a:avLst/>
          </a:prstGeom>
          <a:ln xmlns:a="http://schemas.openxmlformats.org/drawingml/2006/main" w="5239">
            <a:solidFill>
              <a:srgbClr val="C5CED8"/>
            </a:solidFill>
            <a:prstDash val="solid"/>
          </a:ln>
        </p:spPr>
      </p:cxnSp>
      <p:cxnSp>
        <p:nvCxnSpPr>
          <p:cNvPr id="225" name="">
            <a:extLst xmlns:a="http://schemas.openxmlformats.org/drawingml/2006/main">
              <a:ext uri="{FF2B5EF4-FFF2-40B4-BE49-F238E27FC236}">
                <a16:creationId xmlns:a16="http://schemas.microsoft.com/office/drawing/2014/main" id="{1FF63CC5-EA70-438C-9AEE-1E6AF6216CC0}"/>
              </a:ext>
            </a:extLst>
          </p:cNvPr>
          <p:cNvCxnSpPr>
            <a:stCxn xmlns:a="http://schemas.openxmlformats.org/drawingml/2006/main" id="37" idx="6"/>
            <a:endCxn xmlns:a="http://schemas.openxmlformats.org/drawingml/2006/main" id="50" idx="2"/>
          </p:cNvCxnSpPr>
          <p:nvPr/>
        </p:nvCxnSpPr>
        <p:spPr>
          <a:xfrm xmlns:a="http://schemas.openxmlformats.org/drawingml/2006/main">
            <a:off x="3324225" y="2590800"/>
            <a:ext cx="1628775" cy="342900"/>
          </a:xfrm>
          <a:prstGeom xmlns:a="http://schemas.openxmlformats.org/drawingml/2006/main" prst="straightConnector1">
            <a:avLst/>
          </a:prstGeom>
          <a:ln xmlns:a="http://schemas.openxmlformats.org/drawingml/2006/main" w="5239">
            <a:solidFill>
              <a:srgbClr val="C5CED8"/>
            </a:solidFill>
            <a:prstDash val="solid"/>
          </a:ln>
        </p:spPr>
      </p:cxnSp>
      <p:cxnSp>
        <p:nvCxnSpPr>
          <p:cNvPr id="224" name="">
            <a:extLst xmlns:a="http://schemas.openxmlformats.org/drawingml/2006/main">
              <a:ext uri="{FF2B5EF4-FFF2-40B4-BE49-F238E27FC236}">
                <a16:creationId xmlns:a16="http://schemas.microsoft.com/office/drawing/2014/main" id="{BA9715DB-6D1D-4DA2-8585-84A7F83FBDEC}"/>
              </a:ext>
            </a:extLst>
          </p:cNvPr>
          <p:cNvCxnSpPr>
            <a:stCxn xmlns:a="http://schemas.openxmlformats.org/drawingml/2006/main" id="37" idx="6"/>
            <a:endCxn xmlns:a="http://schemas.openxmlformats.org/drawingml/2006/main" id="49" idx="2"/>
          </p:cNvCxnSpPr>
          <p:nvPr/>
        </p:nvCxnSpPr>
        <p:spPr>
          <a:xfrm xmlns:a="http://schemas.openxmlformats.org/drawingml/2006/main" flipV="1">
            <a:off x="3324225" y="2571750"/>
            <a:ext cx="1628775" cy="19050"/>
          </a:xfrm>
          <a:prstGeom xmlns:a="http://schemas.openxmlformats.org/drawingml/2006/main" prst="straightConnector1">
            <a:avLst/>
          </a:prstGeom>
          <a:ln xmlns:a="http://schemas.openxmlformats.org/drawingml/2006/main" w="5239">
            <a:solidFill>
              <a:srgbClr val="C5CED8"/>
            </a:solidFill>
            <a:prstDash val="solid"/>
          </a:ln>
        </p:spPr>
      </p:cxnSp>
      <p:cxnSp>
        <p:nvCxnSpPr>
          <p:cNvPr id="223" name="">
            <a:extLst xmlns:a="http://schemas.openxmlformats.org/drawingml/2006/main">
              <a:ext uri="{FF2B5EF4-FFF2-40B4-BE49-F238E27FC236}">
                <a16:creationId xmlns:a16="http://schemas.microsoft.com/office/drawing/2014/main" id="{7A722021-FDFF-48AE-82AB-F46258BEA237}"/>
              </a:ext>
            </a:extLst>
          </p:cNvPr>
          <p:cNvCxnSpPr>
            <a:stCxn xmlns:a="http://schemas.openxmlformats.org/drawingml/2006/main" id="37" idx="6"/>
            <a:endCxn xmlns:a="http://schemas.openxmlformats.org/drawingml/2006/main" id="48" idx="2"/>
          </p:cNvCxnSpPr>
          <p:nvPr/>
        </p:nvCxnSpPr>
        <p:spPr>
          <a:xfrm xmlns:a="http://schemas.openxmlformats.org/drawingml/2006/main" flipV="1">
            <a:off x="3324225" y="2209800"/>
            <a:ext cx="1628775" cy="381000"/>
          </a:xfrm>
          <a:prstGeom xmlns:a="http://schemas.openxmlformats.org/drawingml/2006/main" prst="straightConnector1">
            <a:avLst/>
          </a:prstGeom>
          <a:ln xmlns:a="http://schemas.openxmlformats.org/drawingml/2006/main" w="5239">
            <a:solidFill>
              <a:srgbClr val="C5CED8"/>
            </a:solidFill>
            <a:prstDash val="solid"/>
          </a:ln>
        </p:spPr>
      </p:cxnSp>
      <p:cxnSp>
        <p:nvCxnSpPr>
          <p:cNvPr id="222" name="">
            <a:extLst xmlns:a="http://schemas.openxmlformats.org/drawingml/2006/main">
              <a:ext uri="{FF2B5EF4-FFF2-40B4-BE49-F238E27FC236}">
                <a16:creationId xmlns:a16="http://schemas.microsoft.com/office/drawing/2014/main" id="{13CCB5C4-80F9-49AA-9387-F63F907E7897}"/>
              </a:ext>
            </a:extLst>
          </p:cNvPr>
          <p:cNvCxnSpPr>
            <a:stCxn xmlns:a="http://schemas.openxmlformats.org/drawingml/2006/main" id="37" idx="6"/>
            <a:endCxn xmlns:a="http://schemas.openxmlformats.org/drawingml/2006/main" id="47" idx="2"/>
          </p:cNvCxnSpPr>
          <p:nvPr/>
        </p:nvCxnSpPr>
        <p:spPr>
          <a:xfrm xmlns:a="http://schemas.openxmlformats.org/drawingml/2006/main" flipV="1">
            <a:off x="3324225" y="1847850"/>
            <a:ext cx="1628775" cy="742950"/>
          </a:xfrm>
          <a:prstGeom xmlns:a="http://schemas.openxmlformats.org/drawingml/2006/main" prst="straightConnector1">
            <a:avLst/>
          </a:prstGeom>
          <a:ln xmlns:a="http://schemas.openxmlformats.org/drawingml/2006/main" w="5239">
            <a:solidFill>
              <a:srgbClr val="C5CED8"/>
            </a:solidFill>
            <a:prstDash val="solid"/>
          </a:ln>
        </p:spPr>
      </p:cxnSp>
      <p:cxnSp>
        <p:nvCxnSpPr>
          <p:cNvPr id="221" name="">
            <a:extLst xmlns:a="http://schemas.openxmlformats.org/drawingml/2006/main">
              <a:ext uri="{FF2B5EF4-FFF2-40B4-BE49-F238E27FC236}">
                <a16:creationId xmlns:a16="http://schemas.microsoft.com/office/drawing/2014/main" id="{2337DA2C-2D4F-45F2-B435-CD82F8CF8A23}"/>
              </a:ext>
            </a:extLst>
          </p:cNvPr>
          <p:cNvCxnSpPr>
            <a:stCxn xmlns:a="http://schemas.openxmlformats.org/drawingml/2006/main" id="36" idx="6"/>
            <a:endCxn xmlns:a="http://schemas.openxmlformats.org/drawingml/2006/main" id="54" idx="2"/>
          </p:cNvCxnSpPr>
          <p:nvPr/>
        </p:nvCxnSpPr>
        <p:spPr>
          <a:xfrm xmlns:a="http://schemas.openxmlformats.org/drawingml/2006/main">
            <a:off x="3324225" y="2381250"/>
            <a:ext cx="1628775" cy="2000250"/>
          </a:xfrm>
          <a:prstGeom xmlns:a="http://schemas.openxmlformats.org/drawingml/2006/main" prst="straightConnector1">
            <a:avLst/>
          </a:prstGeom>
          <a:ln xmlns:a="http://schemas.openxmlformats.org/drawingml/2006/main" w="5239">
            <a:solidFill>
              <a:srgbClr val="C5CED8"/>
            </a:solidFill>
            <a:prstDash val="solid"/>
          </a:ln>
        </p:spPr>
      </p:cxnSp>
      <p:cxnSp>
        <p:nvCxnSpPr>
          <p:cNvPr id="220" name="">
            <a:extLst xmlns:a="http://schemas.openxmlformats.org/drawingml/2006/main">
              <a:ext uri="{FF2B5EF4-FFF2-40B4-BE49-F238E27FC236}">
                <a16:creationId xmlns:a16="http://schemas.microsoft.com/office/drawing/2014/main" id="{C6059A04-CBB4-486D-9FD9-8B6001D40B0F}"/>
              </a:ext>
            </a:extLst>
          </p:cNvPr>
          <p:cNvCxnSpPr>
            <a:stCxn xmlns:a="http://schemas.openxmlformats.org/drawingml/2006/main" id="36" idx="6"/>
            <a:endCxn xmlns:a="http://schemas.openxmlformats.org/drawingml/2006/main" id="53" idx="2"/>
          </p:cNvCxnSpPr>
          <p:nvPr/>
        </p:nvCxnSpPr>
        <p:spPr>
          <a:xfrm xmlns:a="http://schemas.openxmlformats.org/drawingml/2006/main">
            <a:off x="3324225" y="2381250"/>
            <a:ext cx="1628775" cy="1638300"/>
          </a:xfrm>
          <a:prstGeom xmlns:a="http://schemas.openxmlformats.org/drawingml/2006/main" prst="straightConnector1">
            <a:avLst/>
          </a:prstGeom>
          <a:ln xmlns:a="http://schemas.openxmlformats.org/drawingml/2006/main" w="5239">
            <a:solidFill>
              <a:srgbClr val="C5CED8"/>
            </a:solidFill>
            <a:prstDash val="solid"/>
          </a:ln>
        </p:spPr>
      </p:cxnSp>
      <p:cxnSp>
        <p:nvCxnSpPr>
          <p:cNvPr id="219" name="">
            <a:extLst xmlns:a="http://schemas.openxmlformats.org/drawingml/2006/main">
              <a:ext uri="{FF2B5EF4-FFF2-40B4-BE49-F238E27FC236}">
                <a16:creationId xmlns:a16="http://schemas.microsoft.com/office/drawing/2014/main" id="{4B699007-744C-4137-A345-4709860C1381}"/>
              </a:ext>
            </a:extLst>
          </p:cNvPr>
          <p:cNvCxnSpPr>
            <a:stCxn xmlns:a="http://schemas.openxmlformats.org/drawingml/2006/main" id="36" idx="6"/>
            <a:endCxn xmlns:a="http://schemas.openxmlformats.org/drawingml/2006/main" id="52" idx="2"/>
          </p:cNvCxnSpPr>
          <p:nvPr/>
        </p:nvCxnSpPr>
        <p:spPr>
          <a:xfrm xmlns:a="http://schemas.openxmlformats.org/drawingml/2006/main">
            <a:off x="3324225" y="2381250"/>
            <a:ext cx="1628775" cy="1276350"/>
          </a:xfrm>
          <a:prstGeom xmlns:a="http://schemas.openxmlformats.org/drawingml/2006/main" prst="straightConnector1">
            <a:avLst/>
          </a:prstGeom>
          <a:ln xmlns:a="http://schemas.openxmlformats.org/drawingml/2006/main" w="5239">
            <a:solidFill>
              <a:srgbClr val="C5CED8"/>
            </a:solidFill>
            <a:prstDash val="solid"/>
          </a:ln>
        </p:spPr>
      </p:cxnSp>
      <p:cxnSp>
        <p:nvCxnSpPr>
          <p:cNvPr id="218" name="">
            <a:extLst xmlns:a="http://schemas.openxmlformats.org/drawingml/2006/main">
              <a:ext uri="{FF2B5EF4-FFF2-40B4-BE49-F238E27FC236}">
                <a16:creationId xmlns:a16="http://schemas.microsoft.com/office/drawing/2014/main" id="{01A9F51E-3A28-42D9-A866-B62DD814A3AF}"/>
              </a:ext>
            </a:extLst>
          </p:cNvPr>
          <p:cNvCxnSpPr>
            <a:stCxn xmlns:a="http://schemas.openxmlformats.org/drawingml/2006/main" id="36" idx="6"/>
            <a:endCxn xmlns:a="http://schemas.openxmlformats.org/drawingml/2006/main" id="51" idx="2"/>
          </p:cNvCxnSpPr>
          <p:nvPr/>
        </p:nvCxnSpPr>
        <p:spPr>
          <a:xfrm xmlns:a="http://schemas.openxmlformats.org/drawingml/2006/main">
            <a:off x="3324225" y="2381250"/>
            <a:ext cx="1628775" cy="914400"/>
          </a:xfrm>
          <a:prstGeom xmlns:a="http://schemas.openxmlformats.org/drawingml/2006/main" prst="straightConnector1">
            <a:avLst/>
          </a:prstGeom>
          <a:ln xmlns:a="http://schemas.openxmlformats.org/drawingml/2006/main" w="5239">
            <a:solidFill>
              <a:srgbClr val="C5CED8"/>
            </a:solidFill>
            <a:prstDash val="solid"/>
          </a:ln>
        </p:spPr>
      </p:cxnSp>
      <p:cxnSp>
        <p:nvCxnSpPr>
          <p:cNvPr id="217" name="">
            <a:extLst xmlns:a="http://schemas.openxmlformats.org/drawingml/2006/main">
              <a:ext uri="{FF2B5EF4-FFF2-40B4-BE49-F238E27FC236}">
                <a16:creationId xmlns:a16="http://schemas.microsoft.com/office/drawing/2014/main" id="{15CBEF16-0CC2-4686-B07D-161572C61848}"/>
              </a:ext>
            </a:extLst>
          </p:cNvPr>
          <p:cNvCxnSpPr>
            <a:stCxn xmlns:a="http://schemas.openxmlformats.org/drawingml/2006/main" id="36" idx="6"/>
            <a:endCxn xmlns:a="http://schemas.openxmlformats.org/drawingml/2006/main" id="50" idx="2"/>
          </p:cNvCxnSpPr>
          <p:nvPr/>
        </p:nvCxnSpPr>
        <p:spPr>
          <a:xfrm xmlns:a="http://schemas.openxmlformats.org/drawingml/2006/main">
            <a:off x="3324225" y="2381250"/>
            <a:ext cx="1628775" cy="552450"/>
          </a:xfrm>
          <a:prstGeom xmlns:a="http://schemas.openxmlformats.org/drawingml/2006/main" prst="straightConnector1">
            <a:avLst/>
          </a:prstGeom>
          <a:ln xmlns:a="http://schemas.openxmlformats.org/drawingml/2006/main" w="5239">
            <a:solidFill>
              <a:srgbClr val="C5CED8"/>
            </a:solidFill>
            <a:prstDash val="solid"/>
          </a:ln>
        </p:spPr>
      </p:cxnSp>
      <p:cxnSp>
        <p:nvCxnSpPr>
          <p:cNvPr id="216" name="">
            <a:extLst xmlns:a="http://schemas.openxmlformats.org/drawingml/2006/main">
              <a:ext uri="{FF2B5EF4-FFF2-40B4-BE49-F238E27FC236}">
                <a16:creationId xmlns:a16="http://schemas.microsoft.com/office/drawing/2014/main" id="{DAF81E25-EF7A-4A20-A8DC-D8484D2A0F93}"/>
              </a:ext>
            </a:extLst>
          </p:cNvPr>
          <p:cNvCxnSpPr>
            <a:stCxn xmlns:a="http://schemas.openxmlformats.org/drawingml/2006/main" id="36" idx="6"/>
            <a:endCxn xmlns:a="http://schemas.openxmlformats.org/drawingml/2006/main" id="49" idx="2"/>
          </p:cNvCxnSpPr>
          <p:nvPr/>
        </p:nvCxnSpPr>
        <p:spPr>
          <a:xfrm xmlns:a="http://schemas.openxmlformats.org/drawingml/2006/main">
            <a:off x="3324225" y="2381250"/>
            <a:ext cx="1628775" cy="190500"/>
          </a:xfrm>
          <a:prstGeom xmlns:a="http://schemas.openxmlformats.org/drawingml/2006/main" prst="straightConnector1">
            <a:avLst/>
          </a:prstGeom>
          <a:ln xmlns:a="http://schemas.openxmlformats.org/drawingml/2006/main" w="5239">
            <a:solidFill>
              <a:srgbClr val="C5CED8"/>
            </a:solidFill>
            <a:prstDash val="solid"/>
          </a:ln>
        </p:spPr>
      </p:cxnSp>
      <p:cxnSp>
        <p:nvCxnSpPr>
          <p:cNvPr id="215" name="">
            <a:extLst xmlns:a="http://schemas.openxmlformats.org/drawingml/2006/main">
              <a:ext uri="{FF2B5EF4-FFF2-40B4-BE49-F238E27FC236}">
                <a16:creationId xmlns:a16="http://schemas.microsoft.com/office/drawing/2014/main" id="{B61A1E54-FBB2-4C52-A658-4950A9908435}"/>
              </a:ext>
            </a:extLst>
          </p:cNvPr>
          <p:cNvCxnSpPr>
            <a:stCxn xmlns:a="http://schemas.openxmlformats.org/drawingml/2006/main" id="36" idx="6"/>
            <a:endCxn xmlns:a="http://schemas.openxmlformats.org/drawingml/2006/main" id="48" idx="2"/>
          </p:cNvCxnSpPr>
          <p:nvPr/>
        </p:nvCxnSpPr>
        <p:spPr>
          <a:xfrm xmlns:a="http://schemas.openxmlformats.org/drawingml/2006/main" flipV="1">
            <a:off x="3324225" y="2209800"/>
            <a:ext cx="1628775" cy="171450"/>
          </a:xfrm>
          <a:prstGeom xmlns:a="http://schemas.openxmlformats.org/drawingml/2006/main" prst="straightConnector1">
            <a:avLst/>
          </a:prstGeom>
          <a:ln xmlns:a="http://schemas.openxmlformats.org/drawingml/2006/main" w="5239">
            <a:solidFill>
              <a:srgbClr val="C5CED8"/>
            </a:solidFill>
            <a:prstDash val="solid"/>
          </a:ln>
        </p:spPr>
      </p:cxnSp>
      <p:cxnSp>
        <p:nvCxnSpPr>
          <p:cNvPr id="214" name="">
            <a:extLst xmlns:a="http://schemas.openxmlformats.org/drawingml/2006/main">
              <a:ext uri="{FF2B5EF4-FFF2-40B4-BE49-F238E27FC236}">
                <a16:creationId xmlns:a16="http://schemas.microsoft.com/office/drawing/2014/main" id="{C1543035-8AFB-4C91-BB17-8660533D6A7B}"/>
              </a:ext>
            </a:extLst>
          </p:cNvPr>
          <p:cNvCxnSpPr>
            <a:stCxn xmlns:a="http://schemas.openxmlformats.org/drawingml/2006/main" id="36" idx="6"/>
            <a:endCxn xmlns:a="http://schemas.openxmlformats.org/drawingml/2006/main" id="47" idx="2"/>
          </p:cNvCxnSpPr>
          <p:nvPr/>
        </p:nvCxnSpPr>
        <p:spPr>
          <a:xfrm xmlns:a="http://schemas.openxmlformats.org/drawingml/2006/main" flipV="1">
            <a:off x="3324225" y="1847850"/>
            <a:ext cx="1628775" cy="533400"/>
          </a:xfrm>
          <a:prstGeom xmlns:a="http://schemas.openxmlformats.org/drawingml/2006/main" prst="straightConnector1">
            <a:avLst/>
          </a:prstGeom>
          <a:ln xmlns:a="http://schemas.openxmlformats.org/drawingml/2006/main" w="5239">
            <a:solidFill>
              <a:srgbClr val="C5CED8"/>
            </a:solidFill>
            <a:prstDash val="solid"/>
          </a:ln>
        </p:spPr>
      </p:cxnSp>
      <p:cxnSp>
        <p:nvCxnSpPr>
          <p:cNvPr id="213" name="">
            <a:extLst xmlns:a="http://schemas.openxmlformats.org/drawingml/2006/main">
              <a:ext uri="{FF2B5EF4-FFF2-40B4-BE49-F238E27FC236}">
                <a16:creationId xmlns:a16="http://schemas.microsoft.com/office/drawing/2014/main" id="{C9E08DFE-B9E0-46B3-8F19-FC1384E34B72}"/>
              </a:ext>
            </a:extLst>
          </p:cNvPr>
          <p:cNvCxnSpPr>
            <a:stCxn xmlns:a="http://schemas.openxmlformats.org/drawingml/2006/main" id="35" idx="6"/>
            <a:endCxn xmlns:a="http://schemas.openxmlformats.org/drawingml/2006/main" id="54" idx="2"/>
          </p:cNvCxnSpPr>
          <p:nvPr/>
        </p:nvCxnSpPr>
        <p:spPr>
          <a:xfrm xmlns:a="http://schemas.openxmlformats.org/drawingml/2006/main">
            <a:off x="3324225" y="2171700"/>
            <a:ext cx="1628775" cy="2209800"/>
          </a:xfrm>
          <a:prstGeom xmlns:a="http://schemas.openxmlformats.org/drawingml/2006/main" prst="straightConnector1">
            <a:avLst/>
          </a:prstGeom>
          <a:ln xmlns:a="http://schemas.openxmlformats.org/drawingml/2006/main" w="5239">
            <a:solidFill>
              <a:srgbClr val="C5CED8"/>
            </a:solidFill>
            <a:prstDash val="solid"/>
          </a:ln>
        </p:spPr>
      </p:cxnSp>
      <p:cxnSp>
        <p:nvCxnSpPr>
          <p:cNvPr id="212" name="">
            <a:extLst xmlns:a="http://schemas.openxmlformats.org/drawingml/2006/main">
              <a:ext uri="{FF2B5EF4-FFF2-40B4-BE49-F238E27FC236}">
                <a16:creationId xmlns:a16="http://schemas.microsoft.com/office/drawing/2014/main" id="{934947E2-684C-42BC-BED9-7004FD089245}"/>
              </a:ext>
            </a:extLst>
          </p:cNvPr>
          <p:cNvCxnSpPr>
            <a:stCxn xmlns:a="http://schemas.openxmlformats.org/drawingml/2006/main" id="35" idx="6"/>
            <a:endCxn xmlns:a="http://schemas.openxmlformats.org/drawingml/2006/main" id="53" idx="2"/>
          </p:cNvCxnSpPr>
          <p:nvPr/>
        </p:nvCxnSpPr>
        <p:spPr>
          <a:xfrm xmlns:a="http://schemas.openxmlformats.org/drawingml/2006/main">
            <a:off x="3324225" y="2171700"/>
            <a:ext cx="1628775" cy="1847850"/>
          </a:xfrm>
          <a:prstGeom xmlns:a="http://schemas.openxmlformats.org/drawingml/2006/main" prst="straightConnector1">
            <a:avLst/>
          </a:prstGeom>
          <a:ln xmlns:a="http://schemas.openxmlformats.org/drawingml/2006/main" w="5239">
            <a:solidFill>
              <a:srgbClr val="C5CED8"/>
            </a:solidFill>
            <a:prstDash val="solid"/>
          </a:ln>
        </p:spPr>
      </p:cxnSp>
      <p:cxnSp>
        <p:nvCxnSpPr>
          <p:cNvPr id="211" name="">
            <a:extLst xmlns:a="http://schemas.openxmlformats.org/drawingml/2006/main">
              <a:ext uri="{FF2B5EF4-FFF2-40B4-BE49-F238E27FC236}">
                <a16:creationId xmlns:a16="http://schemas.microsoft.com/office/drawing/2014/main" id="{2C6F3FF0-7EDF-464B-BB0B-B85FD44AA8A2}"/>
              </a:ext>
            </a:extLst>
          </p:cNvPr>
          <p:cNvCxnSpPr>
            <a:stCxn xmlns:a="http://schemas.openxmlformats.org/drawingml/2006/main" id="35" idx="6"/>
            <a:endCxn xmlns:a="http://schemas.openxmlformats.org/drawingml/2006/main" id="52" idx="2"/>
          </p:cNvCxnSpPr>
          <p:nvPr/>
        </p:nvCxnSpPr>
        <p:spPr>
          <a:xfrm xmlns:a="http://schemas.openxmlformats.org/drawingml/2006/main">
            <a:off x="3324225" y="2171700"/>
            <a:ext cx="1628775" cy="1485900"/>
          </a:xfrm>
          <a:prstGeom xmlns:a="http://schemas.openxmlformats.org/drawingml/2006/main" prst="straightConnector1">
            <a:avLst/>
          </a:prstGeom>
          <a:ln xmlns:a="http://schemas.openxmlformats.org/drawingml/2006/main" w="5239">
            <a:solidFill>
              <a:srgbClr val="C5CED8"/>
            </a:solidFill>
            <a:prstDash val="solid"/>
          </a:ln>
        </p:spPr>
      </p:cxnSp>
      <p:cxnSp>
        <p:nvCxnSpPr>
          <p:cNvPr id="210" name="">
            <a:extLst xmlns:a="http://schemas.openxmlformats.org/drawingml/2006/main">
              <a:ext uri="{FF2B5EF4-FFF2-40B4-BE49-F238E27FC236}">
                <a16:creationId xmlns:a16="http://schemas.microsoft.com/office/drawing/2014/main" id="{8B69BA59-DC77-400A-94CA-4F6C48CA1CA3}"/>
              </a:ext>
            </a:extLst>
          </p:cNvPr>
          <p:cNvCxnSpPr>
            <a:stCxn xmlns:a="http://schemas.openxmlformats.org/drawingml/2006/main" id="35" idx="6"/>
            <a:endCxn xmlns:a="http://schemas.openxmlformats.org/drawingml/2006/main" id="51" idx="2"/>
          </p:cNvCxnSpPr>
          <p:nvPr/>
        </p:nvCxnSpPr>
        <p:spPr>
          <a:xfrm xmlns:a="http://schemas.openxmlformats.org/drawingml/2006/main">
            <a:off x="3324225" y="2171700"/>
            <a:ext cx="1628775" cy="1123950"/>
          </a:xfrm>
          <a:prstGeom xmlns:a="http://schemas.openxmlformats.org/drawingml/2006/main" prst="straightConnector1">
            <a:avLst/>
          </a:prstGeom>
          <a:ln xmlns:a="http://schemas.openxmlformats.org/drawingml/2006/main" w="5239">
            <a:solidFill>
              <a:srgbClr val="C5CED8"/>
            </a:solidFill>
            <a:prstDash val="solid"/>
          </a:ln>
        </p:spPr>
      </p:cxnSp>
      <p:cxnSp>
        <p:nvCxnSpPr>
          <p:cNvPr id="209" name="">
            <a:extLst xmlns:a="http://schemas.openxmlformats.org/drawingml/2006/main">
              <a:ext uri="{FF2B5EF4-FFF2-40B4-BE49-F238E27FC236}">
                <a16:creationId xmlns:a16="http://schemas.microsoft.com/office/drawing/2014/main" id="{6001EA60-FE0F-4C58-BBBA-4BD1DDD4E5A2}"/>
              </a:ext>
            </a:extLst>
          </p:cNvPr>
          <p:cNvCxnSpPr>
            <a:stCxn xmlns:a="http://schemas.openxmlformats.org/drawingml/2006/main" id="35" idx="6"/>
            <a:endCxn xmlns:a="http://schemas.openxmlformats.org/drawingml/2006/main" id="50" idx="2"/>
          </p:cNvCxnSpPr>
          <p:nvPr/>
        </p:nvCxnSpPr>
        <p:spPr>
          <a:xfrm xmlns:a="http://schemas.openxmlformats.org/drawingml/2006/main">
            <a:off x="3324225" y="2171700"/>
            <a:ext cx="1628775" cy="762000"/>
          </a:xfrm>
          <a:prstGeom xmlns:a="http://schemas.openxmlformats.org/drawingml/2006/main" prst="straightConnector1">
            <a:avLst/>
          </a:prstGeom>
          <a:ln xmlns:a="http://schemas.openxmlformats.org/drawingml/2006/main" w="5239">
            <a:solidFill>
              <a:srgbClr val="C5CED8"/>
            </a:solidFill>
            <a:prstDash val="solid"/>
          </a:ln>
        </p:spPr>
      </p:cxnSp>
      <p:cxnSp>
        <p:nvCxnSpPr>
          <p:cNvPr id="208" name="">
            <a:extLst xmlns:a="http://schemas.openxmlformats.org/drawingml/2006/main">
              <a:ext uri="{FF2B5EF4-FFF2-40B4-BE49-F238E27FC236}">
                <a16:creationId xmlns:a16="http://schemas.microsoft.com/office/drawing/2014/main" id="{8AF71117-D5C1-47D5-8524-8EF436B145E8}"/>
              </a:ext>
            </a:extLst>
          </p:cNvPr>
          <p:cNvCxnSpPr>
            <a:stCxn xmlns:a="http://schemas.openxmlformats.org/drawingml/2006/main" id="35" idx="6"/>
            <a:endCxn xmlns:a="http://schemas.openxmlformats.org/drawingml/2006/main" id="49" idx="2"/>
          </p:cNvCxnSpPr>
          <p:nvPr/>
        </p:nvCxnSpPr>
        <p:spPr>
          <a:xfrm xmlns:a="http://schemas.openxmlformats.org/drawingml/2006/main">
            <a:off x="3324225" y="2171700"/>
            <a:ext cx="1628775" cy="400050"/>
          </a:xfrm>
          <a:prstGeom xmlns:a="http://schemas.openxmlformats.org/drawingml/2006/main" prst="straightConnector1">
            <a:avLst/>
          </a:prstGeom>
          <a:ln xmlns:a="http://schemas.openxmlformats.org/drawingml/2006/main" w="5239">
            <a:solidFill>
              <a:srgbClr val="C5CED8"/>
            </a:solidFill>
            <a:prstDash val="solid"/>
          </a:ln>
        </p:spPr>
      </p:cxnSp>
      <p:cxnSp>
        <p:nvCxnSpPr>
          <p:cNvPr id="207" name="">
            <a:extLst xmlns:a="http://schemas.openxmlformats.org/drawingml/2006/main">
              <a:ext uri="{FF2B5EF4-FFF2-40B4-BE49-F238E27FC236}">
                <a16:creationId xmlns:a16="http://schemas.microsoft.com/office/drawing/2014/main" id="{CCB8DBF9-A567-4B5B-AA07-735F2261141D}"/>
              </a:ext>
            </a:extLst>
          </p:cNvPr>
          <p:cNvCxnSpPr>
            <a:stCxn xmlns:a="http://schemas.openxmlformats.org/drawingml/2006/main" id="35" idx="6"/>
            <a:endCxn xmlns:a="http://schemas.openxmlformats.org/drawingml/2006/main" id="48" idx="2"/>
          </p:cNvCxnSpPr>
          <p:nvPr/>
        </p:nvCxnSpPr>
        <p:spPr>
          <a:xfrm xmlns:a="http://schemas.openxmlformats.org/drawingml/2006/main">
            <a:off x="3324225" y="2171700"/>
            <a:ext cx="1628775" cy="38100"/>
          </a:xfrm>
          <a:prstGeom xmlns:a="http://schemas.openxmlformats.org/drawingml/2006/main" prst="straightConnector1">
            <a:avLst/>
          </a:prstGeom>
          <a:ln xmlns:a="http://schemas.openxmlformats.org/drawingml/2006/main" w="5239">
            <a:solidFill>
              <a:srgbClr val="C5CED8"/>
            </a:solidFill>
            <a:prstDash val="solid"/>
          </a:ln>
        </p:spPr>
      </p:cxnSp>
      <p:cxnSp>
        <p:nvCxnSpPr>
          <p:cNvPr id="206" name="">
            <a:extLst xmlns:a="http://schemas.openxmlformats.org/drawingml/2006/main">
              <a:ext uri="{FF2B5EF4-FFF2-40B4-BE49-F238E27FC236}">
                <a16:creationId xmlns:a16="http://schemas.microsoft.com/office/drawing/2014/main" id="{43F91BBE-6FD6-4739-B9DB-26F7DB0A191B}"/>
              </a:ext>
            </a:extLst>
          </p:cNvPr>
          <p:cNvCxnSpPr>
            <a:stCxn xmlns:a="http://schemas.openxmlformats.org/drawingml/2006/main" id="35" idx="6"/>
            <a:endCxn xmlns:a="http://schemas.openxmlformats.org/drawingml/2006/main" id="47" idx="2"/>
          </p:cNvCxnSpPr>
          <p:nvPr/>
        </p:nvCxnSpPr>
        <p:spPr>
          <a:xfrm xmlns:a="http://schemas.openxmlformats.org/drawingml/2006/main" flipV="1">
            <a:off x="3324225" y="1847850"/>
            <a:ext cx="1628775" cy="323850"/>
          </a:xfrm>
          <a:prstGeom xmlns:a="http://schemas.openxmlformats.org/drawingml/2006/main" prst="straightConnector1">
            <a:avLst/>
          </a:prstGeom>
          <a:ln xmlns:a="http://schemas.openxmlformats.org/drawingml/2006/main" w="5239">
            <a:solidFill>
              <a:srgbClr val="C5CED8"/>
            </a:solidFill>
            <a:prstDash val="solid"/>
          </a:ln>
        </p:spPr>
      </p:cxnSp>
      <p:cxnSp>
        <p:nvCxnSpPr>
          <p:cNvPr id="205" name="">
            <a:extLst xmlns:a="http://schemas.openxmlformats.org/drawingml/2006/main">
              <a:ext uri="{FF2B5EF4-FFF2-40B4-BE49-F238E27FC236}">
                <a16:creationId xmlns:a16="http://schemas.microsoft.com/office/drawing/2014/main" id="{33520151-587D-40A8-A96C-C915CEED12D5}"/>
              </a:ext>
            </a:extLst>
          </p:cNvPr>
          <p:cNvCxnSpPr>
            <a:stCxn xmlns:a="http://schemas.openxmlformats.org/drawingml/2006/main" id="34" idx="6"/>
            <a:endCxn xmlns:a="http://schemas.openxmlformats.org/drawingml/2006/main" id="54" idx="2"/>
          </p:cNvCxnSpPr>
          <p:nvPr/>
        </p:nvCxnSpPr>
        <p:spPr>
          <a:xfrm xmlns:a="http://schemas.openxmlformats.org/drawingml/2006/main">
            <a:off x="3324225" y="1962150"/>
            <a:ext cx="1628775" cy="2419350"/>
          </a:xfrm>
          <a:prstGeom xmlns:a="http://schemas.openxmlformats.org/drawingml/2006/main" prst="straightConnector1">
            <a:avLst/>
          </a:prstGeom>
          <a:ln xmlns:a="http://schemas.openxmlformats.org/drawingml/2006/main" w="5239">
            <a:solidFill>
              <a:srgbClr val="C5CED8"/>
            </a:solidFill>
            <a:prstDash val="solid"/>
          </a:ln>
        </p:spPr>
      </p:cxnSp>
      <p:cxnSp>
        <p:nvCxnSpPr>
          <p:cNvPr id="204" name="">
            <a:extLst xmlns:a="http://schemas.openxmlformats.org/drawingml/2006/main">
              <a:ext uri="{FF2B5EF4-FFF2-40B4-BE49-F238E27FC236}">
                <a16:creationId xmlns:a16="http://schemas.microsoft.com/office/drawing/2014/main" id="{D88D228A-AA56-4B1E-B9E9-3FD821A3AEE2}"/>
              </a:ext>
            </a:extLst>
          </p:cNvPr>
          <p:cNvCxnSpPr>
            <a:stCxn xmlns:a="http://schemas.openxmlformats.org/drawingml/2006/main" id="34" idx="6"/>
            <a:endCxn xmlns:a="http://schemas.openxmlformats.org/drawingml/2006/main" id="53" idx="2"/>
          </p:cNvCxnSpPr>
          <p:nvPr/>
        </p:nvCxnSpPr>
        <p:spPr>
          <a:xfrm xmlns:a="http://schemas.openxmlformats.org/drawingml/2006/main">
            <a:off x="3324225" y="1962150"/>
            <a:ext cx="1628775" cy="2057400"/>
          </a:xfrm>
          <a:prstGeom xmlns:a="http://schemas.openxmlformats.org/drawingml/2006/main" prst="straightConnector1">
            <a:avLst/>
          </a:prstGeom>
          <a:ln xmlns:a="http://schemas.openxmlformats.org/drawingml/2006/main" w="5239">
            <a:solidFill>
              <a:srgbClr val="C5CED8"/>
            </a:solidFill>
            <a:prstDash val="solid"/>
          </a:ln>
        </p:spPr>
      </p:cxnSp>
      <p:cxnSp>
        <p:nvCxnSpPr>
          <p:cNvPr id="203" name="">
            <a:extLst xmlns:a="http://schemas.openxmlformats.org/drawingml/2006/main">
              <a:ext uri="{FF2B5EF4-FFF2-40B4-BE49-F238E27FC236}">
                <a16:creationId xmlns:a16="http://schemas.microsoft.com/office/drawing/2014/main" id="{E62C6DE6-BBE0-4F9F-B1D4-4FF69E04903D}"/>
              </a:ext>
            </a:extLst>
          </p:cNvPr>
          <p:cNvCxnSpPr>
            <a:stCxn xmlns:a="http://schemas.openxmlformats.org/drawingml/2006/main" id="34" idx="6"/>
            <a:endCxn xmlns:a="http://schemas.openxmlformats.org/drawingml/2006/main" id="52" idx="2"/>
          </p:cNvCxnSpPr>
          <p:nvPr/>
        </p:nvCxnSpPr>
        <p:spPr>
          <a:xfrm xmlns:a="http://schemas.openxmlformats.org/drawingml/2006/main">
            <a:off x="3324225" y="1962150"/>
            <a:ext cx="1628775" cy="1695450"/>
          </a:xfrm>
          <a:prstGeom xmlns:a="http://schemas.openxmlformats.org/drawingml/2006/main" prst="straightConnector1">
            <a:avLst/>
          </a:prstGeom>
          <a:ln xmlns:a="http://schemas.openxmlformats.org/drawingml/2006/main" w="5239">
            <a:solidFill>
              <a:srgbClr val="C5CED8"/>
            </a:solidFill>
            <a:prstDash val="solid"/>
          </a:ln>
        </p:spPr>
      </p:cxnSp>
      <p:cxnSp>
        <p:nvCxnSpPr>
          <p:cNvPr id="202" name="">
            <a:extLst xmlns:a="http://schemas.openxmlformats.org/drawingml/2006/main">
              <a:ext uri="{FF2B5EF4-FFF2-40B4-BE49-F238E27FC236}">
                <a16:creationId xmlns:a16="http://schemas.microsoft.com/office/drawing/2014/main" id="{9C6921F6-AF64-4236-AC97-FB0275565B34}"/>
              </a:ext>
            </a:extLst>
          </p:cNvPr>
          <p:cNvCxnSpPr>
            <a:stCxn xmlns:a="http://schemas.openxmlformats.org/drawingml/2006/main" id="34" idx="6"/>
            <a:endCxn xmlns:a="http://schemas.openxmlformats.org/drawingml/2006/main" id="51" idx="2"/>
          </p:cNvCxnSpPr>
          <p:nvPr/>
        </p:nvCxnSpPr>
        <p:spPr>
          <a:xfrm xmlns:a="http://schemas.openxmlformats.org/drawingml/2006/main">
            <a:off x="3324225" y="1962150"/>
            <a:ext cx="1628775" cy="1333500"/>
          </a:xfrm>
          <a:prstGeom xmlns:a="http://schemas.openxmlformats.org/drawingml/2006/main" prst="straightConnector1">
            <a:avLst/>
          </a:prstGeom>
          <a:ln xmlns:a="http://schemas.openxmlformats.org/drawingml/2006/main" w="5239">
            <a:solidFill>
              <a:srgbClr val="C5CED8"/>
            </a:solidFill>
            <a:prstDash val="solid"/>
          </a:ln>
        </p:spPr>
      </p:cxnSp>
      <p:cxnSp>
        <p:nvCxnSpPr>
          <p:cNvPr id="201" name="">
            <a:extLst xmlns:a="http://schemas.openxmlformats.org/drawingml/2006/main">
              <a:ext uri="{FF2B5EF4-FFF2-40B4-BE49-F238E27FC236}">
                <a16:creationId xmlns:a16="http://schemas.microsoft.com/office/drawing/2014/main" id="{BE47FC57-AF26-4BA1-92A8-07E8254CC640}"/>
              </a:ext>
            </a:extLst>
          </p:cNvPr>
          <p:cNvCxnSpPr>
            <a:stCxn xmlns:a="http://schemas.openxmlformats.org/drawingml/2006/main" id="34" idx="6"/>
            <a:endCxn xmlns:a="http://schemas.openxmlformats.org/drawingml/2006/main" id="50" idx="2"/>
          </p:cNvCxnSpPr>
          <p:nvPr/>
        </p:nvCxnSpPr>
        <p:spPr>
          <a:xfrm xmlns:a="http://schemas.openxmlformats.org/drawingml/2006/main">
            <a:off x="3324225" y="1962150"/>
            <a:ext cx="1628775" cy="971550"/>
          </a:xfrm>
          <a:prstGeom xmlns:a="http://schemas.openxmlformats.org/drawingml/2006/main" prst="straightConnector1">
            <a:avLst/>
          </a:prstGeom>
          <a:ln xmlns:a="http://schemas.openxmlformats.org/drawingml/2006/main" w="5239">
            <a:solidFill>
              <a:srgbClr val="C5CED8"/>
            </a:solidFill>
            <a:prstDash val="solid"/>
          </a:ln>
        </p:spPr>
      </p:cxnSp>
      <p:cxnSp>
        <p:nvCxnSpPr>
          <p:cNvPr id="200" name="">
            <a:extLst xmlns:a="http://schemas.openxmlformats.org/drawingml/2006/main">
              <a:ext uri="{FF2B5EF4-FFF2-40B4-BE49-F238E27FC236}">
                <a16:creationId xmlns:a16="http://schemas.microsoft.com/office/drawing/2014/main" id="{7165E9CE-19A8-437B-840C-1B2B826B1E9D}"/>
              </a:ext>
            </a:extLst>
          </p:cNvPr>
          <p:cNvCxnSpPr>
            <a:stCxn xmlns:a="http://schemas.openxmlformats.org/drawingml/2006/main" id="34" idx="6"/>
            <a:endCxn xmlns:a="http://schemas.openxmlformats.org/drawingml/2006/main" id="49" idx="2"/>
          </p:cNvCxnSpPr>
          <p:nvPr/>
        </p:nvCxnSpPr>
        <p:spPr>
          <a:xfrm xmlns:a="http://schemas.openxmlformats.org/drawingml/2006/main">
            <a:off x="3324225" y="1962150"/>
            <a:ext cx="1628775" cy="609600"/>
          </a:xfrm>
          <a:prstGeom xmlns:a="http://schemas.openxmlformats.org/drawingml/2006/main" prst="straightConnector1">
            <a:avLst/>
          </a:prstGeom>
          <a:ln xmlns:a="http://schemas.openxmlformats.org/drawingml/2006/main" w="5239">
            <a:solidFill>
              <a:srgbClr val="C5CED8"/>
            </a:solidFill>
            <a:prstDash val="solid"/>
          </a:ln>
        </p:spPr>
      </p:cxnSp>
      <p:cxnSp>
        <p:nvCxnSpPr>
          <p:cNvPr id="199" name="">
            <a:extLst xmlns:a="http://schemas.openxmlformats.org/drawingml/2006/main">
              <a:ext uri="{FF2B5EF4-FFF2-40B4-BE49-F238E27FC236}">
                <a16:creationId xmlns:a16="http://schemas.microsoft.com/office/drawing/2014/main" id="{B5B28C8C-E8F0-48EB-AD36-8DAA7974FC3C}"/>
              </a:ext>
            </a:extLst>
          </p:cNvPr>
          <p:cNvCxnSpPr>
            <a:stCxn xmlns:a="http://schemas.openxmlformats.org/drawingml/2006/main" id="34" idx="6"/>
            <a:endCxn xmlns:a="http://schemas.openxmlformats.org/drawingml/2006/main" id="48" idx="2"/>
          </p:cNvCxnSpPr>
          <p:nvPr/>
        </p:nvCxnSpPr>
        <p:spPr>
          <a:xfrm xmlns:a="http://schemas.openxmlformats.org/drawingml/2006/main">
            <a:off x="3324225" y="1962150"/>
            <a:ext cx="1628775" cy="247650"/>
          </a:xfrm>
          <a:prstGeom xmlns:a="http://schemas.openxmlformats.org/drawingml/2006/main" prst="straightConnector1">
            <a:avLst/>
          </a:prstGeom>
          <a:ln xmlns:a="http://schemas.openxmlformats.org/drawingml/2006/main" w="5239">
            <a:solidFill>
              <a:srgbClr val="C5CED8"/>
            </a:solidFill>
            <a:prstDash val="solid"/>
          </a:ln>
        </p:spPr>
      </p:cxnSp>
      <p:cxnSp>
        <p:nvCxnSpPr>
          <p:cNvPr id="198" name="">
            <a:extLst xmlns:a="http://schemas.openxmlformats.org/drawingml/2006/main">
              <a:ext uri="{FF2B5EF4-FFF2-40B4-BE49-F238E27FC236}">
                <a16:creationId xmlns:a16="http://schemas.microsoft.com/office/drawing/2014/main" id="{DD295B13-4043-466F-A0AB-1523C9A326DB}"/>
              </a:ext>
            </a:extLst>
          </p:cNvPr>
          <p:cNvCxnSpPr>
            <a:stCxn xmlns:a="http://schemas.openxmlformats.org/drawingml/2006/main" id="34" idx="6"/>
            <a:endCxn xmlns:a="http://schemas.openxmlformats.org/drawingml/2006/main" id="47" idx="2"/>
          </p:cNvCxnSpPr>
          <p:nvPr/>
        </p:nvCxnSpPr>
        <p:spPr>
          <a:xfrm xmlns:a="http://schemas.openxmlformats.org/drawingml/2006/main" flipV="1">
            <a:off x="3324225" y="1847850"/>
            <a:ext cx="1628775" cy="114300"/>
          </a:xfrm>
          <a:prstGeom xmlns:a="http://schemas.openxmlformats.org/drawingml/2006/main" prst="straightConnector1">
            <a:avLst/>
          </a:prstGeom>
          <a:ln xmlns:a="http://schemas.openxmlformats.org/drawingml/2006/main" w="5239">
            <a:solidFill>
              <a:srgbClr val="C5CED8"/>
            </a:solidFill>
            <a:prstDash val="solid"/>
          </a:ln>
        </p:spPr>
      </p:cxnSp>
      <p:cxnSp>
        <p:nvCxnSpPr>
          <p:cNvPr id="197" name="">
            <a:extLst xmlns:a="http://schemas.openxmlformats.org/drawingml/2006/main">
              <a:ext uri="{FF2B5EF4-FFF2-40B4-BE49-F238E27FC236}">
                <a16:creationId xmlns:a16="http://schemas.microsoft.com/office/drawing/2014/main" id="{4FC0692E-6F28-4EBD-AE5A-E0B2CDC074A7}"/>
              </a:ext>
            </a:extLst>
          </p:cNvPr>
          <p:cNvCxnSpPr>
            <a:stCxn xmlns:a="http://schemas.openxmlformats.org/drawingml/2006/main" id="33" idx="6"/>
            <a:endCxn xmlns:a="http://schemas.openxmlformats.org/drawingml/2006/main" id="54" idx="2"/>
          </p:cNvCxnSpPr>
          <p:nvPr/>
        </p:nvCxnSpPr>
        <p:spPr>
          <a:xfrm xmlns:a="http://schemas.openxmlformats.org/drawingml/2006/main">
            <a:off x="3324225" y="1752600"/>
            <a:ext cx="1628775" cy="2628900"/>
          </a:xfrm>
          <a:prstGeom xmlns:a="http://schemas.openxmlformats.org/drawingml/2006/main" prst="straightConnector1">
            <a:avLst/>
          </a:prstGeom>
          <a:ln xmlns:a="http://schemas.openxmlformats.org/drawingml/2006/main" w="5239">
            <a:solidFill>
              <a:srgbClr val="C5CED8"/>
            </a:solidFill>
            <a:prstDash val="solid"/>
          </a:ln>
        </p:spPr>
      </p:cxnSp>
      <p:cxnSp>
        <p:nvCxnSpPr>
          <p:cNvPr id="196" name="">
            <a:extLst xmlns:a="http://schemas.openxmlformats.org/drawingml/2006/main">
              <a:ext uri="{FF2B5EF4-FFF2-40B4-BE49-F238E27FC236}">
                <a16:creationId xmlns:a16="http://schemas.microsoft.com/office/drawing/2014/main" id="{4422BC7C-A2EC-45EE-A09B-F7E5425BD4A6}"/>
              </a:ext>
            </a:extLst>
          </p:cNvPr>
          <p:cNvCxnSpPr>
            <a:stCxn xmlns:a="http://schemas.openxmlformats.org/drawingml/2006/main" id="33" idx="6"/>
            <a:endCxn xmlns:a="http://schemas.openxmlformats.org/drawingml/2006/main" id="53" idx="2"/>
          </p:cNvCxnSpPr>
          <p:nvPr/>
        </p:nvCxnSpPr>
        <p:spPr>
          <a:xfrm xmlns:a="http://schemas.openxmlformats.org/drawingml/2006/main">
            <a:off x="3324225" y="1752600"/>
            <a:ext cx="1628775" cy="2266950"/>
          </a:xfrm>
          <a:prstGeom xmlns:a="http://schemas.openxmlformats.org/drawingml/2006/main" prst="straightConnector1">
            <a:avLst/>
          </a:prstGeom>
          <a:ln xmlns:a="http://schemas.openxmlformats.org/drawingml/2006/main" w="5239">
            <a:solidFill>
              <a:srgbClr val="C5CED8"/>
            </a:solidFill>
            <a:prstDash val="solid"/>
          </a:ln>
        </p:spPr>
      </p:cxnSp>
      <p:cxnSp>
        <p:nvCxnSpPr>
          <p:cNvPr id="195" name="">
            <a:extLst xmlns:a="http://schemas.openxmlformats.org/drawingml/2006/main">
              <a:ext uri="{FF2B5EF4-FFF2-40B4-BE49-F238E27FC236}">
                <a16:creationId xmlns:a16="http://schemas.microsoft.com/office/drawing/2014/main" id="{00AFC1FD-3C21-467F-963C-8937A56E376A}"/>
              </a:ext>
            </a:extLst>
          </p:cNvPr>
          <p:cNvCxnSpPr>
            <a:stCxn xmlns:a="http://schemas.openxmlformats.org/drawingml/2006/main" id="33" idx="6"/>
            <a:endCxn xmlns:a="http://schemas.openxmlformats.org/drawingml/2006/main" id="52" idx="2"/>
          </p:cNvCxnSpPr>
          <p:nvPr/>
        </p:nvCxnSpPr>
        <p:spPr>
          <a:xfrm xmlns:a="http://schemas.openxmlformats.org/drawingml/2006/main">
            <a:off x="3324225" y="1752600"/>
            <a:ext cx="1628775" cy="1905000"/>
          </a:xfrm>
          <a:prstGeom xmlns:a="http://schemas.openxmlformats.org/drawingml/2006/main" prst="straightConnector1">
            <a:avLst/>
          </a:prstGeom>
          <a:ln xmlns:a="http://schemas.openxmlformats.org/drawingml/2006/main" w="5239">
            <a:solidFill>
              <a:srgbClr val="C5CED8"/>
            </a:solidFill>
            <a:prstDash val="solid"/>
          </a:ln>
        </p:spPr>
      </p:cxnSp>
      <p:cxnSp>
        <p:nvCxnSpPr>
          <p:cNvPr id="194" name="">
            <a:extLst xmlns:a="http://schemas.openxmlformats.org/drawingml/2006/main">
              <a:ext uri="{FF2B5EF4-FFF2-40B4-BE49-F238E27FC236}">
                <a16:creationId xmlns:a16="http://schemas.microsoft.com/office/drawing/2014/main" id="{F3F52F2F-1EFD-4319-BADE-DF9D38A660F1}"/>
              </a:ext>
            </a:extLst>
          </p:cNvPr>
          <p:cNvCxnSpPr>
            <a:stCxn xmlns:a="http://schemas.openxmlformats.org/drawingml/2006/main" id="33" idx="6"/>
            <a:endCxn xmlns:a="http://schemas.openxmlformats.org/drawingml/2006/main" id="51" idx="2"/>
          </p:cNvCxnSpPr>
          <p:nvPr/>
        </p:nvCxnSpPr>
        <p:spPr>
          <a:xfrm xmlns:a="http://schemas.openxmlformats.org/drawingml/2006/main">
            <a:off x="3324225" y="1752600"/>
            <a:ext cx="1628775" cy="1543050"/>
          </a:xfrm>
          <a:prstGeom xmlns:a="http://schemas.openxmlformats.org/drawingml/2006/main" prst="straightConnector1">
            <a:avLst/>
          </a:prstGeom>
          <a:ln xmlns:a="http://schemas.openxmlformats.org/drawingml/2006/main" w="5239">
            <a:solidFill>
              <a:srgbClr val="C5CED8"/>
            </a:solidFill>
            <a:prstDash val="solid"/>
          </a:ln>
        </p:spPr>
      </p:cxnSp>
      <p:cxnSp>
        <p:nvCxnSpPr>
          <p:cNvPr id="193" name="">
            <a:extLst xmlns:a="http://schemas.openxmlformats.org/drawingml/2006/main">
              <a:ext uri="{FF2B5EF4-FFF2-40B4-BE49-F238E27FC236}">
                <a16:creationId xmlns:a16="http://schemas.microsoft.com/office/drawing/2014/main" id="{4072FA52-469B-4AB4-B0FB-A50B532E5170}"/>
              </a:ext>
            </a:extLst>
          </p:cNvPr>
          <p:cNvCxnSpPr>
            <a:stCxn xmlns:a="http://schemas.openxmlformats.org/drawingml/2006/main" id="33" idx="6"/>
            <a:endCxn xmlns:a="http://schemas.openxmlformats.org/drawingml/2006/main" id="50" idx="2"/>
          </p:cNvCxnSpPr>
          <p:nvPr/>
        </p:nvCxnSpPr>
        <p:spPr>
          <a:xfrm xmlns:a="http://schemas.openxmlformats.org/drawingml/2006/main">
            <a:off x="3324225" y="1752600"/>
            <a:ext cx="1628775" cy="1181100"/>
          </a:xfrm>
          <a:prstGeom xmlns:a="http://schemas.openxmlformats.org/drawingml/2006/main" prst="straightConnector1">
            <a:avLst/>
          </a:prstGeom>
          <a:ln xmlns:a="http://schemas.openxmlformats.org/drawingml/2006/main" w="5239">
            <a:solidFill>
              <a:srgbClr val="C5CED8"/>
            </a:solidFill>
            <a:prstDash val="solid"/>
          </a:ln>
        </p:spPr>
      </p:cxnSp>
      <p:cxnSp>
        <p:nvCxnSpPr>
          <p:cNvPr id="192" name="">
            <a:extLst xmlns:a="http://schemas.openxmlformats.org/drawingml/2006/main">
              <a:ext uri="{FF2B5EF4-FFF2-40B4-BE49-F238E27FC236}">
                <a16:creationId xmlns:a16="http://schemas.microsoft.com/office/drawing/2014/main" id="{88DA8E02-C18B-4B09-87A4-9F16A34C0520}"/>
              </a:ext>
            </a:extLst>
          </p:cNvPr>
          <p:cNvCxnSpPr>
            <a:stCxn xmlns:a="http://schemas.openxmlformats.org/drawingml/2006/main" id="33" idx="6"/>
            <a:endCxn xmlns:a="http://schemas.openxmlformats.org/drawingml/2006/main" id="49" idx="2"/>
          </p:cNvCxnSpPr>
          <p:nvPr/>
        </p:nvCxnSpPr>
        <p:spPr>
          <a:xfrm xmlns:a="http://schemas.openxmlformats.org/drawingml/2006/main">
            <a:off x="3324225" y="1752600"/>
            <a:ext cx="1628775" cy="819150"/>
          </a:xfrm>
          <a:prstGeom xmlns:a="http://schemas.openxmlformats.org/drawingml/2006/main" prst="straightConnector1">
            <a:avLst/>
          </a:prstGeom>
          <a:ln xmlns:a="http://schemas.openxmlformats.org/drawingml/2006/main" w="5239">
            <a:solidFill>
              <a:srgbClr val="C5CED8"/>
            </a:solidFill>
            <a:prstDash val="solid"/>
          </a:ln>
        </p:spPr>
      </p:cxnSp>
      <p:cxnSp>
        <p:nvCxnSpPr>
          <p:cNvPr id="191" name="">
            <a:extLst xmlns:a="http://schemas.openxmlformats.org/drawingml/2006/main">
              <a:ext uri="{FF2B5EF4-FFF2-40B4-BE49-F238E27FC236}">
                <a16:creationId xmlns:a16="http://schemas.microsoft.com/office/drawing/2014/main" id="{27A6A2D2-4ECA-442A-AF3C-4F95C2BD0EBC}"/>
              </a:ext>
            </a:extLst>
          </p:cNvPr>
          <p:cNvCxnSpPr>
            <a:stCxn xmlns:a="http://schemas.openxmlformats.org/drawingml/2006/main" id="33" idx="6"/>
            <a:endCxn xmlns:a="http://schemas.openxmlformats.org/drawingml/2006/main" id="48" idx="2"/>
          </p:cNvCxnSpPr>
          <p:nvPr/>
        </p:nvCxnSpPr>
        <p:spPr>
          <a:xfrm xmlns:a="http://schemas.openxmlformats.org/drawingml/2006/main">
            <a:off x="3324225" y="1752600"/>
            <a:ext cx="1628775" cy="457200"/>
          </a:xfrm>
          <a:prstGeom xmlns:a="http://schemas.openxmlformats.org/drawingml/2006/main" prst="straightConnector1">
            <a:avLst/>
          </a:prstGeom>
          <a:ln xmlns:a="http://schemas.openxmlformats.org/drawingml/2006/main" w="5239">
            <a:solidFill>
              <a:srgbClr val="C5CED8"/>
            </a:solidFill>
            <a:prstDash val="solid"/>
          </a:ln>
        </p:spPr>
      </p:cxnSp>
      <p:cxnSp>
        <p:nvCxnSpPr>
          <p:cNvPr id="190" name="">
            <a:extLst xmlns:a="http://schemas.openxmlformats.org/drawingml/2006/main">
              <a:ext uri="{FF2B5EF4-FFF2-40B4-BE49-F238E27FC236}">
                <a16:creationId xmlns:a16="http://schemas.microsoft.com/office/drawing/2014/main" id="{AD6662E5-72C3-4486-A4E9-9BE52024002D}"/>
              </a:ext>
            </a:extLst>
          </p:cNvPr>
          <p:cNvCxnSpPr>
            <a:stCxn xmlns:a="http://schemas.openxmlformats.org/drawingml/2006/main" id="33" idx="6"/>
            <a:endCxn xmlns:a="http://schemas.openxmlformats.org/drawingml/2006/main" id="47" idx="2"/>
          </p:cNvCxnSpPr>
          <p:nvPr/>
        </p:nvCxnSpPr>
        <p:spPr>
          <a:xfrm xmlns:a="http://schemas.openxmlformats.org/drawingml/2006/main">
            <a:off x="3324225" y="1752600"/>
            <a:ext cx="1628775" cy="95250"/>
          </a:xfrm>
          <a:prstGeom xmlns:a="http://schemas.openxmlformats.org/drawingml/2006/main" prst="straightConnector1">
            <a:avLst/>
          </a:prstGeom>
          <a:ln xmlns:a="http://schemas.openxmlformats.org/drawingml/2006/main" w="5239">
            <a:solidFill>
              <a:srgbClr val="C5CED8"/>
            </a:solidFill>
            <a:prstDash val="solid"/>
          </a:ln>
        </p:spPr>
      </p:cxnSp>
      <p:cxnSp>
        <p:nvCxnSpPr>
          <p:cNvPr id="189" name="">
            <a:extLst xmlns:a="http://schemas.openxmlformats.org/drawingml/2006/main">
              <a:ext uri="{FF2B5EF4-FFF2-40B4-BE49-F238E27FC236}">
                <a16:creationId xmlns:a16="http://schemas.microsoft.com/office/drawing/2014/main" id="{54F4563E-E4F1-43A4-8748-B903A62E855A}"/>
              </a:ext>
            </a:extLst>
          </p:cNvPr>
          <p:cNvCxnSpPr>
            <a:stCxn xmlns:a="http://schemas.openxmlformats.org/drawingml/2006/main" id="32" idx="6"/>
            <a:endCxn xmlns:a="http://schemas.openxmlformats.org/drawingml/2006/main" id="46" idx="2"/>
          </p:cNvCxnSpPr>
          <p:nvPr/>
        </p:nvCxnSpPr>
        <p:spPr>
          <a:xfrm xmlns:a="http://schemas.openxmlformats.org/drawingml/2006/main">
            <a:off x="1562100" y="4410075"/>
            <a:ext cx="1628775" cy="66675"/>
          </a:xfrm>
          <a:prstGeom xmlns:a="http://schemas.openxmlformats.org/drawingml/2006/main" prst="straightConnector1">
            <a:avLst/>
          </a:prstGeom>
          <a:ln xmlns:a="http://schemas.openxmlformats.org/drawingml/2006/main" w="5239">
            <a:solidFill>
              <a:srgbClr val="C5CED8"/>
            </a:solidFill>
            <a:prstDash val="solid"/>
          </a:ln>
        </p:spPr>
      </p:cxnSp>
      <p:cxnSp>
        <p:nvCxnSpPr>
          <p:cNvPr id="188" name="">
            <a:extLst xmlns:a="http://schemas.openxmlformats.org/drawingml/2006/main">
              <a:ext uri="{FF2B5EF4-FFF2-40B4-BE49-F238E27FC236}">
                <a16:creationId xmlns:a16="http://schemas.microsoft.com/office/drawing/2014/main" id="{B009B182-CC72-4055-92B8-A872C969E83D}"/>
              </a:ext>
            </a:extLst>
          </p:cNvPr>
          <p:cNvCxnSpPr>
            <a:stCxn xmlns:a="http://schemas.openxmlformats.org/drawingml/2006/main" id="32" idx="6"/>
            <a:endCxn xmlns:a="http://schemas.openxmlformats.org/drawingml/2006/main" id="45" idx="2"/>
          </p:cNvCxnSpPr>
          <p:nvPr/>
        </p:nvCxnSpPr>
        <p:spPr>
          <a:xfrm xmlns:a="http://schemas.openxmlformats.org/drawingml/2006/main" flipV="1">
            <a:off x="1562100" y="4267200"/>
            <a:ext cx="1628775" cy="142875"/>
          </a:xfrm>
          <a:prstGeom xmlns:a="http://schemas.openxmlformats.org/drawingml/2006/main" prst="straightConnector1">
            <a:avLst/>
          </a:prstGeom>
          <a:ln xmlns:a="http://schemas.openxmlformats.org/drawingml/2006/main" w="5239">
            <a:solidFill>
              <a:srgbClr val="C5CED8"/>
            </a:solidFill>
            <a:prstDash val="solid"/>
          </a:ln>
        </p:spPr>
      </p:cxnSp>
      <p:cxnSp>
        <p:nvCxnSpPr>
          <p:cNvPr id="187" name="">
            <a:extLst xmlns:a="http://schemas.openxmlformats.org/drawingml/2006/main">
              <a:ext uri="{FF2B5EF4-FFF2-40B4-BE49-F238E27FC236}">
                <a16:creationId xmlns:a16="http://schemas.microsoft.com/office/drawing/2014/main" id="{9079251B-2E7E-4297-9B72-06C5E59503ED}"/>
              </a:ext>
            </a:extLst>
          </p:cNvPr>
          <p:cNvCxnSpPr>
            <a:stCxn xmlns:a="http://schemas.openxmlformats.org/drawingml/2006/main" id="32" idx="6"/>
            <a:endCxn xmlns:a="http://schemas.openxmlformats.org/drawingml/2006/main" id="44" idx="2"/>
          </p:cNvCxnSpPr>
          <p:nvPr/>
        </p:nvCxnSpPr>
        <p:spPr>
          <a:xfrm xmlns:a="http://schemas.openxmlformats.org/drawingml/2006/main" flipV="1">
            <a:off x="1562100" y="4057650"/>
            <a:ext cx="1628775" cy="352425"/>
          </a:xfrm>
          <a:prstGeom xmlns:a="http://schemas.openxmlformats.org/drawingml/2006/main" prst="straightConnector1">
            <a:avLst/>
          </a:prstGeom>
          <a:ln xmlns:a="http://schemas.openxmlformats.org/drawingml/2006/main" w="5239">
            <a:solidFill>
              <a:srgbClr val="C5CED8"/>
            </a:solidFill>
            <a:prstDash val="solid"/>
          </a:ln>
        </p:spPr>
      </p:cxnSp>
      <p:cxnSp>
        <p:nvCxnSpPr>
          <p:cNvPr id="186" name="">
            <a:extLst xmlns:a="http://schemas.openxmlformats.org/drawingml/2006/main">
              <a:ext uri="{FF2B5EF4-FFF2-40B4-BE49-F238E27FC236}">
                <a16:creationId xmlns:a16="http://schemas.microsoft.com/office/drawing/2014/main" id="{899CBF88-BA23-4A5C-BBF0-71F9166A7A51}"/>
              </a:ext>
            </a:extLst>
          </p:cNvPr>
          <p:cNvCxnSpPr>
            <a:stCxn xmlns:a="http://schemas.openxmlformats.org/drawingml/2006/main" id="32" idx="6"/>
            <a:endCxn xmlns:a="http://schemas.openxmlformats.org/drawingml/2006/main" id="43" idx="2"/>
          </p:cNvCxnSpPr>
          <p:nvPr/>
        </p:nvCxnSpPr>
        <p:spPr>
          <a:xfrm xmlns:a="http://schemas.openxmlformats.org/drawingml/2006/main" flipV="1">
            <a:off x="1562100" y="3848100"/>
            <a:ext cx="1628775" cy="561975"/>
          </a:xfrm>
          <a:prstGeom xmlns:a="http://schemas.openxmlformats.org/drawingml/2006/main" prst="straightConnector1">
            <a:avLst/>
          </a:prstGeom>
          <a:ln xmlns:a="http://schemas.openxmlformats.org/drawingml/2006/main" w="5239">
            <a:solidFill>
              <a:srgbClr val="C5CED8"/>
            </a:solidFill>
            <a:prstDash val="solid"/>
          </a:ln>
        </p:spPr>
      </p:cxnSp>
      <p:cxnSp>
        <p:nvCxnSpPr>
          <p:cNvPr id="185" name="">
            <a:extLst xmlns:a="http://schemas.openxmlformats.org/drawingml/2006/main">
              <a:ext uri="{FF2B5EF4-FFF2-40B4-BE49-F238E27FC236}">
                <a16:creationId xmlns:a16="http://schemas.microsoft.com/office/drawing/2014/main" id="{E1ED7EFC-0A75-4DFD-A42F-3C9FB0896C1B}"/>
              </a:ext>
            </a:extLst>
          </p:cNvPr>
          <p:cNvCxnSpPr>
            <a:stCxn xmlns:a="http://schemas.openxmlformats.org/drawingml/2006/main" id="32" idx="6"/>
            <a:endCxn xmlns:a="http://schemas.openxmlformats.org/drawingml/2006/main" id="42" idx="2"/>
          </p:cNvCxnSpPr>
          <p:nvPr/>
        </p:nvCxnSpPr>
        <p:spPr>
          <a:xfrm xmlns:a="http://schemas.openxmlformats.org/drawingml/2006/main" flipV="1">
            <a:off x="1562100" y="3638550"/>
            <a:ext cx="1628775" cy="771525"/>
          </a:xfrm>
          <a:prstGeom xmlns:a="http://schemas.openxmlformats.org/drawingml/2006/main" prst="straightConnector1">
            <a:avLst/>
          </a:prstGeom>
          <a:ln xmlns:a="http://schemas.openxmlformats.org/drawingml/2006/main" w="5239">
            <a:solidFill>
              <a:srgbClr val="C5CED8"/>
            </a:solidFill>
            <a:prstDash val="solid"/>
          </a:ln>
        </p:spPr>
      </p:cxnSp>
      <p:cxnSp>
        <p:nvCxnSpPr>
          <p:cNvPr id="184" name="">
            <a:extLst xmlns:a="http://schemas.openxmlformats.org/drawingml/2006/main">
              <a:ext uri="{FF2B5EF4-FFF2-40B4-BE49-F238E27FC236}">
                <a16:creationId xmlns:a16="http://schemas.microsoft.com/office/drawing/2014/main" id="{B476C8E2-AF25-4D15-9221-46A6C2465E73}"/>
              </a:ext>
            </a:extLst>
          </p:cNvPr>
          <p:cNvCxnSpPr>
            <a:stCxn xmlns:a="http://schemas.openxmlformats.org/drawingml/2006/main" id="32" idx="6"/>
            <a:endCxn xmlns:a="http://schemas.openxmlformats.org/drawingml/2006/main" id="41" idx="2"/>
          </p:cNvCxnSpPr>
          <p:nvPr/>
        </p:nvCxnSpPr>
        <p:spPr>
          <a:xfrm xmlns:a="http://schemas.openxmlformats.org/drawingml/2006/main" flipV="1">
            <a:off x="1562100" y="3429000"/>
            <a:ext cx="1628775" cy="981075"/>
          </a:xfrm>
          <a:prstGeom xmlns:a="http://schemas.openxmlformats.org/drawingml/2006/main" prst="straightConnector1">
            <a:avLst/>
          </a:prstGeom>
          <a:ln xmlns:a="http://schemas.openxmlformats.org/drawingml/2006/main" w="5239">
            <a:solidFill>
              <a:srgbClr val="C5CED8"/>
            </a:solidFill>
            <a:prstDash val="solid"/>
          </a:ln>
        </p:spPr>
      </p:cxnSp>
      <p:cxnSp>
        <p:nvCxnSpPr>
          <p:cNvPr id="183" name="">
            <a:extLst xmlns:a="http://schemas.openxmlformats.org/drawingml/2006/main">
              <a:ext uri="{FF2B5EF4-FFF2-40B4-BE49-F238E27FC236}">
                <a16:creationId xmlns:a16="http://schemas.microsoft.com/office/drawing/2014/main" id="{B786FD7A-5936-4F30-99F7-EEE6416C2F8B}"/>
              </a:ext>
            </a:extLst>
          </p:cNvPr>
          <p:cNvCxnSpPr>
            <a:stCxn xmlns:a="http://schemas.openxmlformats.org/drawingml/2006/main" id="32" idx="6"/>
            <a:endCxn xmlns:a="http://schemas.openxmlformats.org/drawingml/2006/main" id="40" idx="2"/>
          </p:cNvCxnSpPr>
          <p:nvPr/>
        </p:nvCxnSpPr>
        <p:spPr>
          <a:xfrm xmlns:a="http://schemas.openxmlformats.org/drawingml/2006/main" flipV="1">
            <a:off x="1562100" y="3219450"/>
            <a:ext cx="1628775" cy="1190625"/>
          </a:xfrm>
          <a:prstGeom xmlns:a="http://schemas.openxmlformats.org/drawingml/2006/main" prst="straightConnector1">
            <a:avLst/>
          </a:prstGeom>
          <a:ln xmlns:a="http://schemas.openxmlformats.org/drawingml/2006/main" w="5239">
            <a:solidFill>
              <a:srgbClr val="C5CED8"/>
            </a:solidFill>
            <a:prstDash val="solid"/>
          </a:ln>
        </p:spPr>
      </p:cxnSp>
      <p:cxnSp>
        <p:nvCxnSpPr>
          <p:cNvPr id="182" name="">
            <a:extLst xmlns:a="http://schemas.openxmlformats.org/drawingml/2006/main">
              <a:ext uri="{FF2B5EF4-FFF2-40B4-BE49-F238E27FC236}">
                <a16:creationId xmlns:a16="http://schemas.microsoft.com/office/drawing/2014/main" id="{514990EA-4B41-4232-B2E3-E2E48D2FF291}"/>
              </a:ext>
            </a:extLst>
          </p:cNvPr>
          <p:cNvCxnSpPr>
            <a:stCxn xmlns:a="http://schemas.openxmlformats.org/drawingml/2006/main" id="32" idx="6"/>
            <a:endCxn xmlns:a="http://schemas.openxmlformats.org/drawingml/2006/main" id="39" idx="2"/>
          </p:cNvCxnSpPr>
          <p:nvPr/>
        </p:nvCxnSpPr>
        <p:spPr>
          <a:xfrm xmlns:a="http://schemas.openxmlformats.org/drawingml/2006/main" flipV="1">
            <a:off x="1562100" y="3009900"/>
            <a:ext cx="1628775" cy="1400175"/>
          </a:xfrm>
          <a:prstGeom xmlns:a="http://schemas.openxmlformats.org/drawingml/2006/main" prst="straightConnector1">
            <a:avLst/>
          </a:prstGeom>
          <a:ln xmlns:a="http://schemas.openxmlformats.org/drawingml/2006/main" w="5239">
            <a:solidFill>
              <a:srgbClr val="C5CED8"/>
            </a:solidFill>
            <a:prstDash val="solid"/>
          </a:ln>
        </p:spPr>
      </p:cxnSp>
      <p:cxnSp>
        <p:nvCxnSpPr>
          <p:cNvPr id="181" name="">
            <a:extLst xmlns:a="http://schemas.openxmlformats.org/drawingml/2006/main">
              <a:ext uri="{FF2B5EF4-FFF2-40B4-BE49-F238E27FC236}">
                <a16:creationId xmlns:a16="http://schemas.microsoft.com/office/drawing/2014/main" id="{0B210A6F-7BD7-4728-A7D1-48DC85C13A19}"/>
              </a:ext>
            </a:extLst>
          </p:cNvPr>
          <p:cNvCxnSpPr>
            <a:stCxn xmlns:a="http://schemas.openxmlformats.org/drawingml/2006/main" id="32" idx="6"/>
            <a:endCxn xmlns:a="http://schemas.openxmlformats.org/drawingml/2006/main" id="38" idx="2"/>
          </p:cNvCxnSpPr>
          <p:nvPr/>
        </p:nvCxnSpPr>
        <p:spPr>
          <a:xfrm xmlns:a="http://schemas.openxmlformats.org/drawingml/2006/main" flipV="1">
            <a:off x="1562100" y="2800350"/>
            <a:ext cx="1628775" cy="1609725"/>
          </a:xfrm>
          <a:prstGeom xmlns:a="http://schemas.openxmlformats.org/drawingml/2006/main" prst="straightConnector1">
            <a:avLst/>
          </a:prstGeom>
          <a:ln xmlns:a="http://schemas.openxmlformats.org/drawingml/2006/main" w="5239">
            <a:solidFill>
              <a:srgbClr val="C5CED8"/>
            </a:solidFill>
            <a:prstDash val="solid"/>
          </a:ln>
        </p:spPr>
      </p:cxnSp>
      <p:cxnSp>
        <p:nvCxnSpPr>
          <p:cNvPr id="180" name="">
            <a:extLst xmlns:a="http://schemas.openxmlformats.org/drawingml/2006/main">
              <a:ext uri="{FF2B5EF4-FFF2-40B4-BE49-F238E27FC236}">
                <a16:creationId xmlns:a16="http://schemas.microsoft.com/office/drawing/2014/main" id="{BA9BDBC7-CDE7-4CFD-B415-47A2022C8377}"/>
              </a:ext>
            </a:extLst>
          </p:cNvPr>
          <p:cNvCxnSpPr>
            <a:stCxn xmlns:a="http://schemas.openxmlformats.org/drawingml/2006/main" id="32" idx="6"/>
            <a:endCxn xmlns:a="http://schemas.openxmlformats.org/drawingml/2006/main" id="37" idx="2"/>
          </p:cNvCxnSpPr>
          <p:nvPr/>
        </p:nvCxnSpPr>
        <p:spPr>
          <a:xfrm xmlns:a="http://schemas.openxmlformats.org/drawingml/2006/main" flipV="1">
            <a:off x="1562100" y="2590800"/>
            <a:ext cx="1628775" cy="1819275"/>
          </a:xfrm>
          <a:prstGeom xmlns:a="http://schemas.openxmlformats.org/drawingml/2006/main" prst="straightConnector1">
            <a:avLst/>
          </a:prstGeom>
          <a:ln xmlns:a="http://schemas.openxmlformats.org/drawingml/2006/main" w="5239">
            <a:solidFill>
              <a:srgbClr val="C5CED8"/>
            </a:solidFill>
            <a:prstDash val="solid"/>
          </a:ln>
        </p:spPr>
      </p:cxnSp>
      <p:cxnSp>
        <p:nvCxnSpPr>
          <p:cNvPr id="179" name="">
            <a:extLst xmlns:a="http://schemas.openxmlformats.org/drawingml/2006/main">
              <a:ext uri="{FF2B5EF4-FFF2-40B4-BE49-F238E27FC236}">
                <a16:creationId xmlns:a16="http://schemas.microsoft.com/office/drawing/2014/main" id="{C369BE31-0F98-4839-9FC7-65DC3D904E1E}"/>
              </a:ext>
            </a:extLst>
          </p:cNvPr>
          <p:cNvCxnSpPr>
            <a:stCxn xmlns:a="http://schemas.openxmlformats.org/drawingml/2006/main" id="32" idx="6"/>
            <a:endCxn xmlns:a="http://schemas.openxmlformats.org/drawingml/2006/main" id="36" idx="2"/>
          </p:cNvCxnSpPr>
          <p:nvPr/>
        </p:nvCxnSpPr>
        <p:spPr>
          <a:xfrm xmlns:a="http://schemas.openxmlformats.org/drawingml/2006/main" flipV="1">
            <a:off x="1562100" y="2381250"/>
            <a:ext cx="1628775" cy="2028825"/>
          </a:xfrm>
          <a:prstGeom xmlns:a="http://schemas.openxmlformats.org/drawingml/2006/main" prst="straightConnector1">
            <a:avLst/>
          </a:prstGeom>
          <a:ln xmlns:a="http://schemas.openxmlformats.org/drawingml/2006/main" w="5239">
            <a:solidFill>
              <a:srgbClr val="C5CED8"/>
            </a:solidFill>
            <a:prstDash val="solid"/>
          </a:ln>
        </p:spPr>
      </p:cxnSp>
      <p:cxnSp>
        <p:nvCxnSpPr>
          <p:cNvPr id="178" name="">
            <a:extLst xmlns:a="http://schemas.openxmlformats.org/drawingml/2006/main">
              <a:ext uri="{FF2B5EF4-FFF2-40B4-BE49-F238E27FC236}">
                <a16:creationId xmlns:a16="http://schemas.microsoft.com/office/drawing/2014/main" id="{D1D84980-C8D0-4798-82D5-866C03644F0C}"/>
              </a:ext>
            </a:extLst>
          </p:cNvPr>
          <p:cNvCxnSpPr>
            <a:stCxn xmlns:a="http://schemas.openxmlformats.org/drawingml/2006/main" id="32" idx="6"/>
            <a:endCxn xmlns:a="http://schemas.openxmlformats.org/drawingml/2006/main" id="35" idx="2"/>
          </p:cNvCxnSpPr>
          <p:nvPr/>
        </p:nvCxnSpPr>
        <p:spPr>
          <a:xfrm xmlns:a="http://schemas.openxmlformats.org/drawingml/2006/main" flipV="1">
            <a:off x="1562100" y="2171700"/>
            <a:ext cx="1628775" cy="2238375"/>
          </a:xfrm>
          <a:prstGeom xmlns:a="http://schemas.openxmlformats.org/drawingml/2006/main" prst="straightConnector1">
            <a:avLst/>
          </a:prstGeom>
          <a:ln xmlns:a="http://schemas.openxmlformats.org/drawingml/2006/main" w="5239">
            <a:solidFill>
              <a:srgbClr val="C5CED8"/>
            </a:solidFill>
            <a:prstDash val="solid"/>
          </a:ln>
        </p:spPr>
      </p:cxnSp>
      <p:cxnSp>
        <p:nvCxnSpPr>
          <p:cNvPr id="177" name="">
            <a:extLst xmlns:a="http://schemas.openxmlformats.org/drawingml/2006/main">
              <a:ext uri="{FF2B5EF4-FFF2-40B4-BE49-F238E27FC236}">
                <a16:creationId xmlns:a16="http://schemas.microsoft.com/office/drawing/2014/main" id="{AA0A7013-87AB-429A-B3F8-AF8303A3E454}"/>
              </a:ext>
            </a:extLst>
          </p:cNvPr>
          <p:cNvCxnSpPr>
            <a:stCxn xmlns:a="http://schemas.openxmlformats.org/drawingml/2006/main" id="32" idx="6"/>
            <a:endCxn xmlns:a="http://schemas.openxmlformats.org/drawingml/2006/main" id="34" idx="2"/>
          </p:cNvCxnSpPr>
          <p:nvPr/>
        </p:nvCxnSpPr>
        <p:spPr>
          <a:xfrm xmlns:a="http://schemas.openxmlformats.org/drawingml/2006/main" flipV="1">
            <a:off x="1562100" y="1962150"/>
            <a:ext cx="1628775" cy="2447925"/>
          </a:xfrm>
          <a:prstGeom xmlns:a="http://schemas.openxmlformats.org/drawingml/2006/main" prst="straightConnector1">
            <a:avLst/>
          </a:prstGeom>
          <a:ln xmlns:a="http://schemas.openxmlformats.org/drawingml/2006/main" w="5239">
            <a:solidFill>
              <a:srgbClr val="C5CED8"/>
            </a:solidFill>
            <a:prstDash val="solid"/>
          </a:ln>
        </p:spPr>
      </p:cxnSp>
      <p:cxnSp>
        <p:nvCxnSpPr>
          <p:cNvPr id="176" name="">
            <a:extLst xmlns:a="http://schemas.openxmlformats.org/drawingml/2006/main">
              <a:ext uri="{FF2B5EF4-FFF2-40B4-BE49-F238E27FC236}">
                <a16:creationId xmlns:a16="http://schemas.microsoft.com/office/drawing/2014/main" id="{A72FEB87-7E76-4B2F-88A4-29603816AE9C}"/>
              </a:ext>
            </a:extLst>
          </p:cNvPr>
          <p:cNvCxnSpPr>
            <a:stCxn xmlns:a="http://schemas.openxmlformats.org/drawingml/2006/main" id="32" idx="6"/>
            <a:endCxn xmlns:a="http://schemas.openxmlformats.org/drawingml/2006/main" id="33" idx="2"/>
          </p:cNvCxnSpPr>
          <p:nvPr/>
        </p:nvCxnSpPr>
        <p:spPr>
          <a:xfrm xmlns:a="http://schemas.openxmlformats.org/drawingml/2006/main" flipV="1">
            <a:off x="1562100" y="1752600"/>
            <a:ext cx="1628775" cy="2657475"/>
          </a:xfrm>
          <a:prstGeom xmlns:a="http://schemas.openxmlformats.org/drawingml/2006/main" prst="straightConnector1">
            <a:avLst/>
          </a:prstGeom>
          <a:ln xmlns:a="http://schemas.openxmlformats.org/drawingml/2006/main" w="5239">
            <a:solidFill>
              <a:srgbClr val="C5CED8"/>
            </a:solidFill>
            <a:prstDash val="solid"/>
          </a:ln>
        </p:spPr>
      </p:cxnSp>
      <p:cxnSp>
        <p:nvCxnSpPr>
          <p:cNvPr id="175" name="">
            <a:extLst xmlns:a="http://schemas.openxmlformats.org/drawingml/2006/main">
              <a:ext uri="{FF2B5EF4-FFF2-40B4-BE49-F238E27FC236}">
                <a16:creationId xmlns:a16="http://schemas.microsoft.com/office/drawing/2014/main" id="{E664CC9D-88DA-44C6-8F50-BF0908C5E8D6}"/>
              </a:ext>
            </a:extLst>
          </p:cNvPr>
          <p:cNvCxnSpPr>
            <a:stCxn xmlns:a="http://schemas.openxmlformats.org/drawingml/2006/main" id="31" idx="6"/>
            <a:endCxn xmlns:a="http://schemas.openxmlformats.org/drawingml/2006/main" id="46" idx="2"/>
          </p:cNvCxnSpPr>
          <p:nvPr/>
        </p:nvCxnSpPr>
        <p:spPr>
          <a:xfrm xmlns:a="http://schemas.openxmlformats.org/drawingml/2006/main">
            <a:off x="1562100" y="4086225"/>
            <a:ext cx="1628775" cy="390525"/>
          </a:xfrm>
          <a:prstGeom xmlns:a="http://schemas.openxmlformats.org/drawingml/2006/main" prst="straightConnector1">
            <a:avLst/>
          </a:prstGeom>
          <a:ln xmlns:a="http://schemas.openxmlformats.org/drawingml/2006/main" w="5239">
            <a:solidFill>
              <a:srgbClr val="C5CED8"/>
            </a:solidFill>
            <a:prstDash val="solid"/>
          </a:ln>
        </p:spPr>
      </p:cxnSp>
      <p:cxnSp>
        <p:nvCxnSpPr>
          <p:cNvPr id="174" name="">
            <a:extLst xmlns:a="http://schemas.openxmlformats.org/drawingml/2006/main">
              <a:ext uri="{FF2B5EF4-FFF2-40B4-BE49-F238E27FC236}">
                <a16:creationId xmlns:a16="http://schemas.microsoft.com/office/drawing/2014/main" id="{D56FD2C6-2224-4E05-9355-F634DC770984}"/>
              </a:ext>
            </a:extLst>
          </p:cNvPr>
          <p:cNvCxnSpPr>
            <a:stCxn xmlns:a="http://schemas.openxmlformats.org/drawingml/2006/main" id="31" idx="6"/>
            <a:endCxn xmlns:a="http://schemas.openxmlformats.org/drawingml/2006/main" id="45" idx="2"/>
          </p:cNvCxnSpPr>
          <p:nvPr/>
        </p:nvCxnSpPr>
        <p:spPr>
          <a:xfrm xmlns:a="http://schemas.openxmlformats.org/drawingml/2006/main">
            <a:off x="1562100" y="4086225"/>
            <a:ext cx="1628775" cy="180975"/>
          </a:xfrm>
          <a:prstGeom xmlns:a="http://schemas.openxmlformats.org/drawingml/2006/main" prst="straightConnector1">
            <a:avLst/>
          </a:prstGeom>
          <a:ln xmlns:a="http://schemas.openxmlformats.org/drawingml/2006/main" w="5239">
            <a:solidFill>
              <a:srgbClr val="C5CED8"/>
            </a:solidFill>
            <a:prstDash val="solid"/>
          </a:ln>
        </p:spPr>
      </p:cxnSp>
      <p:cxnSp>
        <p:nvCxnSpPr>
          <p:cNvPr id="173" name="">
            <a:extLst xmlns:a="http://schemas.openxmlformats.org/drawingml/2006/main">
              <a:ext uri="{FF2B5EF4-FFF2-40B4-BE49-F238E27FC236}">
                <a16:creationId xmlns:a16="http://schemas.microsoft.com/office/drawing/2014/main" id="{D3547BD1-7C46-4131-9A59-4AC5C8DD1C7C}"/>
              </a:ext>
            </a:extLst>
          </p:cNvPr>
          <p:cNvCxnSpPr>
            <a:stCxn xmlns:a="http://schemas.openxmlformats.org/drawingml/2006/main" id="31" idx="6"/>
            <a:endCxn xmlns:a="http://schemas.openxmlformats.org/drawingml/2006/main" id="44" idx="2"/>
          </p:cNvCxnSpPr>
          <p:nvPr/>
        </p:nvCxnSpPr>
        <p:spPr>
          <a:xfrm xmlns:a="http://schemas.openxmlformats.org/drawingml/2006/main" flipV="1">
            <a:off x="1562100" y="4057650"/>
            <a:ext cx="1628775" cy="28575"/>
          </a:xfrm>
          <a:prstGeom xmlns:a="http://schemas.openxmlformats.org/drawingml/2006/main" prst="straightConnector1">
            <a:avLst/>
          </a:prstGeom>
          <a:ln xmlns:a="http://schemas.openxmlformats.org/drawingml/2006/main" w="5239">
            <a:solidFill>
              <a:srgbClr val="C5CED8"/>
            </a:solidFill>
            <a:prstDash val="solid"/>
          </a:ln>
        </p:spPr>
      </p:cxnSp>
      <p:cxnSp>
        <p:nvCxnSpPr>
          <p:cNvPr id="172" name="">
            <a:extLst xmlns:a="http://schemas.openxmlformats.org/drawingml/2006/main">
              <a:ext uri="{FF2B5EF4-FFF2-40B4-BE49-F238E27FC236}">
                <a16:creationId xmlns:a16="http://schemas.microsoft.com/office/drawing/2014/main" id="{19AC16E6-4E9C-450E-905D-2F54AEBC6764}"/>
              </a:ext>
            </a:extLst>
          </p:cNvPr>
          <p:cNvCxnSpPr>
            <a:stCxn xmlns:a="http://schemas.openxmlformats.org/drawingml/2006/main" id="31" idx="6"/>
            <a:endCxn xmlns:a="http://schemas.openxmlformats.org/drawingml/2006/main" id="43" idx="2"/>
          </p:cNvCxnSpPr>
          <p:nvPr/>
        </p:nvCxnSpPr>
        <p:spPr>
          <a:xfrm xmlns:a="http://schemas.openxmlformats.org/drawingml/2006/main" flipV="1">
            <a:off x="1562100" y="3848100"/>
            <a:ext cx="1628775" cy="238125"/>
          </a:xfrm>
          <a:prstGeom xmlns:a="http://schemas.openxmlformats.org/drawingml/2006/main" prst="straightConnector1">
            <a:avLst/>
          </a:prstGeom>
          <a:ln xmlns:a="http://schemas.openxmlformats.org/drawingml/2006/main" w="5239">
            <a:solidFill>
              <a:srgbClr val="C5CED8"/>
            </a:solidFill>
            <a:prstDash val="solid"/>
          </a:ln>
        </p:spPr>
      </p:cxnSp>
      <p:cxnSp>
        <p:nvCxnSpPr>
          <p:cNvPr id="171" name="">
            <a:extLst xmlns:a="http://schemas.openxmlformats.org/drawingml/2006/main">
              <a:ext uri="{FF2B5EF4-FFF2-40B4-BE49-F238E27FC236}">
                <a16:creationId xmlns:a16="http://schemas.microsoft.com/office/drawing/2014/main" id="{499A1DFC-F63C-4B24-9130-B98EF43905B8}"/>
              </a:ext>
            </a:extLst>
          </p:cNvPr>
          <p:cNvCxnSpPr>
            <a:stCxn xmlns:a="http://schemas.openxmlformats.org/drawingml/2006/main" id="31" idx="6"/>
            <a:endCxn xmlns:a="http://schemas.openxmlformats.org/drawingml/2006/main" id="42" idx="2"/>
          </p:cNvCxnSpPr>
          <p:nvPr/>
        </p:nvCxnSpPr>
        <p:spPr>
          <a:xfrm xmlns:a="http://schemas.openxmlformats.org/drawingml/2006/main" flipV="1">
            <a:off x="1562100" y="3638550"/>
            <a:ext cx="1628775" cy="447675"/>
          </a:xfrm>
          <a:prstGeom xmlns:a="http://schemas.openxmlformats.org/drawingml/2006/main" prst="straightConnector1">
            <a:avLst/>
          </a:prstGeom>
          <a:ln xmlns:a="http://schemas.openxmlformats.org/drawingml/2006/main" w="5239">
            <a:solidFill>
              <a:srgbClr val="C5CED8"/>
            </a:solidFill>
            <a:prstDash val="solid"/>
          </a:ln>
        </p:spPr>
      </p:cxnSp>
      <p:cxnSp>
        <p:nvCxnSpPr>
          <p:cNvPr id="170" name="">
            <a:extLst xmlns:a="http://schemas.openxmlformats.org/drawingml/2006/main">
              <a:ext uri="{FF2B5EF4-FFF2-40B4-BE49-F238E27FC236}">
                <a16:creationId xmlns:a16="http://schemas.microsoft.com/office/drawing/2014/main" id="{D7B67828-2151-4FC9-898A-173D2CBED97E}"/>
              </a:ext>
            </a:extLst>
          </p:cNvPr>
          <p:cNvCxnSpPr>
            <a:stCxn xmlns:a="http://schemas.openxmlformats.org/drawingml/2006/main" id="31" idx="6"/>
            <a:endCxn xmlns:a="http://schemas.openxmlformats.org/drawingml/2006/main" id="41" idx="2"/>
          </p:cNvCxnSpPr>
          <p:nvPr/>
        </p:nvCxnSpPr>
        <p:spPr>
          <a:xfrm xmlns:a="http://schemas.openxmlformats.org/drawingml/2006/main" flipV="1">
            <a:off x="1562100" y="3429000"/>
            <a:ext cx="1628775" cy="657225"/>
          </a:xfrm>
          <a:prstGeom xmlns:a="http://schemas.openxmlformats.org/drawingml/2006/main" prst="straightConnector1">
            <a:avLst/>
          </a:prstGeom>
          <a:ln xmlns:a="http://schemas.openxmlformats.org/drawingml/2006/main" w="5239">
            <a:solidFill>
              <a:srgbClr val="C5CED8"/>
            </a:solidFill>
            <a:prstDash val="solid"/>
          </a:ln>
        </p:spPr>
      </p:cxnSp>
      <p:cxnSp>
        <p:nvCxnSpPr>
          <p:cNvPr id="169" name="">
            <a:extLst xmlns:a="http://schemas.openxmlformats.org/drawingml/2006/main">
              <a:ext uri="{FF2B5EF4-FFF2-40B4-BE49-F238E27FC236}">
                <a16:creationId xmlns:a16="http://schemas.microsoft.com/office/drawing/2014/main" id="{5AF3E9CE-C007-4CA1-A16E-383671C201FA}"/>
              </a:ext>
            </a:extLst>
          </p:cNvPr>
          <p:cNvCxnSpPr>
            <a:stCxn xmlns:a="http://schemas.openxmlformats.org/drawingml/2006/main" id="31" idx="6"/>
            <a:endCxn xmlns:a="http://schemas.openxmlformats.org/drawingml/2006/main" id="40" idx="2"/>
          </p:cNvCxnSpPr>
          <p:nvPr/>
        </p:nvCxnSpPr>
        <p:spPr>
          <a:xfrm xmlns:a="http://schemas.openxmlformats.org/drawingml/2006/main" flipV="1">
            <a:off x="1562100" y="3219450"/>
            <a:ext cx="1628775" cy="866775"/>
          </a:xfrm>
          <a:prstGeom xmlns:a="http://schemas.openxmlformats.org/drawingml/2006/main" prst="straightConnector1">
            <a:avLst/>
          </a:prstGeom>
          <a:ln xmlns:a="http://schemas.openxmlformats.org/drawingml/2006/main" w="5239">
            <a:solidFill>
              <a:srgbClr val="C5CED8"/>
            </a:solidFill>
            <a:prstDash val="solid"/>
          </a:ln>
        </p:spPr>
      </p:cxnSp>
      <p:cxnSp>
        <p:nvCxnSpPr>
          <p:cNvPr id="168" name="">
            <a:extLst xmlns:a="http://schemas.openxmlformats.org/drawingml/2006/main">
              <a:ext uri="{FF2B5EF4-FFF2-40B4-BE49-F238E27FC236}">
                <a16:creationId xmlns:a16="http://schemas.microsoft.com/office/drawing/2014/main" id="{165A87A3-7A77-4465-9CCC-63957B22692E}"/>
              </a:ext>
            </a:extLst>
          </p:cNvPr>
          <p:cNvCxnSpPr>
            <a:stCxn xmlns:a="http://schemas.openxmlformats.org/drawingml/2006/main" id="31" idx="6"/>
            <a:endCxn xmlns:a="http://schemas.openxmlformats.org/drawingml/2006/main" id="39" idx="2"/>
          </p:cNvCxnSpPr>
          <p:nvPr/>
        </p:nvCxnSpPr>
        <p:spPr>
          <a:xfrm xmlns:a="http://schemas.openxmlformats.org/drawingml/2006/main" flipV="1">
            <a:off x="1562100" y="3009900"/>
            <a:ext cx="1628775" cy="1076325"/>
          </a:xfrm>
          <a:prstGeom xmlns:a="http://schemas.openxmlformats.org/drawingml/2006/main" prst="straightConnector1">
            <a:avLst/>
          </a:prstGeom>
          <a:ln xmlns:a="http://schemas.openxmlformats.org/drawingml/2006/main" w="5239">
            <a:solidFill>
              <a:srgbClr val="C5CED8"/>
            </a:solidFill>
            <a:prstDash val="solid"/>
          </a:ln>
        </p:spPr>
      </p:cxnSp>
      <p:cxnSp>
        <p:nvCxnSpPr>
          <p:cNvPr id="167" name="">
            <a:extLst xmlns:a="http://schemas.openxmlformats.org/drawingml/2006/main">
              <a:ext uri="{FF2B5EF4-FFF2-40B4-BE49-F238E27FC236}">
                <a16:creationId xmlns:a16="http://schemas.microsoft.com/office/drawing/2014/main" id="{3FCED626-A895-443D-B6D9-FDF9DBAEB5B3}"/>
              </a:ext>
            </a:extLst>
          </p:cNvPr>
          <p:cNvCxnSpPr>
            <a:stCxn xmlns:a="http://schemas.openxmlformats.org/drawingml/2006/main" id="31" idx="6"/>
            <a:endCxn xmlns:a="http://schemas.openxmlformats.org/drawingml/2006/main" id="38" idx="2"/>
          </p:cNvCxnSpPr>
          <p:nvPr/>
        </p:nvCxnSpPr>
        <p:spPr>
          <a:xfrm xmlns:a="http://schemas.openxmlformats.org/drawingml/2006/main" flipV="1">
            <a:off x="1562100" y="2800350"/>
            <a:ext cx="1628775" cy="1285875"/>
          </a:xfrm>
          <a:prstGeom xmlns:a="http://schemas.openxmlformats.org/drawingml/2006/main" prst="straightConnector1">
            <a:avLst/>
          </a:prstGeom>
          <a:ln xmlns:a="http://schemas.openxmlformats.org/drawingml/2006/main" w="5239">
            <a:solidFill>
              <a:srgbClr val="C5CED8"/>
            </a:solidFill>
            <a:prstDash val="solid"/>
          </a:ln>
        </p:spPr>
      </p:cxnSp>
      <p:cxnSp>
        <p:nvCxnSpPr>
          <p:cNvPr id="166" name="">
            <a:extLst xmlns:a="http://schemas.openxmlformats.org/drawingml/2006/main">
              <a:ext uri="{FF2B5EF4-FFF2-40B4-BE49-F238E27FC236}">
                <a16:creationId xmlns:a16="http://schemas.microsoft.com/office/drawing/2014/main" id="{4022232B-B6F9-49A5-A480-1C2F456E2F11}"/>
              </a:ext>
            </a:extLst>
          </p:cNvPr>
          <p:cNvCxnSpPr>
            <a:stCxn xmlns:a="http://schemas.openxmlformats.org/drawingml/2006/main" id="31" idx="6"/>
            <a:endCxn xmlns:a="http://schemas.openxmlformats.org/drawingml/2006/main" id="37" idx="2"/>
          </p:cNvCxnSpPr>
          <p:nvPr/>
        </p:nvCxnSpPr>
        <p:spPr>
          <a:xfrm xmlns:a="http://schemas.openxmlformats.org/drawingml/2006/main" flipV="1">
            <a:off x="1562100" y="2590800"/>
            <a:ext cx="1628775" cy="1495425"/>
          </a:xfrm>
          <a:prstGeom xmlns:a="http://schemas.openxmlformats.org/drawingml/2006/main" prst="straightConnector1">
            <a:avLst/>
          </a:prstGeom>
          <a:ln xmlns:a="http://schemas.openxmlformats.org/drawingml/2006/main" w="5239">
            <a:solidFill>
              <a:srgbClr val="C5CED8"/>
            </a:solidFill>
            <a:prstDash val="solid"/>
          </a:ln>
        </p:spPr>
      </p:cxnSp>
      <p:cxnSp>
        <p:nvCxnSpPr>
          <p:cNvPr id="165" name="">
            <a:extLst xmlns:a="http://schemas.openxmlformats.org/drawingml/2006/main">
              <a:ext uri="{FF2B5EF4-FFF2-40B4-BE49-F238E27FC236}">
                <a16:creationId xmlns:a16="http://schemas.microsoft.com/office/drawing/2014/main" id="{766C1367-9BF6-4B19-B0AD-C04B7C54F2A3}"/>
              </a:ext>
            </a:extLst>
          </p:cNvPr>
          <p:cNvCxnSpPr>
            <a:stCxn xmlns:a="http://schemas.openxmlformats.org/drawingml/2006/main" id="31" idx="6"/>
            <a:endCxn xmlns:a="http://schemas.openxmlformats.org/drawingml/2006/main" id="36" idx="2"/>
          </p:cNvCxnSpPr>
          <p:nvPr/>
        </p:nvCxnSpPr>
        <p:spPr>
          <a:xfrm xmlns:a="http://schemas.openxmlformats.org/drawingml/2006/main" flipV="1">
            <a:off x="1562100" y="2381250"/>
            <a:ext cx="1628775" cy="1704975"/>
          </a:xfrm>
          <a:prstGeom xmlns:a="http://schemas.openxmlformats.org/drawingml/2006/main" prst="straightConnector1">
            <a:avLst/>
          </a:prstGeom>
          <a:ln xmlns:a="http://schemas.openxmlformats.org/drawingml/2006/main" w="5239">
            <a:solidFill>
              <a:srgbClr val="C5CED8"/>
            </a:solidFill>
            <a:prstDash val="solid"/>
          </a:ln>
        </p:spPr>
      </p:cxnSp>
      <p:cxnSp>
        <p:nvCxnSpPr>
          <p:cNvPr id="164" name="">
            <a:extLst xmlns:a="http://schemas.openxmlformats.org/drawingml/2006/main">
              <a:ext uri="{FF2B5EF4-FFF2-40B4-BE49-F238E27FC236}">
                <a16:creationId xmlns:a16="http://schemas.microsoft.com/office/drawing/2014/main" id="{94CD0773-B6F0-4EAA-B236-61A84C55718A}"/>
              </a:ext>
            </a:extLst>
          </p:cNvPr>
          <p:cNvCxnSpPr>
            <a:stCxn xmlns:a="http://schemas.openxmlformats.org/drawingml/2006/main" id="31" idx="6"/>
            <a:endCxn xmlns:a="http://schemas.openxmlformats.org/drawingml/2006/main" id="35" idx="2"/>
          </p:cNvCxnSpPr>
          <p:nvPr/>
        </p:nvCxnSpPr>
        <p:spPr>
          <a:xfrm xmlns:a="http://schemas.openxmlformats.org/drawingml/2006/main" flipV="1">
            <a:off x="1562100" y="2171700"/>
            <a:ext cx="1628775" cy="1914525"/>
          </a:xfrm>
          <a:prstGeom xmlns:a="http://schemas.openxmlformats.org/drawingml/2006/main" prst="straightConnector1">
            <a:avLst/>
          </a:prstGeom>
          <a:ln xmlns:a="http://schemas.openxmlformats.org/drawingml/2006/main" w="5239">
            <a:solidFill>
              <a:srgbClr val="C5CED8"/>
            </a:solidFill>
            <a:prstDash val="solid"/>
          </a:ln>
        </p:spPr>
      </p:cxnSp>
      <p:cxnSp>
        <p:nvCxnSpPr>
          <p:cNvPr id="163" name="">
            <a:extLst xmlns:a="http://schemas.openxmlformats.org/drawingml/2006/main">
              <a:ext uri="{FF2B5EF4-FFF2-40B4-BE49-F238E27FC236}">
                <a16:creationId xmlns:a16="http://schemas.microsoft.com/office/drawing/2014/main" id="{DC9783FF-7421-4E52-A80D-77C75A80F274}"/>
              </a:ext>
            </a:extLst>
          </p:cNvPr>
          <p:cNvCxnSpPr>
            <a:stCxn xmlns:a="http://schemas.openxmlformats.org/drawingml/2006/main" id="31" idx="6"/>
            <a:endCxn xmlns:a="http://schemas.openxmlformats.org/drawingml/2006/main" id="34" idx="2"/>
          </p:cNvCxnSpPr>
          <p:nvPr/>
        </p:nvCxnSpPr>
        <p:spPr>
          <a:xfrm xmlns:a="http://schemas.openxmlformats.org/drawingml/2006/main" flipV="1">
            <a:off x="1562100" y="1962150"/>
            <a:ext cx="1628775" cy="2124075"/>
          </a:xfrm>
          <a:prstGeom xmlns:a="http://schemas.openxmlformats.org/drawingml/2006/main" prst="straightConnector1">
            <a:avLst/>
          </a:prstGeom>
          <a:ln xmlns:a="http://schemas.openxmlformats.org/drawingml/2006/main" w="5239">
            <a:solidFill>
              <a:srgbClr val="C5CED8"/>
            </a:solidFill>
            <a:prstDash val="solid"/>
          </a:ln>
        </p:spPr>
      </p:cxnSp>
      <p:cxnSp>
        <p:nvCxnSpPr>
          <p:cNvPr id="162" name="">
            <a:extLst xmlns:a="http://schemas.openxmlformats.org/drawingml/2006/main">
              <a:ext uri="{FF2B5EF4-FFF2-40B4-BE49-F238E27FC236}">
                <a16:creationId xmlns:a16="http://schemas.microsoft.com/office/drawing/2014/main" id="{A582E22F-3816-4AD8-8619-02164011E475}"/>
              </a:ext>
            </a:extLst>
          </p:cNvPr>
          <p:cNvCxnSpPr>
            <a:stCxn xmlns:a="http://schemas.openxmlformats.org/drawingml/2006/main" id="31" idx="6"/>
            <a:endCxn xmlns:a="http://schemas.openxmlformats.org/drawingml/2006/main" id="33" idx="2"/>
          </p:cNvCxnSpPr>
          <p:nvPr/>
        </p:nvCxnSpPr>
        <p:spPr>
          <a:xfrm xmlns:a="http://schemas.openxmlformats.org/drawingml/2006/main" flipV="1">
            <a:off x="1562100" y="1752600"/>
            <a:ext cx="1628775" cy="2333625"/>
          </a:xfrm>
          <a:prstGeom xmlns:a="http://schemas.openxmlformats.org/drawingml/2006/main" prst="straightConnector1">
            <a:avLst/>
          </a:prstGeom>
          <a:ln xmlns:a="http://schemas.openxmlformats.org/drawingml/2006/main" w="5239">
            <a:solidFill>
              <a:srgbClr val="C5CED8"/>
            </a:solidFill>
            <a:prstDash val="solid"/>
          </a:ln>
        </p:spPr>
      </p:cxnSp>
      <p:cxnSp>
        <p:nvCxnSpPr>
          <p:cNvPr id="161" name="">
            <a:extLst xmlns:a="http://schemas.openxmlformats.org/drawingml/2006/main">
              <a:ext uri="{FF2B5EF4-FFF2-40B4-BE49-F238E27FC236}">
                <a16:creationId xmlns:a16="http://schemas.microsoft.com/office/drawing/2014/main" id="{235766F8-A452-4348-8D1C-5C931AD0A61C}"/>
              </a:ext>
            </a:extLst>
          </p:cNvPr>
          <p:cNvCxnSpPr>
            <a:stCxn xmlns:a="http://schemas.openxmlformats.org/drawingml/2006/main" id="30" idx="6"/>
            <a:endCxn xmlns:a="http://schemas.openxmlformats.org/drawingml/2006/main" id="46" idx="2"/>
          </p:cNvCxnSpPr>
          <p:nvPr/>
        </p:nvCxnSpPr>
        <p:spPr>
          <a:xfrm xmlns:a="http://schemas.openxmlformats.org/drawingml/2006/main">
            <a:off x="1562100" y="3762375"/>
            <a:ext cx="1628775" cy="714375"/>
          </a:xfrm>
          <a:prstGeom xmlns:a="http://schemas.openxmlformats.org/drawingml/2006/main" prst="straightConnector1">
            <a:avLst/>
          </a:prstGeom>
          <a:ln xmlns:a="http://schemas.openxmlformats.org/drawingml/2006/main" w="5239">
            <a:solidFill>
              <a:srgbClr val="C5CED8"/>
            </a:solidFill>
            <a:prstDash val="solid"/>
          </a:ln>
        </p:spPr>
      </p:cxnSp>
      <p:cxnSp>
        <p:nvCxnSpPr>
          <p:cNvPr id="160" name="">
            <a:extLst xmlns:a="http://schemas.openxmlformats.org/drawingml/2006/main">
              <a:ext uri="{FF2B5EF4-FFF2-40B4-BE49-F238E27FC236}">
                <a16:creationId xmlns:a16="http://schemas.microsoft.com/office/drawing/2014/main" id="{8046648D-DEA6-4924-85CE-D3114685E42B}"/>
              </a:ext>
            </a:extLst>
          </p:cNvPr>
          <p:cNvCxnSpPr>
            <a:stCxn xmlns:a="http://schemas.openxmlformats.org/drawingml/2006/main" id="30" idx="6"/>
            <a:endCxn xmlns:a="http://schemas.openxmlformats.org/drawingml/2006/main" id="45" idx="2"/>
          </p:cNvCxnSpPr>
          <p:nvPr/>
        </p:nvCxnSpPr>
        <p:spPr>
          <a:xfrm xmlns:a="http://schemas.openxmlformats.org/drawingml/2006/main">
            <a:off x="1562100" y="3762375"/>
            <a:ext cx="1628775" cy="504825"/>
          </a:xfrm>
          <a:prstGeom xmlns:a="http://schemas.openxmlformats.org/drawingml/2006/main" prst="straightConnector1">
            <a:avLst/>
          </a:prstGeom>
          <a:ln xmlns:a="http://schemas.openxmlformats.org/drawingml/2006/main" w="5239">
            <a:solidFill>
              <a:srgbClr val="C5CED8"/>
            </a:solidFill>
            <a:prstDash val="solid"/>
          </a:ln>
        </p:spPr>
      </p:cxnSp>
      <p:cxnSp>
        <p:nvCxnSpPr>
          <p:cNvPr id="159" name="">
            <a:extLst xmlns:a="http://schemas.openxmlformats.org/drawingml/2006/main">
              <a:ext uri="{FF2B5EF4-FFF2-40B4-BE49-F238E27FC236}">
                <a16:creationId xmlns:a16="http://schemas.microsoft.com/office/drawing/2014/main" id="{48558B23-ADBC-4528-935E-4A9BD7B96120}"/>
              </a:ext>
            </a:extLst>
          </p:cNvPr>
          <p:cNvCxnSpPr>
            <a:stCxn xmlns:a="http://schemas.openxmlformats.org/drawingml/2006/main" id="30" idx="6"/>
            <a:endCxn xmlns:a="http://schemas.openxmlformats.org/drawingml/2006/main" id="44" idx="2"/>
          </p:cNvCxnSpPr>
          <p:nvPr/>
        </p:nvCxnSpPr>
        <p:spPr>
          <a:xfrm xmlns:a="http://schemas.openxmlformats.org/drawingml/2006/main">
            <a:off x="1562100" y="3762375"/>
            <a:ext cx="1628775" cy="295275"/>
          </a:xfrm>
          <a:prstGeom xmlns:a="http://schemas.openxmlformats.org/drawingml/2006/main" prst="straightConnector1">
            <a:avLst/>
          </a:prstGeom>
          <a:ln xmlns:a="http://schemas.openxmlformats.org/drawingml/2006/main" w="5239">
            <a:solidFill>
              <a:srgbClr val="C5CED8"/>
            </a:solidFill>
            <a:prstDash val="solid"/>
          </a:ln>
        </p:spPr>
      </p:cxnSp>
      <p:cxnSp>
        <p:nvCxnSpPr>
          <p:cNvPr id="158" name="">
            <a:extLst xmlns:a="http://schemas.openxmlformats.org/drawingml/2006/main">
              <a:ext uri="{FF2B5EF4-FFF2-40B4-BE49-F238E27FC236}">
                <a16:creationId xmlns:a16="http://schemas.microsoft.com/office/drawing/2014/main" id="{B85BC526-E906-4EE6-B0D1-DB4E30ACAE94}"/>
              </a:ext>
            </a:extLst>
          </p:cNvPr>
          <p:cNvCxnSpPr>
            <a:stCxn xmlns:a="http://schemas.openxmlformats.org/drawingml/2006/main" id="30" idx="6"/>
            <a:endCxn xmlns:a="http://schemas.openxmlformats.org/drawingml/2006/main" id="43" idx="2"/>
          </p:cNvCxnSpPr>
          <p:nvPr/>
        </p:nvCxnSpPr>
        <p:spPr>
          <a:xfrm xmlns:a="http://schemas.openxmlformats.org/drawingml/2006/main">
            <a:off x="1562100" y="3762375"/>
            <a:ext cx="1628775" cy="85725"/>
          </a:xfrm>
          <a:prstGeom xmlns:a="http://schemas.openxmlformats.org/drawingml/2006/main" prst="straightConnector1">
            <a:avLst/>
          </a:prstGeom>
          <a:ln xmlns:a="http://schemas.openxmlformats.org/drawingml/2006/main" w="5239">
            <a:solidFill>
              <a:srgbClr val="C5CED8"/>
            </a:solidFill>
            <a:prstDash val="solid"/>
          </a:ln>
        </p:spPr>
      </p:cxnSp>
      <p:cxnSp>
        <p:nvCxnSpPr>
          <p:cNvPr id="157" name="">
            <a:extLst xmlns:a="http://schemas.openxmlformats.org/drawingml/2006/main">
              <a:ext uri="{FF2B5EF4-FFF2-40B4-BE49-F238E27FC236}">
                <a16:creationId xmlns:a16="http://schemas.microsoft.com/office/drawing/2014/main" id="{695197BF-9EA5-4E2C-B7C3-60A9E69375D4}"/>
              </a:ext>
            </a:extLst>
          </p:cNvPr>
          <p:cNvCxnSpPr>
            <a:stCxn xmlns:a="http://schemas.openxmlformats.org/drawingml/2006/main" id="30" idx="6"/>
            <a:endCxn xmlns:a="http://schemas.openxmlformats.org/drawingml/2006/main" id="42" idx="2"/>
          </p:cNvCxnSpPr>
          <p:nvPr/>
        </p:nvCxnSpPr>
        <p:spPr>
          <a:xfrm xmlns:a="http://schemas.openxmlformats.org/drawingml/2006/main" flipV="1">
            <a:off x="1562100" y="3638550"/>
            <a:ext cx="1628775" cy="123825"/>
          </a:xfrm>
          <a:prstGeom xmlns:a="http://schemas.openxmlformats.org/drawingml/2006/main" prst="straightConnector1">
            <a:avLst/>
          </a:prstGeom>
          <a:ln xmlns:a="http://schemas.openxmlformats.org/drawingml/2006/main" w="5239">
            <a:solidFill>
              <a:srgbClr val="C5CED8"/>
            </a:solidFill>
            <a:prstDash val="solid"/>
          </a:ln>
        </p:spPr>
      </p:cxnSp>
      <p:cxnSp>
        <p:nvCxnSpPr>
          <p:cNvPr id="156" name="">
            <a:extLst xmlns:a="http://schemas.openxmlformats.org/drawingml/2006/main">
              <a:ext uri="{FF2B5EF4-FFF2-40B4-BE49-F238E27FC236}">
                <a16:creationId xmlns:a16="http://schemas.microsoft.com/office/drawing/2014/main" id="{FEC56260-5A90-400B-A5B2-61B19FCC6253}"/>
              </a:ext>
            </a:extLst>
          </p:cNvPr>
          <p:cNvCxnSpPr>
            <a:stCxn xmlns:a="http://schemas.openxmlformats.org/drawingml/2006/main" id="30" idx="6"/>
            <a:endCxn xmlns:a="http://schemas.openxmlformats.org/drawingml/2006/main" id="41" idx="2"/>
          </p:cNvCxnSpPr>
          <p:nvPr/>
        </p:nvCxnSpPr>
        <p:spPr>
          <a:xfrm xmlns:a="http://schemas.openxmlformats.org/drawingml/2006/main" flipV="1">
            <a:off x="1562100" y="3429000"/>
            <a:ext cx="1628775" cy="333375"/>
          </a:xfrm>
          <a:prstGeom xmlns:a="http://schemas.openxmlformats.org/drawingml/2006/main" prst="straightConnector1">
            <a:avLst/>
          </a:prstGeom>
          <a:ln xmlns:a="http://schemas.openxmlformats.org/drawingml/2006/main" w="5239">
            <a:solidFill>
              <a:srgbClr val="C5CED8"/>
            </a:solidFill>
            <a:prstDash val="solid"/>
          </a:ln>
        </p:spPr>
      </p:cxnSp>
      <p:cxnSp>
        <p:nvCxnSpPr>
          <p:cNvPr id="155" name="">
            <a:extLst xmlns:a="http://schemas.openxmlformats.org/drawingml/2006/main">
              <a:ext uri="{FF2B5EF4-FFF2-40B4-BE49-F238E27FC236}">
                <a16:creationId xmlns:a16="http://schemas.microsoft.com/office/drawing/2014/main" id="{094C0A48-8187-4641-835E-C874DE511565}"/>
              </a:ext>
            </a:extLst>
          </p:cNvPr>
          <p:cNvCxnSpPr>
            <a:stCxn xmlns:a="http://schemas.openxmlformats.org/drawingml/2006/main" id="30" idx="6"/>
            <a:endCxn xmlns:a="http://schemas.openxmlformats.org/drawingml/2006/main" id="40" idx="2"/>
          </p:cNvCxnSpPr>
          <p:nvPr/>
        </p:nvCxnSpPr>
        <p:spPr>
          <a:xfrm xmlns:a="http://schemas.openxmlformats.org/drawingml/2006/main" flipV="1">
            <a:off x="1562100" y="3219450"/>
            <a:ext cx="1628775" cy="542925"/>
          </a:xfrm>
          <a:prstGeom xmlns:a="http://schemas.openxmlformats.org/drawingml/2006/main" prst="straightConnector1">
            <a:avLst/>
          </a:prstGeom>
          <a:ln xmlns:a="http://schemas.openxmlformats.org/drawingml/2006/main" w="5239">
            <a:solidFill>
              <a:srgbClr val="C5CED8"/>
            </a:solidFill>
            <a:prstDash val="solid"/>
          </a:ln>
        </p:spPr>
      </p:cxnSp>
      <p:cxnSp>
        <p:nvCxnSpPr>
          <p:cNvPr id="154" name="">
            <a:extLst xmlns:a="http://schemas.openxmlformats.org/drawingml/2006/main">
              <a:ext uri="{FF2B5EF4-FFF2-40B4-BE49-F238E27FC236}">
                <a16:creationId xmlns:a16="http://schemas.microsoft.com/office/drawing/2014/main" id="{E24D9857-5FF7-4D75-AEF2-F7540FEF42F2}"/>
              </a:ext>
            </a:extLst>
          </p:cNvPr>
          <p:cNvCxnSpPr>
            <a:stCxn xmlns:a="http://schemas.openxmlformats.org/drawingml/2006/main" id="30" idx="6"/>
            <a:endCxn xmlns:a="http://schemas.openxmlformats.org/drawingml/2006/main" id="39" idx="2"/>
          </p:cNvCxnSpPr>
          <p:nvPr/>
        </p:nvCxnSpPr>
        <p:spPr>
          <a:xfrm xmlns:a="http://schemas.openxmlformats.org/drawingml/2006/main" flipV="1">
            <a:off x="1562100" y="3009900"/>
            <a:ext cx="1628775" cy="752475"/>
          </a:xfrm>
          <a:prstGeom xmlns:a="http://schemas.openxmlformats.org/drawingml/2006/main" prst="straightConnector1">
            <a:avLst/>
          </a:prstGeom>
          <a:ln xmlns:a="http://schemas.openxmlformats.org/drawingml/2006/main" w="5239">
            <a:solidFill>
              <a:srgbClr val="C5CED8"/>
            </a:solidFill>
            <a:prstDash val="solid"/>
          </a:ln>
        </p:spPr>
      </p:cxnSp>
      <p:cxnSp>
        <p:nvCxnSpPr>
          <p:cNvPr id="153" name="">
            <a:extLst xmlns:a="http://schemas.openxmlformats.org/drawingml/2006/main">
              <a:ext uri="{FF2B5EF4-FFF2-40B4-BE49-F238E27FC236}">
                <a16:creationId xmlns:a16="http://schemas.microsoft.com/office/drawing/2014/main" id="{95EED5A1-0400-4602-AEBD-411616635773}"/>
              </a:ext>
            </a:extLst>
          </p:cNvPr>
          <p:cNvCxnSpPr>
            <a:stCxn xmlns:a="http://schemas.openxmlformats.org/drawingml/2006/main" id="30" idx="6"/>
            <a:endCxn xmlns:a="http://schemas.openxmlformats.org/drawingml/2006/main" id="38" idx="2"/>
          </p:cNvCxnSpPr>
          <p:nvPr/>
        </p:nvCxnSpPr>
        <p:spPr>
          <a:xfrm xmlns:a="http://schemas.openxmlformats.org/drawingml/2006/main" flipV="1">
            <a:off x="1562100" y="2800350"/>
            <a:ext cx="1628775" cy="962025"/>
          </a:xfrm>
          <a:prstGeom xmlns:a="http://schemas.openxmlformats.org/drawingml/2006/main" prst="straightConnector1">
            <a:avLst/>
          </a:prstGeom>
          <a:ln xmlns:a="http://schemas.openxmlformats.org/drawingml/2006/main" w="5239">
            <a:solidFill>
              <a:srgbClr val="C5CED8"/>
            </a:solidFill>
            <a:prstDash val="solid"/>
          </a:ln>
        </p:spPr>
      </p:cxnSp>
      <p:cxnSp>
        <p:nvCxnSpPr>
          <p:cNvPr id="152" name="">
            <a:extLst xmlns:a="http://schemas.openxmlformats.org/drawingml/2006/main">
              <a:ext uri="{FF2B5EF4-FFF2-40B4-BE49-F238E27FC236}">
                <a16:creationId xmlns:a16="http://schemas.microsoft.com/office/drawing/2014/main" id="{3FF4B2B2-03CF-4437-90EA-CC6039D5EEC1}"/>
              </a:ext>
            </a:extLst>
          </p:cNvPr>
          <p:cNvCxnSpPr>
            <a:stCxn xmlns:a="http://schemas.openxmlformats.org/drawingml/2006/main" id="30" idx="6"/>
            <a:endCxn xmlns:a="http://schemas.openxmlformats.org/drawingml/2006/main" id="37" idx="2"/>
          </p:cNvCxnSpPr>
          <p:nvPr/>
        </p:nvCxnSpPr>
        <p:spPr>
          <a:xfrm xmlns:a="http://schemas.openxmlformats.org/drawingml/2006/main" flipV="1">
            <a:off x="1562100" y="2590800"/>
            <a:ext cx="1628775" cy="1171575"/>
          </a:xfrm>
          <a:prstGeom xmlns:a="http://schemas.openxmlformats.org/drawingml/2006/main" prst="straightConnector1">
            <a:avLst/>
          </a:prstGeom>
          <a:ln xmlns:a="http://schemas.openxmlformats.org/drawingml/2006/main" w="5239">
            <a:solidFill>
              <a:srgbClr val="C5CED8"/>
            </a:solidFill>
            <a:prstDash val="solid"/>
          </a:ln>
        </p:spPr>
      </p:cxnSp>
      <p:cxnSp>
        <p:nvCxnSpPr>
          <p:cNvPr id="151" name="">
            <a:extLst xmlns:a="http://schemas.openxmlformats.org/drawingml/2006/main">
              <a:ext uri="{FF2B5EF4-FFF2-40B4-BE49-F238E27FC236}">
                <a16:creationId xmlns:a16="http://schemas.microsoft.com/office/drawing/2014/main" id="{AB923258-6BDA-414F-ABCE-59DBAFC126AD}"/>
              </a:ext>
            </a:extLst>
          </p:cNvPr>
          <p:cNvCxnSpPr>
            <a:stCxn xmlns:a="http://schemas.openxmlformats.org/drawingml/2006/main" id="30" idx="6"/>
            <a:endCxn xmlns:a="http://schemas.openxmlformats.org/drawingml/2006/main" id="36" idx="2"/>
          </p:cNvCxnSpPr>
          <p:nvPr/>
        </p:nvCxnSpPr>
        <p:spPr>
          <a:xfrm xmlns:a="http://schemas.openxmlformats.org/drawingml/2006/main" flipV="1">
            <a:off x="1562100" y="2381250"/>
            <a:ext cx="1628775" cy="1381125"/>
          </a:xfrm>
          <a:prstGeom xmlns:a="http://schemas.openxmlformats.org/drawingml/2006/main" prst="straightConnector1">
            <a:avLst/>
          </a:prstGeom>
          <a:ln xmlns:a="http://schemas.openxmlformats.org/drawingml/2006/main" w="5239">
            <a:solidFill>
              <a:srgbClr val="C5CED8"/>
            </a:solidFill>
            <a:prstDash val="solid"/>
          </a:ln>
        </p:spPr>
      </p:cxnSp>
      <p:cxnSp>
        <p:nvCxnSpPr>
          <p:cNvPr id="150" name="">
            <a:extLst xmlns:a="http://schemas.openxmlformats.org/drawingml/2006/main">
              <a:ext uri="{FF2B5EF4-FFF2-40B4-BE49-F238E27FC236}">
                <a16:creationId xmlns:a16="http://schemas.microsoft.com/office/drawing/2014/main" id="{E3C9FD48-36CF-4378-B126-18DDD681EFA3}"/>
              </a:ext>
            </a:extLst>
          </p:cNvPr>
          <p:cNvCxnSpPr>
            <a:stCxn xmlns:a="http://schemas.openxmlformats.org/drawingml/2006/main" id="30" idx="6"/>
            <a:endCxn xmlns:a="http://schemas.openxmlformats.org/drawingml/2006/main" id="35" idx="2"/>
          </p:cNvCxnSpPr>
          <p:nvPr/>
        </p:nvCxnSpPr>
        <p:spPr>
          <a:xfrm xmlns:a="http://schemas.openxmlformats.org/drawingml/2006/main" flipV="1">
            <a:off x="1562100" y="2171700"/>
            <a:ext cx="1628775" cy="1590675"/>
          </a:xfrm>
          <a:prstGeom xmlns:a="http://schemas.openxmlformats.org/drawingml/2006/main" prst="straightConnector1">
            <a:avLst/>
          </a:prstGeom>
          <a:ln xmlns:a="http://schemas.openxmlformats.org/drawingml/2006/main" w="5239">
            <a:solidFill>
              <a:srgbClr val="C5CED8"/>
            </a:solidFill>
            <a:prstDash val="solid"/>
          </a:ln>
        </p:spPr>
      </p:cxnSp>
      <p:cxnSp>
        <p:nvCxnSpPr>
          <p:cNvPr id="149" name="">
            <a:extLst xmlns:a="http://schemas.openxmlformats.org/drawingml/2006/main">
              <a:ext uri="{FF2B5EF4-FFF2-40B4-BE49-F238E27FC236}">
                <a16:creationId xmlns:a16="http://schemas.microsoft.com/office/drawing/2014/main" id="{D143F245-685D-4E1C-B693-5A3DD9AD04DB}"/>
              </a:ext>
            </a:extLst>
          </p:cNvPr>
          <p:cNvCxnSpPr>
            <a:stCxn xmlns:a="http://schemas.openxmlformats.org/drawingml/2006/main" id="30" idx="6"/>
            <a:endCxn xmlns:a="http://schemas.openxmlformats.org/drawingml/2006/main" id="34" idx="2"/>
          </p:cNvCxnSpPr>
          <p:nvPr/>
        </p:nvCxnSpPr>
        <p:spPr>
          <a:xfrm xmlns:a="http://schemas.openxmlformats.org/drawingml/2006/main" flipV="1">
            <a:off x="1562100" y="1962150"/>
            <a:ext cx="1628775" cy="1800225"/>
          </a:xfrm>
          <a:prstGeom xmlns:a="http://schemas.openxmlformats.org/drawingml/2006/main" prst="straightConnector1">
            <a:avLst/>
          </a:prstGeom>
          <a:ln xmlns:a="http://schemas.openxmlformats.org/drawingml/2006/main" w="5239">
            <a:solidFill>
              <a:srgbClr val="C5CED8"/>
            </a:solidFill>
            <a:prstDash val="solid"/>
          </a:ln>
        </p:spPr>
      </p:cxnSp>
      <p:cxnSp>
        <p:nvCxnSpPr>
          <p:cNvPr id="148" name="">
            <a:extLst xmlns:a="http://schemas.openxmlformats.org/drawingml/2006/main">
              <a:ext uri="{FF2B5EF4-FFF2-40B4-BE49-F238E27FC236}">
                <a16:creationId xmlns:a16="http://schemas.microsoft.com/office/drawing/2014/main" id="{6D4A4CA2-6EDD-4B25-BF98-D0F0B2D24C84}"/>
              </a:ext>
            </a:extLst>
          </p:cNvPr>
          <p:cNvCxnSpPr>
            <a:stCxn xmlns:a="http://schemas.openxmlformats.org/drawingml/2006/main" id="30" idx="6"/>
            <a:endCxn xmlns:a="http://schemas.openxmlformats.org/drawingml/2006/main" id="33" idx="2"/>
          </p:cNvCxnSpPr>
          <p:nvPr/>
        </p:nvCxnSpPr>
        <p:spPr>
          <a:xfrm xmlns:a="http://schemas.openxmlformats.org/drawingml/2006/main" flipV="1">
            <a:off x="1562100" y="1752600"/>
            <a:ext cx="1628775" cy="2009775"/>
          </a:xfrm>
          <a:prstGeom xmlns:a="http://schemas.openxmlformats.org/drawingml/2006/main" prst="straightConnector1">
            <a:avLst/>
          </a:prstGeom>
          <a:ln xmlns:a="http://schemas.openxmlformats.org/drawingml/2006/main" w="5239">
            <a:solidFill>
              <a:srgbClr val="C5CED8"/>
            </a:solidFill>
            <a:prstDash val="solid"/>
          </a:ln>
        </p:spPr>
      </p:cxnSp>
      <p:cxnSp>
        <p:nvCxnSpPr>
          <p:cNvPr id="147" name="">
            <a:extLst xmlns:a="http://schemas.openxmlformats.org/drawingml/2006/main">
              <a:ext uri="{FF2B5EF4-FFF2-40B4-BE49-F238E27FC236}">
                <a16:creationId xmlns:a16="http://schemas.microsoft.com/office/drawing/2014/main" id="{82A2F473-330D-4B22-A2BE-AB13851ECB89}"/>
              </a:ext>
            </a:extLst>
          </p:cNvPr>
          <p:cNvCxnSpPr>
            <a:stCxn xmlns:a="http://schemas.openxmlformats.org/drawingml/2006/main" id="29" idx="6"/>
            <a:endCxn xmlns:a="http://schemas.openxmlformats.org/drawingml/2006/main" id="46" idx="2"/>
          </p:cNvCxnSpPr>
          <p:nvPr/>
        </p:nvCxnSpPr>
        <p:spPr>
          <a:xfrm xmlns:a="http://schemas.openxmlformats.org/drawingml/2006/main">
            <a:off x="1562100" y="3438525"/>
            <a:ext cx="1628775" cy="1038225"/>
          </a:xfrm>
          <a:prstGeom xmlns:a="http://schemas.openxmlformats.org/drawingml/2006/main" prst="straightConnector1">
            <a:avLst/>
          </a:prstGeom>
          <a:ln xmlns:a="http://schemas.openxmlformats.org/drawingml/2006/main" w="5239">
            <a:solidFill>
              <a:srgbClr val="C5CED8"/>
            </a:solidFill>
            <a:prstDash val="solid"/>
          </a:ln>
        </p:spPr>
      </p:cxnSp>
      <p:cxnSp>
        <p:nvCxnSpPr>
          <p:cNvPr id="146" name="">
            <a:extLst xmlns:a="http://schemas.openxmlformats.org/drawingml/2006/main">
              <a:ext uri="{FF2B5EF4-FFF2-40B4-BE49-F238E27FC236}">
                <a16:creationId xmlns:a16="http://schemas.microsoft.com/office/drawing/2014/main" id="{50914AB1-7720-41C8-B9EC-0C634C24CB2A}"/>
              </a:ext>
            </a:extLst>
          </p:cNvPr>
          <p:cNvCxnSpPr>
            <a:stCxn xmlns:a="http://schemas.openxmlformats.org/drawingml/2006/main" id="29" idx="6"/>
            <a:endCxn xmlns:a="http://schemas.openxmlformats.org/drawingml/2006/main" id="45" idx="2"/>
          </p:cNvCxnSpPr>
          <p:nvPr/>
        </p:nvCxnSpPr>
        <p:spPr>
          <a:xfrm xmlns:a="http://schemas.openxmlformats.org/drawingml/2006/main">
            <a:off x="1562100" y="3438525"/>
            <a:ext cx="1628775" cy="828675"/>
          </a:xfrm>
          <a:prstGeom xmlns:a="http://schemas.openxmlformats.org/drawingml/2006/main" prst="straightConnector1">
            <a:avLst/>
          </a:prstGeom>
          <a:ln xmlns:a="http://schemas.openxmlformats.org/drawingml/2006/main" w="5239">
            <a:solidFill>
              <a:srgbClr val="C5CED8"/>
            </a:solidFill>
            <a:prstDash val="solid"/>
          </a:ln>
        </p:spPr>
      </p:cxnSp>
      <p:cxnSp>
        <p:nvCxnSpPr>
          <p:cNvPr id="145" name="">
            <a:extLst xmlns:a="http://schemas.openxmlformats.org/drawingml/2006/main">
              <a:ext uri="{FF2B5EF4-FFF2-40B4-BE49-F238E27FC236}">
                <a16:creationId xmlns:a16="http://schemas.microsoft.com/office/drawing/2014/main" id="{13F70AE9-66AA-4257-8304-84D309F7A0F6}"/>
              </a:ext>
            </a:extLst>
          </p:cNvPr>
          <p:cNvCxnSpPr>
            <a:stCxn xmlns:a="http://schemas.openxmlformats.org/drawingml/2006/main" id="29" idx="6"/>
            <a:endCxn xmlns:a="http://schemas.openxmlformats.org/drawingml/2006/main" id="44" idx="2"/>
          </p:cNvCxnSpPr>
          <p:nvPr/>
        </p:nvCxnSpPr>
        <p:spPr>
          <a:xfrm xmlns:a="http://schemas.openxmlformats.org/drawingml/2006/main">
            <a:off x="1562100" y="3438525"/>
            <a:ext cx="1628775" cy="619125"/>
          </a:xfrm>
          <a:prstGeom xmlns:a="http://schemas.openxmlformats.org/drawingml/2006/main" prst="straightConnector1">
            <a:avLst/>
          </a:prstGeom>
          <a:ln xmlns:a="http://schemas.openxmlformats.org/drawingml/2006/main" w="5239">
            <a:solidFill>
              <a:srgbClr val="C5CED8"/>
            </a:solidFill>
            <a:prstDash val="solid"/>
          </a:ln>
        </p:spPr>
      </p:cxnSp>
      <p:cxnSp>
        <p:nvCxnSpPr>
          <p:cNvPr id="144" name="">
            <a:extLst xmlns:a="http://schemas.openxmlformats.org/drawingml/2006/main">
              <a:ext uri="{FF2B5EF4-FFF2-40B4-BE49-F238E27FC236}">
                <a16:creationId xmlns:a16="http://schemas.microsoft.com/office/drawing/2014/main" id="{94F86F39-D445-49A0-9477-800D8BEA5AC3}"/>
              </a:ext>
            </a:extLst>
          </p:cNvPr>
          <p:cNvCxnSpPr>
            <a:stCxn xmlns:a="http://schemas.openxmlformats.org/drawingml/2006/main" id="29" idx="6"/>
            <a:endCxn xmlns:a="http://schemas.openxmlformats.org/drawingml/2006/main" id="43" idx="2"/>
          </p:cNvCxnSpPr>
          <p:nvPr/>
        </p:nvCxnSpPr>
        <p:spPr>
          <a:xfrm xmlns:a="http://schemas.openxmlformats.org/drawingml/2006/main">
            <a:off x="1562100" y="3438525"/>
            <a:ext cx="1628775" cy="409575"/>
          </a:xfrm>
          <a:prstGeom xmlns:a="http://schemas.openxmlformats.org/drawingml/2006/main" prst="straightConnector1">
            <a:avLst/>
          </a:prstGeom>
          <a:ln xmlns:a="http://schemas.openxmlformats.org/drawingml/2006/main" w="5239">
            <a:solidFill>
              <a:srgbClr val="C5CED8"/>
            </a:solidFill>
            <a:prstDash val="solid"/>
          </a:ln>
        </p:spPr>
      </p:cxnSp>
      <p:cxnSp>
        <p:nvCxnSpPr>
          <p:cNvPr id="143" name="">
            <a:extLst xmlns:a="http://schemas.openxmlformats.org/drawingml/2006/main">
              <a:ext uri="{FF2B5EF4-FFF2-40B4-BE49-F238E27FC236}">
                <a16:creationId xmlns:a16="http://schemas.microsoft.com/office/drawing/2014/main" id="{EC7833FF-B276-42B1-84F2-890E97720E8C}"/>
              </a:ext>
            </a:extLst>
          </p:cNvPr>
          <p:cNvCxnSpPr>
            <a:stCxn xmlns:a="http://schemas.openxmlformats.org/drawingml/2006/main" id="29" idx="6"/>
            <a:endCxn xmlns:a="http://schemas.openxmlformats.org/drawingml/2006/main" id="42" idx="2"/>
          </p:cNvCxnSpPr>
          <p:nvPr/>
        </p:nvCxnSpPr>
        <p:spPr>
          <a:xfrm xmlns:a="http://schemas.openxmlformats.org/drawingml/2006/main">
            <a:off x="1562100" y="3438525"/>
            <a:ext cx="1628775" cy="200025"/>
          </a:xfrm>
          <a:prstGeom xmlns:a="http://schemas.openxmlformats.org/drawingml/2006/main" prst="straightConnector1">
            <a:avLst/>
          </a:prstGeom>
          <a:ln xmlns:a="http://schemas.openxmlformats.org/drawingml/2006/main" w="5239">
            <a:solidFill>
              <a:srgbClr val="C5CED8"/>
            </a:solidFill>
            <a:prstDash val="solid"/>
          </a:ln>
        </p:spPr>
      </p:cxnSp>
      <p:cxnSp>
        <p:nvCxnSpPr>
          <p:cNvPr id="142" name="">
            <a:extLst xmlns:a="http://schemas.openxmlformats.org/drawingml/2006/main">
              <a:ext uri="{FF2B5EF4-FFF2-40B4-BE49-F238E27FC236}">
                <a16:creationId xmlns:a16="http://schemas.microsoft.com/office/drawing/2014/main" id="{D8073D7B-31C5-4FC9-BDED-A9E825AB90F0}"/>
              </a:ext>
            </a:extLst>
          </p:cNvPr>
          <p:cNvCxnSpPr>
            <a:stCxn xmlns:a="http://schemas.openxmlformats.org/drawingml/2006/main" id="29" idx="6"/>
            <a:endCxn xmlns:a="http://schemas.openxmlformats.org/drawingml/2006/main" id="41" idx="2"/>
          </p:cNvCxnSpPr>
          <p:nvPr/>
        </p:nvCxnSpPr>
        <p:spPr>
          <a:xfrm xmlns:a="http://schemas.openxmlformats.org/drawingml/2006/main" flipV="1">
            <a:off x="1562100" y="3429000"/>
            <a:ext cx="1628775" cy="9525"/>
          </a:xfrm>
          <a:prstGeom xmlns:a="http://schemas.openxmlformats.org/drawingml/2006/main" prst="straightConnector1">
            <a:avLst/>
          </a:prstGeom>
          <a:ln xmlns:a="http://schemas.openxmlformats.org/drawingml/2006/main" w="5239">
            <a:solidFill>
              <a:srgbClr val="C5CED8"/>
            </a:solidFill>
            <a:prstDash val="solid"/>
          </a:ln>
        </p:spPr>
      </p:cxnSp>
      <p:cxnSp>
        <p:nvCxnSpPr>
          <p:cNvPr id="141" name="">
            <a:extLst xmlns:a="http://schemas.openxmlformats.org/drawingml/2006/main">
              <a:ext uri="{FF2B5EF4-FFF2-40B4-BE49-F238E27FC236}">
                <a16:creationId xmlns:a16="http://schemas.microsoft.com/office/drawing/2014/main" id="{1FC94EB6-48FB-497A-958F-5C7DE8D04E37}"/>
              </a:ext>
            </a:extLst>
          </p:cNvPr>
          <p:cNvCxnSpPr>
            <a:stCxn xmlns:a="http://schemas.openxmlformats.org/drawingml/2006/main" id="29" idx="6"/>
            <a:endCxn xmlns:a="http://schemas.openxmlformats.org/drawingml/2006/main" id="40" idx="2"/>
          </p:cNvCxnSpPr>
          <p:nvPr/>
        </p:nvCxnSpPr>
        <p:spPr>
          <a:xfrm xmlns:a="http://schemas.openxmlformats.org/drawingml/2006/main" flipV="1">
            <a:off x="1562100" y="3219450"/>
            <a:ext cx="1628775" cy="219075"/>
          </a:xfrm>
          <a:prstGeom xmlns:a="http://schemas.openxmlformats.org/drawingml/2006/main" prst="straightConnector1">
            <a:avLst/>
          </a:prstGeom>
          <a:ln xmlns:a="http://schemas.openxmlformats.org/drawingml/2006/main" w="5239">
            <a:solidFill>
              <a:srgbClr val="C5CED8"/>
            </a:solidFill>
            <a:prstDash val="solid"/>
          </a:ln>
        </p:spPr>
      </p:cxnSp>
      <p:cxnSp>
        <p:nvCxnSpPr>
          <p:cNvPr id="140" name="">
            <a:extLst xmlns:a="http://schemas.openxmlformats.org/drawingml/2006/main">
              <a:ext uri="{FF2B5EF4-FFF2-40B4-BE49-F238E27FC236}">
                <a16:creationId xmlns:a16="http://schemas.microsoft.com/office/drawing/2014/main" id="{F331C131-C03E-47C0-BCEB-CE9F255208B8}"/>
              </a:ext>
            </a:extLst>
          </p:cNvPr>
          <p:cNvCxnSpPr>
            <a:stCxn xmlns:a="http://schemas.openxmlformats.org/drawingml/2006/main" id="29" idx="6"/>
            <a:endCxn xmlns:a="http://schemas.openxmlformats.org/drawingml/2006/main" id="39" idx="2"/>
          </p:cNvCxnSpPr>
          <p:nvPr/>
        </p:nvCxnSpPr>
        <p:spPr>
          <a:xfrm xmlns:a="http://schemas.openxmlformats.org/drawingml/2006/main" flipV="1">
            <a:off x="1562100" y="3009900"/>
            <a:ext cx="1628775" cy="428625"/>
          </a:xfrm>
          <a:prstGeom xmlns:a="http://schemas.openxmlformats.org/drawingml/2006/main" prst="straightConnector1">
            <a:avLst/>
          </a:prstGeom>
          <a:ln xmlns:a="http://schemas.openxmlformats.org/drawingml/2006/main" w="5239">
            <a:solidFill>
              <a:srgbClr val="C5CED8"/>
            </a:solidFill>
            <a:prstDash val="solid"/>
          </a:ln>
        </p:spPr>
      </p:cxnSp>
      <p:cxnSp>
        <p:nvCxnSpPr>
          <p:cNvPr id="139" name="">
            <a:extLst xmlns:a="http://schemas.openxmlformats.org/drawingml/2006/main">
              <a:ext uri="{FF2B5EF4-FFF2-40B4-BE49-F238E27FC236}">
                <a16:creationId xmlns:a16="http://schemas.microsoft.com/office/drawing/2014/main" id="{FADD8E0E-A52C-4410-9687-58CDD044C202}"/>
              </a:ext>
            </a:extLst>
          </p:cNvPr>
          <p:cNvCxnSpPr>
            <a:stCxn xmlns:a="http://schemas.openxmlformats.org/drawingml/2006/main" id="29" idx="6"/>
            <a:endCxn xmlns:a="http://schemas.openxmlformats.org/drawingml/2006/main" id="38" idx="2"/>
          </p:cNvCxnSpPr>
          <p:nvPr/>
        </p:nvCxnSpPr>
        <p:spPr>
          <a:xfrm xmlns:a="http://schemas.openxmlformats.org/drawingml/2006/main" flipV="1">
            <a:off x="1562100" y="2800350"/>
            <a:ext cx="1628775" cy="638175"/>
          </a:xfrm>
          <a:prstGeom xmlns:a="http://schemas.openxmlformats.org/drawingml/2006/main" prst="straightConnector1">
            <a:avLst/>
          </a:prstGeom>
          <a:ln xmlns:a="http://schemas.openxmlformats.org/drawingml/2006/main" w="5239">
            <a:solidFill>
              <a:srgbClr val="C5CED8"/>
            </a:solidFill>
            <a:prstDash val="solid"/>
          </a:ln>
        </p:spPr>
      </p:cxnSp>
      <p:cxnSp>
        <p:nvCxnSpPr>
          <p:cNvPr id="138" name="">
            <a:extLst xmlns:a="http://schemas.openxmlformats.org/drawingml/2006/main">
              <a:ext uri="{FF2B5EF4-FFF2-40B4-BE49-F238E27FC236}">
                <a16:creationId xmlns:a16="http://schemas.microsoft.com/office/drawing/2014/main" id="{526F5FD2-5112-43A4-A1DB-E30236CD1413}"/>
              </a:ext>
            </a:extLst>
          </p:cNvPr>
          <p:cNvCxnSpPr>
            <a:stCxn xmlns:a="http://schemas.openxmlformats.org/drawingml/2006/main" id="29" idx="6"/>
            <a:endCxn xmlns:a="http://schemas.openxmlformats.org/drawingml/2006/main" id="37" idx="2"/>
          </p:cNvCxnSpPr>
          <p:nvPr/>
        </p:nvCxnSpPr>
        <p:spPr>
          <a:xfrm xmlns:a="http://schemas.openxmlformats.org/drawingml/2006/main" flipV="1">
            <a:off x="1562100" y="2590800"/>
            <a:ext cx="1628775" cy="847725"/>
          </a:xfrm>
          <a:prstGeom xmlns:a="http://schemas.openxmlformats.org/drawingml/2006/main" prst="straightConnector1">
            <a:avLst/>
          </a:prstGeom>
          <a:ln xmlns:a="http://schemas.openxmlformats.org/drawingml/2006/main" w="5239">
            <a:solidFill>
              <a:srgbClr val="C5CED8"/>
            </a:solidFill>
            <a:prstDash val="solid"/>
          </a:ln>
        </p:spPr>
      </p:cxnSp>
      <p:cxnSp>
        <p:nvCxnSpPr>
          <p:cNvPr id="137" name="">
            <a:extLst xmlns:a="http://schemas.openxmlformats.org/drawingml/2006/main">
              <a:ext uri="{FF2B5EF4-FFF2-40B4-BE49-F238E27FC236}">
                <a16:creationId xmlns:a16="http://schemas.microsoft.com/office/drawing/2014/main" id="{6FA2D7B7-7C66-4343-9C12-64F6A6A4A193}"/>
              </a:ext>
            </a:extLst>
          </p:cNvPr>
          <p:cNvCxnSpPr>
            <a:stCxn xmlns:a="http://schemas.openxmlformats.org/drawingml/2006/main" id="29" idx="6"/>
            <a:endCxn xmlns:a="http://schemas.openxmlformats.org/drawingml/2006/main" id="36" idx="2"/>
          </p:cNvCxnSpPr>
          <p:nvPr/>
        </p:nvCxnSpPr>
        <p:spPr>
          <a:xfrm xmlns:a="http://schemas.openxmlformats.org/drawingml/2006/main" flipV="1">
            <a:off x="1562100" y="2381250"/>
            <a:ext cx="1628775" cy="1057275"/>
          </a:xfrm>
          <a:prstGeom xmlns:a="http://schemas.openxmlformats.org/drawingml/2006/main" prst="straightConnector1">
            <a:avLst/>
          </a:prstGeom>
          <a:ln xmlns:a="http://schemas.openxmlformats.org/drawingml/2006/main" w="5239">
            <a:solidFill>
              <a:srgbClr val="C5CED8"/>
            </a:solidFill>
            <a:prstDash val="solid"/>
          </a:ln>
        </p:spPr>
      </p:cxnSp>
      <p:cxnSp>
        <p:nvCxnSpPr>
          <p:cNvPr id="136" name="">
            <a:extLst xmlns:a="http://schemas.openxmlformats.org/drawingml/2006/main">
              <a:ext uri="{FF2B5EF4-FFF2-40B4-BE49-F238E27FC236}">
                <a16:creationId xmlns:a16="http://schemas.microsoft.com/office/drawing/2014/main" id="{91AAFD5E-9151-4B4D-B960-FB0DB64B0E28}"/>
              </a:ext>
            </a:extLst>
          </p:cNvPr>
          <p:cNvCxnSpPr>
            <a:stCxn xmlns:a="http://schemas.openxmlformats.org/drawingml/2006/main" id="29" idx="6"/>
            <a:endCxn xmlns:a="http://schemas.openxmlformats.org/drawingml/2006/main" id="35" idx="2"/>
          </p:cNvCxnSpPr>
          <p:nvPr/>
        </p:nvCxnSpPr>
        <p:spPr>
          <a:xfrm xmlns:a="http://schemas.openxmlformats.org/drawingml/2006/main" flipV="1">
            <a:off x="1562100" y="2171700"/>
            <a:ext cx="1628775" cy="1266825"/>
          </a:xfrm>
          <a:prstGeom xmlns:a="http://schemas.openxmlformats.org/drawingml/2006/main" prst="straightConnector1">
            <a:avLst/>
          </a:prstGeom>
          <a:ln xmlns:a="http://schemas.openxmlformats.org/drawingml/2006/main" w="5239">
            <a:solidFill>
              <a:srgbClr val="C5CED8"/>
            </a:solidFill>
            <a:prstDash val="solid"/>
          </a:ln>
        </p:spPr>
      </p:cxnSp>
      <p:cxnSp>
        <p:nvCxnSpPr>
          <p:cNvPr id="135" name="">
            <a:extLst xmlns:a="http://schemas.openxmlformats.org/drawingml/2006/main">
              <a:ext uri="{FF2B5EF4-FFF2-40B4-BE49-F238E27FC236}">
                <a16:creationId xmlns:a16="http://schemas.microsoft.com/office/drawing/2014/main" id="{F3B41593-5812-434D-8A67-085D8C5A49C1}"/>
              </a:ext>
            </a:extLst>
          </p:cNvPr>
          <p:cNvCxnSpPr>
            <a:stCxn xmlns:a="http://schemas.openxmlformats.org/drawingml/2006/main" id="29" idx="6"/>
            <a:endCxn xmlns:a="http://schemas.openxmlformats.org/drawingml/2006/main" id="34" idx="2"/>
          </p:cNvCxnSpPr>
          <p:nvPr/>
        </p:nvCxnSpPr>
        <p:spPr>
          <a:xfrm xmlns:a="http://schemas.openxmlformats.org/drawingml/2006/main" flipV="1">
            <a:off x="1562100" y="1962150"/>
            <a:ext cx="1628775" cy="1476375"/>
          </a:xfrm>
          <a:prstGeom xmlns:a="http://schemas.openxmlformats.org/drawingml/2006/main" prst="straightConnector1">
            <a:avLst/>
          </a:prstGeom>
          <a:ln xmlns:a="http://schemas.openxmlformats.org/drawingml/2006/main" w="5239">
            <a:solidFill>
              <a:srgbClr val="C5CED8"/>
            </a:solidFill>
            <a:prstDash val="solid"/>
          </a:ln>
        </p:spPr>
      </p:cxnSp>
      <p:cxnSp>
        <p:nvCxnSpPr>
          <p:cNvPr id="134" name="">
            <a:extLst xmlns:a="http://schemas.openxmlformats.org/drawingml/2006/main">
              <a:ext uri="{FF2B5EF4-FFF2-40B4-BE49-F238E27FC236}">
                <a16:creationId xmlns:a16="http://schemas.microsoft.com/office/drawing/2014/main" id="{43A0944E-3552-4D47-BA1A-3452809D4110}"/>
              </a:ext>
            </a:extLst>
          </p:cNvPr>
          <p:cNvCxnSpPr>
            <a:stCxn xmlns:a="http://schemas.openxmlformats.org/drawingml/2006/main" id="29" idx="6"/>
            <a:endCxn xmlns:a="http://schemas.openxmlformats.org/drawingml/2006/main" id="33" idx="2"/>
          </p:cNvCxnSpPr>
          <p:nvPr/>
        </p:nvCxnSpPr>
        <p:spPr>
          <a:xfrm xmlns:a="http://schemas.openxmlformats.org/drawingml/2006/main" flipV="1">
            <a:off x="1562100" y="1752600"/>
            <a:ext cx="1628775" cy="1685925"/>
          </a:xfrm>
          <a:prstGeom xmlns:a="http://schemas.openxmlformats.org/drawingml/2006/main" prst="straightConnector1">
            <a:avLst/>
          </a:prstGeom>
          <a:ln xmlns:a="http://schemas.openxmlformats.org/drawingml/2006/main" w="5239">
            <a:solidFill>
              <a:srgbClr val="C5CED8"/>
            </a:solidFill>
            <a:prstDash val="solid"/>
          </a:ln>
        </p:spPr>
      </p:cxnSp>
      <p:cxnSp>
        <p:nvCxnSpPr>
          <p:cNvPr id="133" name="">
            <a:extLst xmlns:a="http://schemas.openxmlformats.org/drawingml/2006/main">
              <a:ext uri="{FF2B5EF4-FFF2-40B4-BE49-F238E27FC236}">
                <a16:creationId xmlns:a16="http://schemas.microsoft.com/office/drawing/2014/main" id="{42537EAE-A1C3-4A77-BA22-BDC8DD265FD0}"/>
              </a:ext>
            </a:extLst>
          </p:cNvPr>
          <p:cNvCxnSpPr>
            <a:stCxn xmlns:a="http://schemas.openxmlformats.org/drawingml/2006/main" id="28" idx="6"/>
            <a:endCxn xmlns:a="http://schemas.openxmlformats.org/drawingml/2006/main" id="46" idx="2"/>
          </p:cNvCxnSpPr>
          <p:nvPr/>
        </p:nvCxnSpPr>
        <p:spPr>
          <a:xfrm xmlns:a="http://schemas.openxmlformats.org/drawingml/2006/main">
            <a:off x="1562100" y="3114675"/>
            <a:ext cx="1628775" cy="1362075"/>
          </a:xfrm>
          <a:prstGeom xmlns:a="http://schemas.openxmlformats.org/drawingml/2006/main" prst="straightConnector1">
            <a:avLst/>
          </a:prstGeom>
          <a:ln xmlns:a="http://schemas.openxmlformats.org/drawingml/2006/main" w="5239">
            <a:solidFill>
              <a:srgbClr val="C5CED8"/>
            </a:solidFill>
            <a:prstDash val="solid"/>
          </a:ln>
        </p:spPr>
      </p:cxnSp>
      <p:cxnSp>
        <p:nvCxnSpPr>
          <p:cNvPr id="132" name="">
            <a:extLst xmlns:a="http://schemas.openxmlformats.org/drawingml/2006/main">
              <a:ext uri="{FF2B5EF4-FFF2-40B4-BE49-F238E27FC236}">
                <a16:creationId xmlns:a16="http://schemas.microsoft.com/office/drawing/2014/main" id="{B2B1D6FF-9F6A-4959-B80F-F1EFD62E7EBD}"/>
              </a:ext>
            </a:extLst>
          </p:cNvPr>
          <p:cNvCxnSpPr>
            <a:stCxn xmlns:a="http://schemas.openxmlformats.org/drawingml/2006/main" id="28" idx="6"/>
            <a:endCxn xmlns:a="http://schemas.openxmlformats.org/drawingml/2006/main" id="45" idx="2"/>
          </p:cNvCxnSpPr>
          <p:nvPr/>
        </p:nvCxnSpPr>
        <p:spPr>
          <a:xfrm xmlns:a="http://schemas.openxmlformats.org/drawingml/2006/main">
            <a:off x="1562100" y="3114675"/>
            <a:ext cx="1628775" cy="1152525"/>
          </a:xfrm>
          <a:prstGeom xmlns:a="http://schemas.openxmlformats.org/drawingml/2006/main" prst="straightConnector1">
            <a:avLst/>
          </a:prstGeom>
          <a:ln xmlns:a="http://schemas.openxmlformats.org/drawingml/2006/main" w="5239">
            <a:solidFill>
              <a:srgbClr val="C5CED8"/>
            </a:solidFill>
            <a:prstDash val="solid"/>
          </a:ln>
        </p:spPr>
      </p:cxnSp>
      <p:cxnSp>
        <p:nvCxnSpPr>
          <p:cNvPr id="131" name="">
            <a:extLst xmlns:a="http://schemas.openxmlformats.org/drawingml/2006/main">
              <a:ext uri="{FF2B5EF4-FFF2-40B4-BE49-F238E27FC236}">
                <a16:creationId xmlns:a16="http://schemas.microsoft.com/office/drawing/2014/main" id="{ABD739C3-F83B-4CDD-A1FE-6CBBCAAAEC16}"/>
              </a:ext>
            </a:extLst>
          </p:cNvPr>
          <p:cNvCxnSpPr>
            <a:stCxn xmlns:a="http://schemas.openxmlformats.org/drawingml/2006/main" id="28" idx="6"/>
            <a:endCxn xmlns:a="http://schemas.openxmlformats.org/drawingml/2006/main" id="44" idx="2"/>
          </p:cNvCxnSpPr>
          <p:nvPr/>
        </p:nvCxnSpPr>
        <p:spPr>
          <a:xfrm xmlns:a="http://schemas.openxmlformats.org/drawingml/2006/main">
            <a:off x="1562100" y="3114675"/>
            <a:ext cx="1628775" cy="942975"/>
          </a:xfrm>
          <a:prstGeom xmlns:a="http://schemas.openxmlformats.org/drawingml/2006/main" prst="straightConnector1">
            <a:avLst/>
          </a:prstGeom>
          <a:ln xmlns:a="http://schemas.openxmlformats.org/drawingml/2006/main" w="5239">
            <a:solidFill>
              <a:srgbClr val="C5CED8"/>
            </a:solidFill>
            <a:prstDash val="solid"/>
          </a:ln>
        </p:spPr>
      </p:cxnSp>
      <p:cxnSp>
        <p:nvCxnSpPr>
          <p:cNvPr id="130" name="">
            <a:extLst xmlns:a="http://schemas.openxmlformats.org/drawingml/2006/main">
              <a:ext uri="{FF2B5EF4-FFF2-40B4-BE49-F238E27FC236}">
                <a16:creationId xmlns:a16="http://schemas.microsoft.com/office/drawing/2014/main" id="{91C8B659-1BF7-4D42-B942-CB5BA59DA8F8}"/>
              </a:ext>
            </a:extLst>
          </p:cNvPr>
          <p:cNvCxnSpPr>
            <a:stCxn xmlns:a="http://schemas.openxmlformats.org/drawingml/2006/main" id="28" idx="6"/>
            <a:endCxn xmlns:a="http://schemas.openxmlformats.org/drawingml/2006/main" id="43" idx="2"/>
          </p:cNvCxnSpPr>
          <p:nvPr/>
        </p:nvCxnSpPr>
        <p:spPr>
          <a:xfrm xmlns:a="http://schemas.openxmlformats.org/drawingml/2006/main">
            <a:off x="1562100" y="3114675"/>
            <a:ext cx="1628775" cy="733425"/>
          </a:xfrm>
          <a:prstGeom xmlns:a="http://schemas.openxmlformats.org/drawingml/2006/main" prst="straightConnector1">
            <a:avLst/>
          </a:prstGeom>
          <a:ln xmlns:a="http://schemas.openxmlformats.org/drawingml/2006/main" w="5239">
            <a:solidFill>
              <a:srgbClr val="C5CED8"/>
            </a:solidFill>
            <a:prstDash val="solid"/>
          </a:ln>
        </p:spPr>
      </p:cxnSp>
      <p:cxnSp>
        <p:nvCxnSpPr>
          <p:cNvPr id="129" name="">
            <a:extLst xmlns:a="http://schemas.openxmlformats.org/drawingml/2006/main">
              <a:ext uri="{FF2B5EF4-FFF2-40B4-BE49-F238E27FC236}">
                <a16:creationId xmlns:a16="http://schemas.microsoft.com/office/drawing/2014/main" id="{6BCDFBB0-2C79-449C-9460-735B749E836F}"/>
              </a:ext>
            </a:extLst>
          </p:cNvPr>
          <p:cNvCxnSpPr>
            <a:stCxn xmlns:a="http://schemas.openxmlformats.org/drawingml/2006/main" id="28" idx="6"/>
            <a:endCxn xmlns:a="http://schemas.openxmlformats.org/drawingml/2006/main" id="42" idx="2"/>
          </p:cNvCxnSpPr>
          <p:nvPr/>
        </p:nvCxnSpPr>
        <p:spPr>
          <a:xfrm xmlns:a="http://schemas.openxmlformats.org/drawingml/2006/main">
            <a:off x="1562100" y="3114675"/>
            <a:ext cx="1628775" cy="523875"/>
          </a:xfrm>
          <a:prstGeom xmlns:a="http://schemas.openxmlformats.org/drawingml/2006/main" prst="straightConnector1">
            <a:avLst/>
          </a:prstGeom>
          <a:ln xmlns:a="http://schemas.openxmlformats.org/drawingml/2006/main" w="5239">
            <a:solidFill>
              <a:srgbClr val="C5CED8"/>
            </a:solidFill>
            <a:prstDash val="solid"/>
          </a:ln>
        </p:spPr>
      </p:cxnSp>
      <p:cxnSp>
        <p:nvCxnSpPr>
          <p:cNvPr id="128" name="">
            <a:extLst xmlns:a="http://schemas.openxmlformats.org/drawingml/2006/main">
              <a:ext uri="{FF2B5EF4-FFF2-40B4-BE49-F238E27FC236}">
                <a16:creationId xmlns:a16="http://schemas.microsoft.com/office/drawing/2014/main" id="{0DFB353B-FC85-42EF-9C78-B69C9CBD56FE}"/>
              </a:ext>
            </a:extLst>
          </p:cNvPr>
          <p:cNvCxnSpPr>
            <a:stCxn xmlns:a="http://schemas.openxmlformats.org/drawingml/2006/main" id="28" idx="6"/>
            <a:endCxn xmlns:a="http://schemas.openxmlformats.org/drawingml/2006/main" id="41" idx="2"/>
          </p:cNvCxnSpPr>
          <p:nvPr/>
        </p:nvCxnSpPr>
        <p:spPr>
          <a:xfrm xmlns:a="http://schemas.openxmlformats.org/drawingml/2006/main">
            <a:off x="1562100" y="3114675"/>
            <a:ext cx="1628775" cy="314325"/>
          </a:xfrm>
          <a:prstGeom xmlns:a="http://schemas.openxmlformats.org/drawingml/2006/main" prst="straightConnector1">
            <a:avLst/>
          </a:prstGeom>
          <a:ln xmlns:a="http://schemas.openxmlformats.org/drawingml/2006/main" w="5239">
            <a:solidFill>
              <a:srgbClr val="C5CED8"/>
            </a:solidFill>
            <a:prstDash val="solid"/>
          </a:ln>
        </p:spPr>
      </p:cxnSp>
      <p:cxnSp>
        <p:nvCxnSpPr>
          <p:cNvPr id="127" name="">
            <a:extLst xmlns:a="http://schemas.openxmlformats.org/drawingml/2006/main">
              <a:ext uri="{FF2B5EF4-FFF2-40B4-BE49-F238E27FC236}">
                <a16:creationId xmlns:a16="http://schemas.microsoft.com/office/drawing/2014/main" id="{F1372D34-CAD9-4849-9884-BCEA3E1DB9D7}"/>
              </a:ext>
            </a:extLst>
          </p:cNvPr>
          <p:cNvCxnSpPr>
            <a:stCxn xmlns:a="http://schemas.openxmlformats.org/drawingml/2006/main" id="28" idx="6"/>
            <a:endCxn xmlns:a="http://schemas.openxmlformats.org/drawingml/2006/main" id="40" idx="2"/>
          </p:cNvCxnSpPr>
          <p:nvPr/>
        </p:nvCxnSpPr>
        <p:spPr>
          <a:xfrm xmlns:a="http://schemas.openxmlformats.org/drawingml/2006/main">
            <a:off x="1562100" y="3114675"/>
            <a:ext cx="1628775" cy="104775"/>
          </a:xfrm>
          <a:prstGeom xmlns:a="http://schemas.openxmlformats.org/drawingml/2006/main" prst="straightConnector1">
            <a:avLst/>
          </a:prstGeom>
          <a:ln xmlns:a="http://schemas.openxmlformats.org/drawingml/2006/main" w="5239">
            <a:solidFill>
              <a:srgbClr val="C5CED8"/>
            </a:solidFill>
            <a:prstDash val="solid"/>
          </a:ln>
        </p:spPr>
      </p:cxnSp>
      <p:cxnSp>
        <p:nvCxnSpPr>
          <p:cNvPr id="126" name="">
            <a:extLst xmlns:a="http://schemas.openxmlformats.org/drawingml/2006/main">
              <a:ext uri="{FF2B5EF4-FFF2-40B4-BE49-F238E27FC236}">
                <a16:creationId xmlns:a16="http://schemas.microsoft.com/office/drawing/2014/main" id="{44F66272-2092-4124-B66D-1B81C4B84EB1}"/>
              </a:ext>
            </a:extLst>
          </p:cNvPr>
          <p:cNvCxnSpPr>
            <a:stCxn xmlns:a="http://schemas.openxmlformats.org/drawingml/2006/main" id="28" idx="6"/>
            <a:endCxn xmlns:a="http://schemas.openxmlformats.org/drawingml/2006/main" id="39" idx="2"/>
          </p:cNvCxnSpPr>
          <p:nvPr/>
        </p:nvCxnSpPr>
        <p:spPr>
          <a:xfrm xmlns:a="http://schemas.openxmlformats.org/drawingml/2006/main" flipV="1">
            <a:off x="1562100" y="3009900"/>
            <a:ext cx="1628775" cy="104775"/>
          </a:xfrm>
          <a:prstGeom xmlns:a="http://schemas.openxmlformats.org/drawingml/2006/main" prst="straightConnector1">
            <a:avLst/>
          </a:prstGeom>
          <a:ln xmlns:a="http://schemas.openxmlformats.org/drawingml/2006/main" w="5239">
            <a:solidFill>
              <a:srgbClr val="C5CED8"/>
            </a:solidFill>
            <a:prstDash val="solid"/>
          </a:ln>
        </p:spPr>
      </p:cxnSp>
      <p:cxnSp>
        <p:nvCxnSpPr>
          <p:cNvPr id="125" name="">
            <a:extLst xmlns:a="http://schemas.openxmlformats.org/drawingml/2006/main">
              <a:ext uri="{FF2B5EF4-FFF2-40B4-BE49-F238E27FC236}">
                <a16:creationId xmlns:a16="http://schemas.microsoft.com/office/drawing/2014/main" id="{D2FC52B8-C35F-47FE-A136-CC3E3186C427}"/>
              </a:ext>
            </a:extLst>
          </p:cNvPr>
          <p:cNvCxnSpPr>
            <a:stCxn xmlns:a="http://schemas.openxmlformats.org/drawingml/2006/main" id="28" idx="6"/>
            <a:endCxn xmlns:a="http://schemas.openxmlformats.org/drawingml/2006/main" id="38" idx="2"/>
          </p:cNvCxnSpPr>
          <p:nvPr/>
        </p:nvCxnSpPr>
        <p:spPr>
          <a:xfrm xmlns:a="http://schemas.openxmlformats.org/drawingml/2006/main" flipV="1">
            <a:off x="1562100" y="2800350"/>
            <a:ext cx="1628775" cy="314325"/>
          </a:xfrm>
          <a:prstGeom xmlns:a="http://schemas.openxmlformats.org/drawingml/2006/main" prst="straightConnector1">
            <a:avLst/>
          </a:prstGeom>
          <a:ln xmlns:a="http://schemas.openxmlformats.org/drawingml/2006/main" w="5239">
            <a:solidFill>
              <a:srgbClr val="C5CED8"/>
            </a:solidFill>
            <a:prstDash val="solid"/>
          </a:ln>
        </p:spPr>
      </p:cxnSp>
      <p:cxnSp>
        <p:nvCxnSpPr>
          <p:cNvPr id="124" name="">
            <a:extLst xmlns:a="http://schemas.openxmlformats.org/drawingml/2006/main">
              <a:ext uri="{FF2B5EF4-FFF2-40B4-BE49-F238E27FC236}">
                <a16:creationId xmlns:a16="http://schemas.microsoft.com/office/drawing/2014/main" id="{E8631465-AD6B-4C4E-AC0C-4AA9ECE54B2E}"/>
              </a:ext>
            </a:extLst>
          </p:cNvPr>
          <p:cNvCxnSpPr>
            <a:stCxn xmlns:a="http://schemas.openxmlformats.org/drawingml/2006/main" id="28" idx="6"/>
            <a:endCxn xmlns:a="http://schemas.openxmlformats.org/drawingml/2006/main" id="37" idx="2"/>
          </p:cNvCxnSpPr>
          <p:nvPr/>
        </p:nvCxnSpPr>
        <p:spPr>
          <a:xfrm xmlns:a="http://schemas.openxmlformats.org/drawingml/2006/main" flipV="1">
            <a:off x="1562100" y="2590800"/>
            <a:ext cx="1628775" cy="523875"/>
          </a:xfrm>
          <a:prstGeom xmlns:a="http://schemas.openxmlformats.org/drawingml/2006/main" prst="straightConnector1">
            <a:avLst/>
          </a:prstGeom>
          <a:ln xmlns:a="http://schemas.openxmlformats.org/drawingml/2006/main" w="5239">
            <a:solidFill>
              <a:srgbClr val="C5CED8"/>
            </a:solidFill>
            <a:prstDash val="solid"/>
          </a:ln>
        </p:spPr>
      </p:cxnSp>
      <p:cxnSp>
        <p:nvCxnSpPr>
          <p:cNvPr id="123" name="">
            <a:extLst xmlns:a="http://schemas.openxmlformats.org/drawingml/2006/main">
              <a:ext uri="{FF2B5EF4-FFF2-40B4-BE49-F238E27FC236}">
                <a16:creationId xmlns:a16="http://schemas.microsoft.com/office/drawing/2014/main" id="{03193EBD-BB50-4434-8995-47AFD9E67CCA}"/>
              </a:ext>
            </a:extLst>
          </p:cNvPr>
          <p:cNvCxnSpPr>
            <a:stCxn xmlns:a="http://schemas.openxmlformats.org/drawingml/2006/main" id="28" idx="6"/>
            <a:endCxn xmlns:a="http://schemas.openxmlformats.org/drawingml/2006/main" id="36" idx="2"/>
          </p:cNvCxnSpPr>
          <p:nvPr/>
        </p:nvCxnSpPr>
        <p:spPr>
          <a:xfrm xmlns:a="http://schemas.openxmlformats.org/drawingml/2006/main" flipV="1">
            <a:off x="1562100" y="2381250"/>
            <a:ext cx="1628775" cy="733425"/>
          </a:xfrm>
          <a:prstGeom xmlns:a="http://schemas.openxmlformats.org/drawingml/2006/main" prst="straightConnector1">
            <a:avLst/>
          </a:prstGeom>
          <a:ln xmlns:a="http://schemas.openxmlformats.org/drawingml/2006/main" w="5239">
            <a:solidFill>
              <a:srgbClr val="C5CED8"/>
            </a:solidFill>
            <a:prstDash val="solid"/>
          </a:ln>
        </p:spPr>
      </p:cxnSp>
      <p:cxnSp>
        <p:nvCxnSpPr>
          <p:cNvPr id="122" name="">
            <a:extLst xmlns:a="http://schemas.openxmlformats.org/drawingml/2006/main">
              <a:ext uri="{FF2B5EF4-FFF2-40B4-BE49-F238E27FC236}">
                <a16:creationId xmlns:a16="http://schemas.microsoft.com/office/drawing/2014/main" id="{4E2B6E0C-3052-4C5E-9E70-5154121DCF90}"/>
              </a:ext>
            </a:extLst>
          </p:cNvPr>
          <p:cNvCxnSpPr>
            <a:stCxn xmlns:a="http://schemas.openxmlformats.org/drawingml/2006/main" id="28" idx="6"/>
            <a:endCxn xmlns:a="http://schemas.openxmlformats.org/drawingml/2006/main" id="35" idx="2"/>
          </p:cNvCxnSpPr>
          <p:nvPr/>
        </p:nvCxnSpPr>
        <p:spPr>
          <a:xfrm xmlns:a="http://schemas.openxmlformats.org/drawingml/2006/main" flipV="1">
            <a:off x="1562100" y="2171700"/>
            <a:ext cx="1628775" cy="942975"/>
          </a:xfrm>
          <a:prstGeom xmlns:a="http://schemas.openxmlformats.org/drawingml/2006/main" prst="straightConnector1">
            <a:avLst/>
          </a:prstGeom>
          <a:ln xmlns:a="http://schemas.openxmlformats.org/drawingml/2006/main" w="5239">
            <a:solidFill>
              <a:srgbClr val="C5CED8"/>
            </a:solidFill>
            <a:prstDash val="solid"/>
          </a:ln>
        </p:spPr>
      </p:cxnSp>
      <p:cxnSp>
        <p:nvCxnSpPr>
          <p:cNvPr id="121" name="">
            <a:extLst xmlns:a="http://schemas.openxmlformats.org/drawingml/2006/main">
              <a:ext uri="{FF2B5EF4-FFF2-40B4-BE49-F238E27FC236}">
                <a16:creationId xmlns:a16="http://schemas.microsoft.com/office/drawing/2014/main" id="{2DD6159C-5244-4AB0-B596-9BB7E1D5EA4C}"/>
              </a:ext>
            </a:extLst>
          </p:cNvPr>
          <p:cNvCxnSpPr>
            <a:stCxn xmlns:a="http://schemas.openxmlformats.org/drawingml/2006/main" id="28" idx="6"/>
            <a:endCxn xmlns:a="http://schemas.openxmlformats.org/drawingml/2006/main" id="34" idx="2"/>
          </p:cNvCxnSpPr>
          <p:nvPr/>
        </p:nvCxnSpPr>
        <p:spPr>
          <a:xfrm xmlns:a="http://schemas.openxmlformats.org/drawingml/2006/main" flipV="1">
            <a:off x="1562100" y="1962150"/>
            <a:ext cx="1628775" cy="1152525"/>
          </a:xfrm>
          <a:prstGeom xmlns:a="http://schemas.openxmlformats.org/drawingml/2006/main" prst="straightConnector1">
            <a:avLst/>
          </a:prstGeom>
          <a:ln xmlns:a="http://schemas.openxmlformats.org/drawingml/2006/main" w="5239">
            <a:solidFill>
              <a:srgbClr val="C5CED8"/>
            </a:solidFill>
            <a:prstDash val="solid"/>
          </a:ln>
        </p:spPr>
      </p:cxnSp>
      <p:cxnSp>
        <p:nvCxnSpPr>
          <p:cNvPr id="120" name="">
            <a:extLst xmlns:a="http://schemas.openxmlformats.org/drawingml/2006/main">
              <a:ext uri="{FF2B5EF4-FFF2-40B4-BE49-F238E27FC236}">
                <a16:creationId xmlns:a16="http://schemas.microsoft.com/office/drawing/2014/main" id="{19F34DC2-B8CB-46A4-BB72-CA525227CDA9}"/>
              </a:ext>
            </a:extLst>
          </p:cNvPr>
          <p:cNvCxnSpPr>
            <a:stCxn xmlns:a="http://schemas.openxmlformats.org/drawingml/2006/main" id="28" idx="6"/>
            <a:endCxn xmlns:a="http://schemas.openxmlformats.org/drawingml/2006/main" id="33" idx="2"/>
          </p:cNvCxnSpPr>
          <p:nvPr/>
        </p:nvCxnSpPr>
        <p:spPr>
          <a:xfrm xmlns:a="http://schemas.openxmlformats.org/drawingml/2006/main" flipV="1">
            <a:off x="1562100" y="1752600"/>
            <a:ext cx="1628775" cy="1362075"/>
          </a:xfrm>
          <a:prstGeom xmlns:a="http://schemas.openxmlformats.org/drawingml/2006/main" prst="straightConnector1">
            <a:avLst/>
          </a:prstGeom>
          <a:ln xmlns:a="http://schemas.openxmlformats.org/drawingml/2006/main" w="5239">
            <a:solidFill>
              <a:srgbClr val="C5CED8"/>
            </a:solidFill>
            <a:prstDash val="solid"/>
          </a:ln>
        </p:spPr>
      </p:cxnSp>
      <p:cxnSp>
        <p:nvCxnSpPr>
          <p:cNvPr id="119" name="">
            <a:extLst xmlns:a="http://schemas.openxmlformats.org/drawingml/2006/main">
              <a:ext uri="{FF2B5EF4-FFF2-40B4-BE49-F238E27FC236}">
                <a16:creationId xmlns:a16="http://schemas.microsoft.com/office/drawing/2014/main" id="{C059E4E7-C45D-4F51-BB10-36A8C4072E10}"/>
              </a:ext>
            </a:extLst>
          </p:cNvPr>
          <p:cNvCxnSpPr>
            <a:stCxn xmlns:a="http://schemas.openxmlformats.org/drawingml/2006/main" id="27" idx="6"/>
            <a:endCxn xmlns:a="http://schemas.openxmlformats.org/drawingml/2006/main" id="46" idx="2"/>
          </p:cNvCxnSpPr>
          <p:nvPr/>
        </p:nvCxnSpPr>
        <p:spPr>
          <a:xfrm xmlns:a="http://schemas.openxmlformats.org/drawingml/2006/main">
            <a:off x="1562100" y="2790825"/>
            <a:ext cx="1628775" cy="1685925"/>
          </a:xfrm>
          <a:prstGeom xmlns:a="http://schemas.openxmlformats.org/drawingml/2006/main" prst="straightConnector1">
            <a:avLst/>
          </a:prstGeom>
          <a:ln xmlns:a="http://schemas.openxmlformats.org/drawingml/2006/main" w="5239">
            <a:solidFill>
              <a:srgbClr val="C5CED8"/>
            </a:solidFill>
            <a:prstDash val="solid"/>
          </a:ln>
        </p:spPr>
      </p:cxnSp>
      <p:cxnSp>
        <p:nvCxnSpPr>
          <p:cNvPr id="118" name="">
            <a:extLst xmlns:a="http://schemas.openxmlformats.org/drawingml/2006/main">
              <a:ext uri="{FF2B5EF4-FFF2-40B4-BE49-F238E27FC236}">
                <a16:creationId xmlns:a16="http://schemas.microsoft.com/office/drawing/2014/main" id="{B57ED677-F737-454D-AD8C-97AB818FD8EB}"/>
              </a:ext>
            </a:extLst>
          </p:cNvPr>
          <p:cNvCxnSpPr>
            <a:stCxn xmlns:a="http://schemas.openxmlformats.org/drawingml/2006/main" id="27" idx="6"/>
            <a:endCxn xmlns:a="http://schemas.openxmlformats.org/drawingml/2006/main" id="45" idx="2"/>
          </p:cNvCxnSpPr>
          <p:nvPr/>
        </p:nvCxnSpPr>
        <p:spPr>
          <a:xfrm xmlns:a="http://schemas.openxmlformats.org/drawingml/2006/main">
            <a:off x="1562100" y="2790825"/>
            <a:ext cx="1628775" cy="1476375"/>
          </a:xfrm>
          <a:prstGeom xmlns:a="http://schemas.openxmlformats.org/drawingml/2006/main" prst="straightConnector1">
            <a:avLst/>
          </a:prstGeom>
          <a:ln xmlns:a="http://schemas.openxmlformats.org/drawingml/2006/main" w="5239">
            <a:solidFill>
              <a:srgbClr val="C5CED8"/>
            </a:solidFill>
            <a:prstDash val="solid"/>
          </a:ln>
        </p:spPr>
      </p:cxnSp>
      <p:cxnSp>
        <p:nvCxnSpPr>
          <p:cNvPr id="117" name="">
            <a:extLst xmlns:a="http://schemas.openxmlformats.org/drawingml/2006/main">
              <a:ext uri="{FF2B5EF4-FFF2-40B4-BE49-F238E27FC236}">
                <a16:creationId xmlns:a16="http://schemas.microsoft.com/office/drawing/2014/main" id="{E12A4417-0317-4285-91E3-28DA18741C69}"/>
              </a:ext>
            </a:extLst>
          </p:cNvPr>
          <p:cNvCxnSpPr>
            <a:stCxn xmlns:a="http://schemas.openxmlformats.org/drawingml/2006/main" id="27" idx="6"/>
            <a:endCxn xmlns:a="http://schemas.openxmlformats.org/drawingml/2006/main" id="44" idx="2"/>
          </p:cNvCxnSpPr>
          <p:nvPr/>
        </p:nvCxnSpPr>
        <p:spPr>
          <a:xfrm xmlns:a="http://schemas.openxmlformats.org/drawingml/2006/main">
            <a:off x="1562100" y="2790825"/>
            <a:ext cx="1628775" cy="1266825"/>
          </a:xfrm>
          <a:prstGeom xmlns:a="http://schemas.openxmlformats.org/drawingml/2006/main" prst="straightConnector1">
            <a:avLst/>
          </a:prstGeom>
          <a:ln xmlns:a="http://schemas.openxmlformats.org/drawingml/2006/main" w="5239">
            <a:solidFill>
              <a:srgbClr val="C5CED8"/>
            </a:solidFill>
            <a:prstDash val="solid"/>
          </a:ln>
        </p:spPr>
      </p:cxnSp>
      <p:cxnSp>
        <p:nvCxnSpPr>
          <p:cNvPr id="116" name="">
            <a:extLst xmlns:a="http://schemas.openxmlformats.org/drawingml/2006/main">
              <a:ext uri="{FF2B5EF4-FFF2-40B4-BE49-F238E27FC236}">
                <a16:creationId xmlns:a16="http://schemas.microsoft.com/office/drawing/2014/main" id="{79733913-C13D-440E-9792-C02A51930C60}"/>
              </a:ext>
            </a:extLst>
          </p:cNvPr>
          <p:cNvCxnSpPr>
            <a:stCxn xmlns:a="http://schemas.openxmlformats.org/drawingml/2006/main" id="27" idx="6"/>
            <a:endCxn xmlns:a="http://schemas.openxmlformats.org/drawingml/2006/main" id="43" idx="2"/>
          </p:cNvCxnSpPr>
          <p:nvPr/>
        </p:nvCxnSpPr>
        <p:spPr>
          <a:xfrm xmlns:a="http://schemas.openxmlformats.org/drawingml/2006/main">
            <a:off x="1562100" y="2790825"/>
            <a:ext cx="1628775" cy="1057275"/>
          </a:xfrm>
          <a:prstGeom xmlns:a="http://schemas.openxmlformats.org/drawingml/2006/main" prst="straightConnector1">
            <a:avLst/>
          </a:prstGeom>
          <a:ln xmlns:a="http://schemas.openxmlformats.org/drawingml/2006/main" w="5239">
            <a:solidFill>
              <a:srgbClr val="C5CED8"/>
            </a:solidFill>
            <a:prstDash val="solid"/>
          </a:ln>
        </p:spPr>
      </p:cxnSp>
      <p:cxnSp>
        <p:nvCxnSpPr>
          <p:cNvPr id="115" name="">
            <a:extLst xmlns:a="http://schemas.openxmlformats.org/drawingml/2006/main">
              <a:ext uri="{FF2B5EF4-FFF2-40B4-BE49-F238E27FC236}">
                <a16:creationId xmlns:a16="http://schemas.microsoft.com/office/drawing/2014/main" id="{8C871599-42F4-4670-9477-67B405D41293}"/>
              </a:ext>
            </a:extLst>
          </p:cNvPr>
          <p:cNvCxnSpPr>
            <a:stCxn xmlns:a="http://schemas.openxmlformats.org/drawingml/2006/main" id="27" idx="6"/>
            <a:endCxn xmlns:a="http://schemas.openxmlformats.org/drawingml/2006/main" id="42" idx="2"/>
          </p:cNvCxnSpPr>
          <p:nvPr/>
        </p:nvCxnSpPr>
        <p:spPr>
          <a:xfrm xmlns:a="http://schemas.openxmlformats.org/drawingml/2006/main">
            <a:off x="1562100" y="2790825"/>
            <a:ext cx="1628775" cy="847725"/>
          </a:xfrm>
          <a:prstGeom xmlns:a="http://schemas.openxmlformats.org/drawingml/2006/main" prst="straightConnector1">
            <a:avLst/>
          </a:prstGeom>
          <a:ln xmlns:a="http://schemas.openxmlformats.org/drawingml/2006/main" w="5239">
            <a:solidFill>
              <a:srgbClr val="C5CED8"/>
            </a:solidFill>
            <a:prstDash val="solid"/>
          </a:ln>
        </p:spPr>
      </p:cxnSp>
      <p:cxnSp>
        <p:nvCxnSpPr>
          <p:cNvPr id="114" name="">
            <a:extLst xmlns:a="http://schemas.openxmlformats.org/drawingml/2006/main">
              <a:ext uri="{FF2B5EF4-FFF2-40B4-BE49-F238E27FC236}">
                <a16:creationId xmlns:a16="http://schemas.microsoft.com/office/drawing/2014/main" id="{072896C2-80F7-4605-9BA4-C4B2751A9DA8}"/>
              </a:ext>
            </a:extLst>
          </p:cNvPr>
          <p:cNvCxnSpPr>
            <a:stCxn xmlns:a="http://schemas.openxmlformats.org/drawingml/2006/main" id="27" idx="6"/>
            <a:endCxn xmlns:a="http://schemas.openxmlformats.org/drawingml/2006/main" id="41" idx="2"/>
          </p:cNvCxnSpPr>
          <p:nvPr/>
        </p:nvCxnSpPr>
        <p:spPr>
          <a:xfrm xmlns:a="http://schemas.openxmlformats.org/drawingml/2006/main">
            <a:off x="1562100" y="2790825"/>
            <a:ext cx="1628775" cy="638175"/>
          </a:xfrm>
          <a:prstGeom xmlns:a="http://schemas.openxmlformats.org/drawingml/2006/main" prst="straightConnector1">
            <a:avLst/>
          </a:prstGeom>
          <a:ln xmlns:a="http://schemas.openxmlformats.org/drawingml/2006/main" w="5239">
            <a:solidFill>
              <a:srgbClr val="C5CED8"/>
            </a:solidFill>
            <a:prstDash val="solid"/>
          </a:ln>
        </p:spPr>
      </p:cxnSp>
      <p:cxnSp>
        <p:nvCxnSpPr>
          <p:cNvPr id="113" name="">
            <a:extLst xmlns:a="http://schemas.openxmlformats.org/drawingml/2006/main">
              <a:ext uri="{FF2B5EF4-FFF2-40B4-BE49-F238E27FC236}">
                <a16:creationId xmlns:a16="http://schemas.microsoft.com/office/drawing/2014/main" id="{7B6DBF3C-BB27-4F44-86C9-EC44AA2F28EF}"/>
              </a:ext>
            </a:extLst>
          </p:cNvPr>
          <p:cNvCxnSpPr>
            <a:stCxn xmlns:a="http://schemas.openxmlformats.org/drawingml/2006/main" id="27" idx="6"/>
            <a:endCxn xmlns:a="http://schemas.openxmlformats.org/drawingml/2006/main" id="40" idx="2"/>
          </p:cNvCxnSpPr>
          <p:nvPr/>
        </p:nvCxnSpPr>
        <p:spPr>
          <a:xfrm xmlns:a="http://schemas.openxmlformats.org/drawingml/2006/main">
            <a:off x="1562100" y="2790825"/>
            <a:ext cx="1628775" cy="428625"/>
          </a:xfrm>
          <a:prstGeom xmlns:a="http://schemas.openxmlformats.org/drawingml/2006/main" prst="straightConnector1">
            <a:avLst/>
          </a:prstGeom>
          <a:ln xmlns:a="http://schemas.openxmlformats.org/drawingml/2006/main" w="5239">
            <a:solidFill>
              <a:srgbClr val="C5CED8"/>
            </a:solidFill>
            <a:prstDash val="solid"/>
          </a:ln>
        </p:spPr>
      </p:cxnSp>
      <p:cxnSp>
        <p:nvCxnSpPr>
          <p:cNvPr id="112" name="">
            <a:extLst xmlns:a="http://schemas.openxmlformats.org/drawingml/2006/main">
              <a:ext uri="{FF2B5EF4-FFF2-40B4-BE49-F238E27FC236}">
                <a16:creationId xmlns:a16="http://schemas.microsoft.com/office/drawing/2014/main" id="{D936D197-7367-429E-BB38-AFF147BA2B71}"/>
              </a:ext>
            </a:extLst>
          </p:cNvPr>
          <p:cNvCxnSpPr>
            <a:stCxn xmlns:a="http://schemas.openxmlformats.org/drawingml/2006/main" id="27" idx="6"/>
            <a:endCxn xmlns:a="http://schemas.openxmlformats.org/drawingml/2006/main" id="39" idx="2"/>
          </p:cNvCxnSpPr>
          <p:nvPr/>
        </p:nvCxnSpPr>
        <p:spPr>
          <a:xfrm xmlns:a="http://schemas.openxmlformats.org/drawingml/2006/main">
            <a:off x="1562100" y="2790825"/>
            <a:ext cx="1628775" cy="219075"/>
          </a:xfrm>
          <a:prstGeom xmlns:a="http://schemas.openxmlformats.org/drawingml/2006/main" prst="straightConnector1">
            <a:avLst/>
          </a:prstGeom>
          <a:ln xmlns:a="http://schemas.openxmlformats.org/drawingml/2006/main" w="5239">
            <a:solidFill>
              <a:srgbClr val="C5CED8"/>
            </a:solidFill>
            <a:prstDash val="solid"/>
          </a:ln>
        </p:spPr>
      </p:cxnSp>
      <p:cxnSp>
        <p:nvCxnSpPr>
          <p:cNvPr id="111" name="">
            <a:extLst xmlns:a="http://schemas.openxmlformats.org/drawingml/2006/main">
              <a:ext uri="{FF2B5EF4-FFF2-40B4-BE49-F238E27FC236}">
                <a16:creationId xmlns:a16="http://schemas.microsoft.com/office/drawing/2014/main" id="{801B3E5B-FA50-4AC8-935C-2EAE003B10E9}"/>
              </a:ext>
            </a:extLst>
          </p:cNvPr>
          <p:cNvCxnSpPr>
            <a:stCxn xmlns:a="http://schemas.openxmlformats.org/drawingml/2006/main" id="27" idx="6"/>
            <a:endCxn xmlns:a="http://schemas.openxmlformats.org/drawingml/2006/main" id="38" idx="2"/>
          </p:cNvCxnSpPr>
          <p:nvPr/>
        </p:nvCxnSpPr>
        <p:spPr>
          <a:xfrm xmlns:a="http://schemas.openxmlformats.org/drawingml/2006/main">
            <a:off x="1562100" y="2790825"/>
            <a:ext cx="1628775" cy="9525"/>
          </a:xfrm>
          <a:prstGeom xmlns:a="http://schemas.openxmlformats.org/drawingml/2006/main" prst="straightConnector1">
            <a:avLst/>
          </a:prstGeom>
          <a:ln xmlns:a="http://schemas.openxmlformats.org/drawingml/2006/main" w="5239">
            <a:solidFill>
              <a:srgbClr val="C5CED8"/>
            </a:solidFill>
            <a:prstDash val="solid"/>
          </a:ln>
        </p:spPr>
      </p:cxnSp>
      <p:cxnSp>
        <p:nvCxnSpPr>
          <p:cNvPr id="110" name="">
            <a:extLst xmlns:a="http://schemas.openxmlformats.org/drawingml/2006/main">
              <a:ext uri="{FF2B5EF4-FFF2-40B4-BE49-F238E27FC236}">
                <a16:creationId xmlns:a16="http://schemas.microsoft.com/office/drawing/2014/main" id="{CA948F7D-C90A-4BEB-8708-C21F79F1FD3A}"/>
              </a:ext>
            </a:extLst>
          </p:cNvPr>
          <p:cNvCxnSpPr>
            <a:stCxn xmlns:a="http://schemas.openxmlformats.org/drawingml/2006/main" id="27" idx="6"/>
            <a:endCxn xmlns:a="http://schemas.openxmlformats.org/drawingml/2006/main" id="37" idx="2"/>
          </p:cNvCxnSpPr>
          <p:nvPr/>
        </p:nvCxnSpPr>
        <p:spPr>
          <a:xfrm xmlns:a="http://schemas.openxmlformats.org/drawingml/2006/main" flipV="1">
            <a:off x="1562100" y="2590800"/>
            <a:ext cx="1628775" cy="200025"/>
          </a:xfrm>
          <a:prstGeom xmlns:a="http://schemas.openxmlformats.org/drawingml/2006/main" prst="straightConnector1">
            <a:avLst/>
          </a:prstGeom>
          <a:ln xmlns:a="http://schemas.openxmlformats.org/drawingml/2006/main" w="5239">
            <a:solidFill>
              <a:srgbClr val="C5CED8"/>
            </a:solidFill>
            <a:prstDash val="solid"/>
          </a:ln>
        </p:spPr>
      </p:cxnSp>
      <p:cxnSp>
        <p:nvCxnSpPr>
          <p:cNvPr id="109" name="">
            <a:extLst xmlns:a="http://schemas.openxmlformats.org/drawingml/2006/main">
              <a:ext uri="{FF2B5EF4-FFF2-40B4-BE49-F238E27FC236}">
                <a16:creationId xmlns:a16="http://schemas.microsoft.com/office/drawing/2014/main" id="{8264C049-B63A-43CE-8B39-056ABC4753C4}"/>
              </a:ext>
            </a:extLst>
          </p:cNvPr>
          <p:cNvCxnSpPr>
            <a:stCxn xmlns:a="http://schemas.openxmlformats.org/drawingml/2006/main" id="27" idx="6"/>
            <a:endCxn xmlns:a="http://schemas.openxmlformats.org/drawingml/2006/main" id="36" idx="2"/>
          </p:cNvCxnSpPr>
          <p:nvPr/>
        </p:nvCxnSpPr>
        <p:spPr>
          <a:xfrm xmlns:a="http://schemas.openxmlformats.org/drawingml/2006/main" flipV="1">
            <a:off x="1562100" y="2381250"/>
            <a:ext cx="1628775" cy="409575"/>
          </a:xfrm>
          <a:prstGeom xmlns:a="http://schemas.openxmlformats.org/drawingml/2006/main" prst="straightConnector1">
            <a:avLst/>
          </a:prstGeom>
          <a:ln xmlns:a="http://schemas.openxmlformats.org/drawingml/2006/main" w="5239">
            <a:solidFill>
              <a:srgbClr val="C5CED8"/>
            </a:solidFill>
            <a:prstDash val="solid"/>
          </a:ln>
        </p:spPr>
      </p:cxnSp>
      <p:cxnSp>
        <p:nvCxnSpPr>
          <p:cNvPr id="108" name="">
            <a:extLst xmlns:a="http://schemas.openxmlformats.org/drawingml/2006/main">
              <a:ext uri="{FF2B5EF4-FFF2-40B4-BE49-F238E27FC236}">
                <a16:creationId xmlns:a16="http://schemas.microsoft.com/office/drawing/2014/main" id="{2FEB4C61-F949-437A-B6DC-F5CA39D6C254}"/>
              </a:ext>
            </a:extLst>
          </p:cNvPr>
          <p:cNvCxnSpPr>
            <a:stCxn xmlns:a="http://schemas.openxmlformats.org/drawingml/2006/main" id="27" idx="6"/>
            <a:endCxn xmlns:a="http://schemas.openxmlformats.org/drawingml/2006/main" id="35" idx="2"/>
          </p:cNvCxnSpPr>
          <p:nvPr/>
        </p:nvCxnSpPr>
        <p:spPr>
          <a:xfrm xmlns:a="http://schemas.openxmlformats.org/drawingml/2006/main" flipV="1">
            <a:off x="1562100" y="2171700"/>
            <a:ext cx="1628775" cy="619125"/>
          </a:xfrm>
          <a:prstGeom xmlns:a="http://schemas.openxmlformats.org/drawingml/2006/main" prst="straightConnector1">
            <a:avLst/>
          </a:prstGeom>
          <a:ln xmlns:a="http://schemas.openxmlformats.org/drawingml/2006/main" w="5239">
            <a:solidFill>
              <a:srgbClr val="C5CED8"/>
            </a:solidFill>
            <a:prstDash val="solid"/>
          </a:ln>
        </p:spPr>
      </p:cxnSp>
      <p:cxnSp>
        <p:nvCxnSpPr>
          <p:cNvPr id="107" name="">
            <a:extLst xmlns:a="http://schemas.openxmlformats.org/drawingml/2006/main">
              <a:ext uri="{FF2B5EF4-FFF2-40B4-BE49-F238E27FC236}">
                <a16:creationId xmlns:a16="http://schemas.microsoft.com/office/drawing/2014/main" id="{2B9580F7-02F3-4437-B455-24768590D08B}"/>
              </a:ext>
            </a:extLst>
          </p:cNvPr>
          <p:cNvCxnSpPr>
            <a:stCxn xmlns:a="http://schemas.openxmlformats.org/drawingml/2006/main" id="27" idx="6"/>
            <a:endCxn xmlns:a="http://schemas.openxmlformats.org/drawingml/2006/main" id="34" idx="2"/>
          </p:cNvCxnSpPr>
          <p:nvPr/>
        </p:nvCxnSpPr>
        <p:spPr>
          <a:xfrm xmlns:a="http://schemas.openxmlformats.org/drawingml/2006/main" flipV="1">
            <a:off x="1562100" y="1962150"/>
            <a:ext cx="1628775" cy="828675"/>
          </a:xfrm>
          <a:prstGeom xmlns:a="http://schemas.openxmlformats.org/drawingml/2006/main" prst="straightConnector1">
            <a:avLst/>
          </a:prstGeom>
          <a:ln xmlns:a="http://schemas.openxmlformats.org/drawingml/2006/main" w="5239">
            <a:solidFill>
              <a:srgbClr val="C5CED8"/>
            </a:solidFill>
            <a:prstDash val="solid"/>
          </a:ln>
        </p:spPr>
      </p:cxnSp>
      <p:cxnSp>
        <p:nvCxnSpPr>
          <p:cNvPr id="106" name="">
            <a:extLst xmlns:a="http://schemas.openxmlformats.org/drawingml/2006/main">
              <a:ext uri="{FF2B5EF4-FFF2-40B4-BE49-F238E27FC236}">
                <a16:creationId xmlns:a16="http://schemas.microsoft.com/office/drawing/2014/main" id="{33A00BA5-2CD0-4401-AAE0-36071D5D9429}"/>
              </a:ext>
            </a:extLst>
          </p:cNvPr>
          <p:cNvCxnSpPr>
            <a:stCxn xmlns:a="http://schemas.openxmlformats.org/drawingml/2006/main" id="27" idx="6"/>
            <a:endCxn xmlns:a="http://schemas.openxmlformats.org/drawingml/2006/main" id="33" idx="2"/>
          </p:cNvCxnSpPr>
          <p:nvPr/>
        </p:nvCxnSpPr>
        <p:spPr>
          <a:xfrm xmlns:a="http://schemas.openxmlformats.org/drawingml/2006/main" flipV="1">
            <a:off x="1562100" y="1752600"/>
            <a:ext cx="1628775" cy="1038225"/>
          </a:xfrm>
          <a:prstGeom xmlns:a="http://schemas.openxmlformats.org/drawingml/2006/main" prst="straightConnector1">
            <a:avLst/>
          </a:prstGeom>
          <a:ln xmlns:a="http://schemas.openxmlformats.org/drawingml/2006/main" w="5239">
            <a:solidFill>
              <a:srgbClr val="C5CED8"/>
            </a:solidFill>
            <a:prstDash val="solid"/>
          </a:ln>
        </p:spPr>
      </p:cxnSp>
      <p:cxnSp>
        <p:nvCxnSpPr>
          <p:cNvPr id="105" name="">
            <a:extLst xmlns:a="http://schemas.openxmlformats.org/drawingml/2006/main">
              <a:ext uri="{FF2B5EF4-FFF2-40B4-BE49-F238E27FC236}">
                <a16:creationId xmlns:a16="http://schemas.microsoft.com/office/drawing/2014/main" id="{B0721419-4D4B-4BDC-87A4-1E460704A402}"/>
              </a:ext>
            </a:extLst>
          </p:cNvPr>
          <p:cNvCxnSpPr>
            <a:stCxn xmlns:a="http://schemas.openxmlformats.org/drawingml/2006/main" id="26" idx="6"/>
            <a:endCxn xmlns:a="http://schemas.openxmlformats.org/drawingml/2006/main" id="46" idx="2"/>
          </p:cNvCxnSpPr>
          <p:nvPr/>
        </p:nvCxnSpPr>
        <p:spPr>
          <a:xfrm xmlns:a="http://schemas.openxmlformats.org/drawingml/2006/main">
            <a:off x="1562100" y="2466975"/>
            <a:ext cx="1628775" cy="2009775"/>
          </a:xfrm>
          <a:prstGeom xmlns:a="http://schemas.openxmlformats.org/drawingml/2006/main" prst="straightConnector1">
            <a:avLst/>
          </a:prstGeom>
          <a:ln xmlns:a="http://schemas.openxmlformats.org/drawingml/2006/main" w="5239">
            <a:solidFill>
              <a:srgbClr val="C5CED8"/>
            </a:solidFill>
            <a:prstDash val="solid"/>
          </a:ln>
        </p:spPr>
      </p:cxnSp>
      <p:cxnSp>
        <p:nvCxnSpPr>
          <p:cNvPr id="104" name="">
            <a:extLst xmlns:a="http://schemas.openxmlformats.org/drawingml/2006/main">
              <a:ext uri="{FF2B5EF4-FFF2-40B4-BE49-F238E27FC236}">
                <a16:creationId xmlns:a16="http://schemas.microsoft.com/office/drawing/2014/main" id="{159D5397-39A1-448C-8B07-F7B3596150CE}"/>
              </a:ext>
            </a:extLst>
          </p:cNvPr>
          <p:cNvCxnSpPr>
            <a:stCxn xmlns:a="http://schemas.openxmlformats.org/drawingml/2006/main" id="26" idx="6"/>
            <a:endCxn xmlns:a="http://schemas.openxmlformats.org/drawingml/2006/main" id="45" idx="2"/>
          </p:cNvCxnSpPr>
          <p:nvPr/>
        </p:nvCxnSpPr>
        <p:spPr>
          <a:xfrm xmlns:a="http://schemas.openxmlformats.org/drawingml/2006/main">
            <a:off x="1562100" y="2466975"/>
            <a:ext cx="1628775" cy="1800225"/>
          </a:xfrm>
          <a:prstGeom xmlns:a="http://schemas.openxmlformats.org/drawingml/2006/main" prst="straightConnector1">
            <a:avLst/>
          </a:prstGeom>
          <a:ln xmlns:a="http://schemas.openxmlformats.org/drawingml/2006/main" w="5239">
            <a:solidFill>
              <a:srgbClr val="C5CED8"/>
            </a:solidFill>
            <a:prstDash val="solid"/>
          </a:ln>
        </p:spPr>
      </p:cxnSp>
      <p:cxnSp>
        <p:nvCxnSpPr>
          <p:cNvPr id="103" name="">
            <a:extLst xmlns:a="http://schemas.openxmlformats.org/drawingml/2006/main">
              <a:ext uri="{FF2B5EF4-FFF2-40B4-BE49-F238E27FC236}">
                <a16:creationId xmlns:a16="http://schemas.microsoft.com/office/drawing/2014/main" id="{E4D24C3F-DB7F-48A1-8DAD-D38780BD49FF}"/>
              </a:ext>
            </a:extLst>
          </p:cNvPr>
          <p:cNvCxnSpPr>
            <a:stCxn xmlns:a="http://schemas.openxmlformats.org/drawingml/2006/main" id="26" idx="6"/>
            <a:endCxn xmlns:a="http://schemas.openxmlformats.org/drawingml/2006/main" id="44" idx="2"/>
          </p:cNvCxnSpPr>
          <p:nvPr/>
        </p:nvCxnSpPr>
        <p:spPr>
          <a:xfrm xmlns:a="http://schemas.openxmlformats.org/drawingml/2006/main">
            <a:off x="1562100" y="2466975"/>
            <a:ext cx="1628775" cy="1590675"/>
          </a:xfrm>
          <a:prstGeom xmlns:a="http://schemas.openxmlformats.org/drawingml/2006/main" prst="straightConnector1">
            <a:avLst/>
          </a:prstGeom>
          <a:ln xmlns:a="http://schemas.openxmlformats.org/drawingml/2006/main" w="5239">
            <a:solidFill>
              <a:srgbClr val="C5CED8"/>
            </a:solidFill>
            <a:prstDash val="solid"/>
          </a:ln>
        </p:spPr>
      </p:cxnSp>
      <p:cxnSp>
        <p:nvCxnSpPr>
          <p:cNvPr id="102" name="">
            <a:extLst xmlns:a="http://schemas.openxmlformats.org/drawingml/2006/main">
              <a:ext uri="{FF2B5EF4-FFF2-40B4-BE49-F238E27FC236}">
                <a16:creationId xmlns:a16="http://schemas.microsoft.com/office/drawing/2014/main" id="{E373C882-30F7-436E-BD50-9C252B21E7BE}"/>
              </a:ext>
            </a:extLst>
          </p:cNvPr>
          <p:cNvCxnSpPr>
            <a:stCxn xmlns:a="http://schemas.openxmlformats.org/drawingml/2006/main" id="26" idx="6"/>
            <a:endCxn xmlns:a="http://schemas.openxmlformats.org/drawingml/2006/main" id="43" idx="2"/>
          </p:cNvCxnSpPr>
          <p:nvPr/>
        </p:nvCxnSpPr>
        <p:spPr>
          <a:xfrm xmlns:a="http://schemas.openxmlformats.org/drawingml/2006/main">
            <a:off x="1562100" y="2466975"/>
            <a:ext cx="1628775" cy="1381125"/>
          </a:xfrm>
          <a:prstGeom xmlns:a="http://schemas.openxmlformats.org/drawingml/2006/main" prst="straightConnector1">
            <a:avLst/>
          </a:prstGeom>
          <a:ln xmlns:a="http://schemas.openxmlformats.org/drawingml/2006/main" w="5239">
            <a:solidFill>
              <a:srgbClr val="C5CED8"/>
            </a:solidFill>
            <a:prstDash val="solid"/>
          </a:ln>
        </p:spPr>
      </p:cxnSp>
      <p:cxnSp>
        <p:nvCxnSpPr>
          <p:cNvPr id="101" name="">
            <a:extLst xmlns:a="http://schemas.openxmlformats.org/drawingml/2006/main">
              <a:ext uri="{FF2B5EF4-FFF2-40B4-BE49-F238E27FC236}">
                <a16:creationId xmlns:a16="http://schemas.microsoft.com/office/drawing/2014/main" id="{E40263B3-DD73-4F71-8950-9D9C4355FFE0}"/>
              </a:ext>
            </a:extLst>
          </p:cNvPr>
          <p:cNvCxnSpPr>
            <a:stCxn xmlns:a="http://schemas.openxmlformats.org/drawingml/2006/main" id="26" idx="6"/>
            <a:endCxn xmlns:a="http://schemas.openxmlformats.org/drawingml/2006/main" id="42" idx="2"/>
          </p:cNvCxnSpPr>
          <p:nvPr/>
        </p:nvCxnSpPr>
        <p:spPr>
          <a:xfrm xmlns:a="http://schemas.openxmlformats.org/drawingml/2006/main">
            <a:off x="1562100" y="2466975"/>
            <a:ext cx="1628775" cy="1171575"/>
          </a:xfrm>
          <a:prstGeom xmlns:a="http://schemas.openxmlformats.org/drawingml/2006/main" prst="straightConnector1">
            <a:avLst/>
          </a:prstGeom>
          <a:ln xmlns:a="http://schemas.openxmlformats.org/drawingml/2006/main" w="5239">
            <a:solidFill>
              <a:srgbClr val="C5CED8"/>
            </a:solidFill>
            <a:prstDash val="solid"/>
          </a:ln>
        </p:spPr>
      </p:cxnSp>
      <p:cxnSp>
        <p:nvCxnSpPr>
          <p:cNvPr id="100" name="">
            <a:extLst xmlns:a="http://schemas.openxmlformats.org/drawingml/2006/main">
              <a:ext uri="{FF2B5EF4-FFF2-40B4-BE49-F238E27FC236}">
                <a16:creationId xmlns:a16="http://schemas.microsoft.com/office/drawing/2014/main" id="{4A41E04E-76F7-4B32-B9F1-5AE055148669}"/>
              </a:ext>
            </a:extLst>
          </p:cNvPr>
          <p:cNvCxnSpPr>
            <a:stCxn xmlns:a="http://schemas.openxmlformats.org/drawingml/2006/main" id="26" idx="6"/>
            <a:endCxn xmlns:a="http://schemas.openxmlformats.org/drawingml/2006/main" id="41" idx="2"/>
          </p:cNvCxnSpPr>
          <p:nvPr/>
        </p:nvCxnSpPr>
        <p:spPr>
          <a:xfrm xmlns:a="http://schemas.openxmlformats.org/drawingml/2006/main">
            <a:off x="1562100" y="2466975"/>
            <a:ext cx="1628775" cy="962025"/>
          </a:xfrm>
          <a:prstGeom xmlns:a="http://schemas.openxmlformats.org/drawingml/2006/main" prst="straightConnector1">
            <a:avLst/>
          </a:prstGeom>
          <a:ln xmlns:a="http://schemas.openxmlformats.org/drawingml/2006/main" w="5239">
            <a:solidFill>
              <a:srgbClr val="C5CED8"/>
            </a:solidFill>
            <a:prstDash val="solid"/>
          </a:ln>
        </p:spPr>
      </p:cxnSp>
      <p:cxnSp>
        <p:nvCxnSpPr>
          <p:cNvPr id="99" name="">
            <a:extLst xmlns:a="http://schemas.openxmlformats.org/drawingml/2006/main">
              <a:ext uri="{FF2B5EF4-FFF2-40B4-BE49-F238E27FC236}">
                <a16:creationId xmlns:a16="http://schemas.microsoft.com/office/drawing/2014/main" id="{3CBD1DFB-F6B9-4EB0-81F1-9D04D3A6A744}"/>
              </a:ext>
            </a:extLst>
          </p:cNvPr>
          <p:cNvCxnSpPr>
            <a:stCxn xmlns:a="http://schemas.openxmlformats.org/drawingml/2006/main" id="26" idx="6"/>
            <a:endCxn xmlns:a="http://schemas.openxmlformats.org/drawingml/2006/main" id="40" idx="2"/>
          </p:cNvCxnSpPr>
          <p:nvPr/>
        </p:nvCxnSpPr>
        <p:spPr>
          <a:xfrm xmlns:a="http://schemas.openxmlformats.org/drawingml/2006/main">
            <a:off x="1562100" y="2466975"/>
            <a:ext cx="1628775" cy="752475"/>
          </a:xfrm>
          <a:prstGeom xmlns:a="http://schemas.openxmlformats.org/drawingml/2006/main" prst="straightConnector1">
            <a:avLst/>
          </a:prstGeom>
          <a:ln xmlns:a="http://schemas.openxmlformats.org/drawingml/2006/main" w="5239">
            <a:solidFill>
              <a:srgbClr val="C5CED8"/>
            </a:solidFill>
            <a:prstDash val="solid"/>
          </a:ln>
        </p:spPr>
      </p:cxnSp>
      <p:cxnSp>
        <p:nvCxnSpPr>
          <p:cNvPr id="98" name="">
            <a:extLst xmlns:a="http://schemas.openxmlformats.org/drawingml/2006/main">
              <a:ext uri="{FF2B5EF4-FFF2-40B4-BE49-F238E27FC236}">
                <a16:creationId xmlns:a16="http://schemas.microsoft.com/office/drawing/2014/main" id="{D20602F7-D7D3-460B-8BD4-502D4A272D89}"/>
              </a:ext>
            </a:extLst>
          </p:cNvPr>
          <p:cNvCxnSpPr>
            <a:stCxn xmlns:a="http://schemas.openxmlformats.org/drawingml/2006/main" id="26" idx="6"/>
            <a:endCxn xmlns:a="http://schemas.openxmlformats.org/drawingml/2006/main" id="39" idx="2"/>
          </p:cNvCxnSpPr>
          <p:nvPr/>
        </p:nvCxnSpPr>
        <p:spPr>
          <a:xfrm xmlns:a="http://schemas.openxmlformats.org/drawingml/2006/main">
            <a:off x="1562100" y="2466975"/>
            <a:ext cx="1628775" cy="542925"/>
          </a:xfrm>
          <a:prstGeom xmlns:a="http://schemas.openxmlformats.org/drawingml/2006/main" prst="straightConnector1">
            <a:avLst/>
          </a:prstGeom>
          <a:ln xmlns:a="http://schemas.openxmlformats.org/drawingml/2006/main" w="5239">
            <a:solidFill>
              <a:srgbClr val="C5CED8"/>
            </a:solidFill>
            <a:prstDash val="solid"/>
          </a:ln>
        </p:spPr>
      </p:cxnSp>
      <p:cxnSp>
        <p:nvCxnSpPr>
          <p:cNvPr id="97" name="">
            <a:extLst xmlns:a="http://schemas.openxmlformats.org/drawingml/2006/main">
              <a:ext uri="{FF2B5EF4-FFF2-40B4-BE49-F238E27FC236}">
                <a16:creationId xmlns:a16="http://schemas.microsoft.com/office/drawing/2014/main" id="{D8F69FB4-2C14-4AE6-A595-287EBD1D6AB1}"/>
              </a:ext>
            </a:extLst>
          </p:cNvPr>
          <p:cNvCxnSpPr>
            <a:stCxn xmlns:a="http://schemas.openxmlformats.org/drawingml/2006/main" id="26" idx="6"/>
            <a:endCxn xmlns:a="http://schemas.openxmlformats.org/drawingml/2006/main" id="38" idx="2"/>
          </p:cNvCxnSpPr>
          <p:nvPr/>
        </p:nvCxnSpPr>
        <p:spPr>
          <a:xfrm xmlns:a="http://schemas.openxmlformats.org/drawingml/2006/main">
            <a:off x="1562100" y="2466975"/>
            <a:ext cx="1628775" cy="333375"/>
          </a:xfrm>
          <a:prstGeom xmlns:a="http://schemas.openxmlformats.org/drawingml/2006/main" prst="straightConnector1">
            <a:avLst/>
          </a:prstGeom>
          <a:ln xmlns:a="http://schemas.openxmlformats.org/drawingml/2006/main" w="5239">
            <a:solidFill>
              <a:srgbClr val="C5CED8"/>
            </a:solidFill>
            <a:prstDash val="solid"/>
          </a:ln>
        </p:spPr>
      </p:cxnSp>
      <p:cxnSp>
        <p:nvCxnSpPr>
          <p:cNvPr id="96" name="">
            <a:extLst xmlns:a="http://schemas.openxmlformats.org/drawingml/2006/main">
              <a:ext uri="{FF2B5EF4-FFF2-40B4-BE49-F238E27FC236}">
                <a16:creationId xmlns:a16="http://schemas.microsoft.com/office/drawing/2014/main" id="{7C4AEA16-0199-4D79-B086-96EFDA787216}"/>
              </a:ext>
            </a:extLst>
          </p:cNvPr>
          <p:cNvCxnSpPr>
            <a:stCxn xmlns:a="http://schemas.openxmlformats.org/drawingml/2006/main" id="26" idx="6"/>
            <a:endCxn xmlns:a="http://schemas.openxmlformats.org/drawingml/2006/main" id="37" idx="2"/>
          </p:cNvCxnSpPr>
          <p:nvPr/>
        </p:nvCxnSpPr>
        <p:spPr>
          <a:xfrm xmlns:a="http://schemas.openxmlformats.org/drawingml/2006/main">
            <a:off x="1562100" y="2466975"/>
            <a:ext cx="1628775" cy="123825"/>
          </a:xfrm>
          <a:prstGeom xmlns:a="http://schemas.openxmlformats.org/drawingml/2006/main" prst="straightConnector1">
            <a:avLst/>
          </a:prstGeom>
          <a:ln xmlns:a="http://schemas.openxmlformats.org/drawingml/2006/main" w="5239">
            <a:solidFill>
              <a:srgbClr val="C5CED8"/>
            </a:solidFill>
            <a:prstDash val="solid"/>
          </a:ln>
        </p:spPr>
      </p:cxnSp>
      <p:cxnSp>
        <p:nvCxnSpPr>
          <p:cNvPr id="95" name="">
            <a:extLst xmlns:a="http://schemas.openxmlformats.org/drawingml/2006/main">
              <a:ext uri="{FF2B5EF4-FFF2-40B4-BE49-F238E27FC236}">
                <a16:creationId xmlns:a16="http://schemas.microsoft.com/office/drawing/2014/main" id="{924B9DDA-0298-459B-A2BE-99C6B54AC684}"/>
              </a:ext>
            </a:extLst>
          </p:cNvPr>
          <p:cNvCxnSpPr>
            <a:stCxn xmlns:a="http://schemas.openxmlformats.org/drawingml/2006/main" id="26" idx="6"/>
            <a:endCxn xmlns:a="http://schemas.openxmlformats.org/drawingml/2006/main" id="36" idx="2"/>
          </p:cNvCxnSpPr>
          <p:nvPr/>
        </p:nvCxnSpPr>
        <p:spPr>
          <a:xfrm xmlns:a="http://schemas.openxmlformats.org/drawingml/2006/main" flipV="1">
            <a:off x="1562100" y="2381250"/>
            <a:ext cx="1628775" cy="85725"/>
          </a:xfrm>
          <a:prstGeom xmlns:a="http://schemas.openxmlformats.org/drawingml/2006/main" prst="straightConnector1">
            <a:avLst/>
          </a:prstGeom>
          <a:ln xmlns:a="http://schemas.openxmlformats.org/drawingml/2006/main" w="5239">
            <a:solidFill>
              <a:srgbClr val="C5CED8"/>
            </a:solidFill>
            <a:prstDash val="solid"/>
          </a:ln>
        </p:spPr>
      </p:cxnSp>
      <p:cxnSp>
        <p:nvCxnSpPr>
          <p:cNvPr id="94" name="">
            <a:extLst xmlns:a="http://schemas.openxmlformats.org/drawingml/2006/main">
              <a:ext uri="{FF2B5EF4-FFF2-40B4-BE49-F238E27FC236}">
                <a16:creationId xmlns:a16="http://schemas.microsoft.com/office/drawing/2014/main" id="{18465E57-0BD0-4FF7-B8A2-8555B9AABAC0}"/>
              </a:ext>
            </a:extLst>
          </p:cNvPr>
          <p:cNvCxnSpPr>
            <a:stCxn xmlns:a="http://schemas.openxmlformats.org/drawingml/2006/main" id="26" idx="6"/>
            <a:endCxn xmlns:a="http://schemas.openxmlformats.org/drawingml/2006/main" id="35" idx="2"/>
          </p:cNvCxnSpPr>
          <p:nvPr/>
        </p:nvCxnSpPr>
        <p:spPr>
          <a:xfrm xmlns:a="http://schemas.openxmlformats.org/drawingml/2006/main" flipV="1">
            <a:off x="1562100" y="2171700"/>
            <a:ext cx="1628775" cy="295275"/>
          </a:xfrm>
          <a:prstGeom xmlns:a="http://schemas.openxmlformats.org/drawingml/2006/main" prst="straightConnector1">
            <a:avLst/>
          </a:prstGeom>
          <a:ln xmlns:a="http://schemas.openxmlformats.org/drawingml/2006/main" w="5239">
            <a:solidFill>
              <a:srgbClr val="C5CED8"/>
            </a:solidFill>
            <a:prstDash val="solid"/>
          </a:ln>
        </p:spPr>
      </p:cxnSp>
      <p:cxnSp>
        <p:nvCxnSpPr>
          <p:cNvPr id="93" name="">
            <a:extLst xmlns:a="http://schemas.openxmlformats.org/drawingml/2006/main">
              <a:ext uri="{FF2B5EF4-FFF2-40B4-BE49-F238E27FC236}">
                <a16:creationId xmlns:a16="http://schemas.microsoft.com/office/drawing/2014/main" id="{8E328870-51C1-4AEB-A739-A951D7CC72DE}"/>
              </a:ext>
            </a:extLst>
          </p:cNvPr>
          <p:cNvCxnSpPr>
            <a:stCxn xmlns:a="http://schemas.openxmlformats.org/drawingml/2006/main" id="26" idx="6"/>
            <a:endCxn xmlns:a="http://schemas.openxmlformats.org/drawingml/2006/main" id="34" idx="2"/>
          </p:cNvCxnSpPr>
          <p:nvPr/>
        </p:nvCxnSpPr>
        <p:spPr>
          <a:xfrm xmlns:a="http://schemas.openxmlformats.org/drawingml/2006/main" flipV="1">
            <a:off x="1562100" y="1962150"/>
            <a:ext cx="1628775" cy="504825"/>
          </a:xfrm>
          <a:prstGeom xmlns:a="http://schemas.openxmlformats.org/drawingml/2006/main" prst="straightConnector1">
            <a:avLst/>
          </a:prstGeom>
          <a:ln xmlns:a="http://schemas.openxmlformats.org/drawingml/2006/main" w="5239">
            <a:solidFill>
              <a:srgbClr val="C5CED8"/>
            </a:solidFill>
            <a:prstDash val="solid"/>
          </a:ln>
        </p:spPr>
      </p:cxnSp>
      <p:cxnSp>
        <p:nvCxnSpPr>
          <p:cNvPr id="92" name="">
            <a:extLst xmlns:a="http://schemas.openxmlformats.org/drawingml/2006/main">
              <a:ext uri="{FF2B5EF4-FFF2-40B4-BE49-F238E27FC236}">
                <a16:creationId xmlns:a16="http://schemas.microsoft.com/office/drawing/2014/main" id="{C97123E4-40C6-4079-93EA-418BED1FE90A}"/>
              </a:ext>
            </a:extLst>
          </p:cNvPr>
          <p:cNvCxnSpPr>
            <a:stCxn xmlns:a="http://schemas.openxmlformats.org/drawingml/2006/main" id="26" idx="6"/>
            <a:endCxn xmlns:a="http://schemas.openxmlformats.org/drawingml/2006/main" id="33" idx="2"/>
          </p:cNvCxnSpPr>
          <p:nvPr/>
        </p:nvCxnSpPr>
        <p:spPr>
          <a:xfrm xmlns:a="http://schemas.openxmlformats.org/drawingml/2006/main" flipV="1">
            <a:off x="1562100" y="1752600"/>
            <a:ext cx="1628775" cy="714375"/>
          </a:xfrm>
          <a:prstGeom xmlns:a="http://schemas.openxmlformats.org/drawingml/2006/main" prst="straightConnector1">
            <a:avLst/>
          </a:prstGeom>
          <a:ln xmlns:a="http://schemas.openxmlformats.org/drawingml/2006/main" w="5239">
            <a:solidFill>
              <a:srgbClr val="C5CED8"/>
            </a:solidFill>
            <a:prstDash val="solid"/>
          </a:ln>
        </p:spPr>
      </p:cxnSp>
      <p:cxnSp>
        <p:nvCxnSpPr>
          <p:cNvPr id="91" name="">
            <a:extLst xmlns:a="http://schemas.openxmlformats.org/drawingml/2006/main">
              <a:ext uri="{FF2B5EF4-FFF2-40B4-BE49-F238E27FC236}">
                <a16:creationId xmlns:a16="http://schemas.microsoft.com/office/drawing/2014/main" id="{FF670390-7CAD-4EEB-A173-38C59F6FF8B6}"/>
              </a:ext>
            </a:extLst>
          </p:cNvPr>
          <p:cNvCxnSpPr>
            <a:stCxn xmlns:a="http://schemas.openxmlformats.org/drawingml/2006/main" id="25" idx="6"/>
            <a:endCxn xmlns:a="http://schemas.openxmlformats.org/drawingml/2006/main" id="46" idx="2"/>
          </p:cNvCxnSpPr>
          <p:nvPr/>
        </p:nvCxnSpPr>
        <p:spPr>
          <a:xfrm xmlns:a="http://schemas.openxmlformats.org/drawingml/2006/main">
            <a:off x="1562100" y="2143125"/>
            <a:ext cx="1628775" cy="2333625"/>
          </a:xfrm>
          <a:prstGeom xmlns:a="http://schemas.openxmlformats.org/drawingml/2006/main" prst="straightConnector1">
            <a:avLst/>
          </a:prstGeom>
          <a:ln xmlns:a="http://schemas.openxmlformats.org/drawingml/2006/main" w="5239">
            <a:solidFill>
              <a:srgbClr val="C5CED8"/>
            </a:solidFill>
            <a:prstDash val="solid"/>
          </a:ln>
        </p:spPr>
      </p:cxnSp>
      <p:cxnSp>
        <p:nvCxnSpPr>
          <p:cNvPr id="90" name="">
            <a:extLst xmlns:a="http://schemas.openxmlformats.org/drawingml/2006/main">
              <a:ext uri="{FF2B5EF4-FFF2-40B4-BE49-F238E27FC236}">
                <a16:creationId xmlns:a16="http://schemas.microsoft.com/office/drawing/2014/main" id="{B1E3FA37-B9AB-4C2B-BD6D-C2E991BA4580}"/>
              </a:ext>
            </a:extLst>
          </p:cNvPr>
          <p:cNvCxnSpPr>
            <a:stCxn xmlns:a="http://schemas.openxmlformats.org/drawingml/2006/main" id="25" idx="6"/>
            <a:endCxn xmlns:a="http://schemas.openxmlformats.org/drawingml/2006/main" id="45" idx="2"/>
          </p:cNvCxnSpPr>
          <p:nvPr/>
        </p:nvCxnSpPr>
        <p:spPr>
          <a:xfrm xmlns:a="http://schemas.openxmlformats.org/drawingml/2006/main">
            <a:off x="1562100" y="2143125"/>
            <a:ext cx="1628775" cy="2124075"/>
          </a:xfrm>
          <a:prstGeom xmlns:a="http://schemas.openxmlformats.org/drawingml/2006/main" prst="straightConnector1">
            <a:avLst/>
          </a:prstGeom>
          <a:ln xmlns:a="http://schemas.openxmlformats.org/drawingml/2006/main" w="5239">
            <a:solidFill>
              <a:srgbClr val="C5CED8"/>
            </a:solidFill>
            <a:prstDash val="solid"/>
          </a:ln>
        </p:spPr>
      </p:cxnSp>
      <p:cxnSp>
        <p:nvCxnSpPr>
          <p:cNvPr id="89" name="">
            <a:extLst xmlns:a="http://schemas.openxmlformats.org/drawingml/2006/main">
              <a:ext uri="{FF2B5EF4-FFF2-40B4-BE49-F238E27FC236}">
                <a16:creationId xmlns:a16="http://schemas.microsoft.com/office/drawing/2014/main" id="{3E7C4E82-C4B5-4959-AB97-BA5BAF532ABD}"/>
              </a:ext>
            </a:extLst>
          </p:cNvPr>
          <p:cNvCxnSpPr>
            <a:stCxn xmlns:a="http://schemas.openxmlformats.org/drawingml/2006/main" id="25" idx="6"/>
            <a:endCxn xmlns:a="http://schemas.openxmlformats.org/drawingml/2006/main" id="44" idx="2"/>
          </p:cNvCxnSpPr>
          <p:nvPr/>
        </p:nvCxnSpPr>
        <p:spPr>
          <a:xfrm xmlns:a="http://schemas.openxmlformats.org/drawingml/2006/main">
            <a:off x="1562100" y="2143125"/>
            <a:ext cx="1628775" cy="1914525"/>
          </a:xfrm>
          <a:prstGeom xmlns:a="http://schemas.openxmlformats.org/drawingml/2006/main" prst="straightConnector1">
            <a:avLst/>
          </a:prstGeom>
          <a:ln xmlns:a="http://schemas.openxmlformats.org/drawingml/2006/main" w="5239">
            <a:solidFill>
              <a:srgbClr val="C5CED8"/>
            </a:solidFill>
            <a:prstDash val="solid"/>
          </a:ln>
        </p:spPr>
      </p:cxnSp>
      <p:cxnSp>
        <p:nvCxnSpPr>
          <p:cNvPr id="88" name="">
            <a:extLst xmlns:a="http://schemas.openxmlformats.org/drawingml/2006/main">
              <a:ext uri="{FF2B5EF4-FFF2-40B4-BE49-F238E27FC236}">
                <a16:creationId xmlns:a16="http://schemas.microsoft.com/office/drawing/2014/main" id="{8CBB5A21-C627-4CD7-B558-7B990059078C}"/>
              </a:ext>
            </a:extLst>
          </p:cNvPr>
          <p:cNvCxnSpPr>
            <a:stCxn xmlns:a="http://schemas.openxmlformats.org/drawingml/2006/main" id="25" idx="6"/>
            <a:endCxn xmlns:a="http://schemas.openxmlformats.org/drawingml/2006/main" id="43" idx="2"/>
          </p:cNvCxnSpPr>
          <p:nvPr/>
        </p:nvCxnSpPr>
        <p:spPr>
          <a:xfrm xmlns:a="http://schemas.openxmlformats.org/drawingml/2006/main">
            <a:off x="1562100" y="2143125"/>
            <a:ext cx="1628775" cy="1704975"/>
          </a:xfrm>
          <a:prstGeom xmlns:a="http://schemas.openxmlformats.org/drawingml/2006/main" prst="straightConnector1">
            <a:avLst/>
          </a:prstGeom>
          <a:ln xmlns:a="http://schemas.openxmlformats.org/drawingml/2006/main" w="5239">
            <a:solidFill>
              <a:srgbClr val="C5CED8"/>
            </a:solidFill>
            <a:prstDash val="solid"/>
          </a:ln>
        </p:spPr>
      </p:cxnSp>
      <p:cxnSp>
        <p:nvCxnSpPr>
          <p:cNvPr id="87" name="">
            <a:extLst xmlns:a="http://schemas.openxmlformats.org/drawingml/2006/main">
              <a:ext uri="{FF2B5EF4-FFF2-40B4-BE49-F238E27FC236}">
                <a16:creationId xmlns:a16="http://schemas.microsoft.com/office/drawing/2014/main" id="{544A80C6-E0FB-41A4-BB4B-4F887D8CE759}"/>
              </a:ext>
            </a:extLst>
          </p:cNvPr>
          <p:cNvCxnSpPr>
            <a:stCxn xmlns:a="http://schemas.openxmlformats.org/drawingml/2006/main" id="25" idx="6"/>
            <a:endCxn xmlns:a="http://schemas.openxmlformats.org/drawingml/2006/main" id="42" idx="2"/>
          </p:cNvCxnSpPr>
          <p:nvPr/>
        </p:nvCxnSpPr>
        <p:spPr>
          <a:xfrm xmlns:a="http://schemas.openxmlformats.org/drawingml/2006/main">
            <a:off x="1562100" y="2143125"/>
            <a:ext cx="1628775" cy="1495425"/>
          </a:xfrm>
          <a:prstGeom xmlns:a="http://schemas.openxmlformats.org/drawingml/2006/main" prst="straightConnector1">
            <a:avLst/>
          </a:prstGeom>
          <a:ln xmlns:a="http://schemas.openxmlformats.org/drawingml/2006/main" w="5239">
            <a:solidFill>
              <a:srgbClr val="C5CED8"/>
            </a:solidFill>
            <a:prstDash val="solid"/>
          </a:ln>
        </p:spPr>
      </p:cxnSp>
      <p:cxnSp>
        <p:nvCxnSpPr>
          <p:cNvPr id="86" name="">
            <a:extLst xmlns:a="http://schemas.openxmlformats.org/drawingml/2006/main">
              <a:ext uri="{FF2B5EF4-FFF2-40B4-BE49-F238E27FC236}">
                <a16:creationId xmlns:a16="http://schemas.microsoft.com/office/drawing/2014/main" id="{D46D5AD8-842C-4180-8B89-839978818C24}"/>
              </a:ext>
            </a:extLst>
          </p:cNvPr>
          <p:cNvCxnSpPr>
            <a:stCxn xmlns:a="http://schemas.openxmlformats.org/drawingml/2006/main" id="25" idx="6"/>
            <a:endCxn xmlns:a="http://schemas.openxmlformats.org/drawingml/2006/main" id="41" idx="2"/>
          </p:cNvCxnSpPr>
          <p:nvPr/>
        </p:nvCxnSpPr>
        <p:spPr>
          <a:xfrm xmlns:a="http://schemas.openxmlformats.org/drawingml/2006/main">
            <a:off x="1562100" y="2143125"/>
            <a:ext cx="1628775" cy="1285875"/>
          </a:xfrm>
          <a:prstGeom xmlns:a="http://schemas.openxmlformats.org/drawingml/2006/main" prst="straightConnector1">
            <a:avLst/>
          </a:prstGeom>
          <a:ln xmlns:a="http://schemas.openxmlformats.org/drawingml/2006/main" w="5239">
            <a:solidFill>
              <a:srgbClr val="C5CED8"/>
            </a:solidFill>
            <a:prstDash val="solid"/>
          </a:ln>
        </p:spPr>
      </p:cxnSp>
      <p:cxnSp>
        <p:nvCxnSpPr>
          <p:cNvPr id="85" name="">
            <a:extLst xmlns:a="http://schemas.openxmlformats.org/drawingml/2006/main">
              <a:ext uri="{FF2B5EF4-FFF2-40B4-BE49-F238E27FC236}">
                <a16:creationId xmlns:a16="http://schemas.microsoft.com/office/drawing/2014/main" id="{533D1B7B-D994-4D9B-BB28-64E3F7346C4C}"/>
              </a:ext>
            </a:extLst>
          </p:cNvPr>
          <p:cNvCxnSpPr>
            <a:stCxn xmlns:a="http://schemas.openxmlformats.org/drawingml/2006/main" id="25" idx="6"/>
            <a:endCxn xmlns:a="http://schemas.openxmlformats.org/drawingml/2006/main" id="40" idx="2"/>
          </p:cNvCxnSpPr>
          <p:nvPr/>
        </p:nvCxnSpPr>
        <p:spPr>
          <a:xfrm xmlns:a="http://schemas.openxmlformats.org/drawingml/2006/main">
            <a:off x="1562100" y="2143125"/>
            <a:ext cx="1628775" cy="1076325"/>
          </a:xfrm>
          <a:prstGeom xmlns:a="http://schemas.openxmlformats.org/drawingml/2006/main" prst="straightConnector1">
            <a:avLst/>
          </a:prstGeom>
          <a:ln xmlns:a="http://schemas.openxmlformats.org/drawingml/2006/main" w="5239">
            <a:solidFill>
              <a:srgbClr val="C5CED8"/>
            </a:solidFill>
            <a:prstDash val="solid"/>
          </a:ln>
        </p:spPr>
      </p:cxnSp>
      <p:cxnSp>
        <p:nvCxnSpPr>
          <p:cNvPr id="84" name="">
            <a:extLst xmlns:a="http://schemas.openxmlformats.org/drawingml/2006/main">
              <a:ext uri="{FF2B5EF4-FFF2-40B4-BE49-F238E27FC236}">
                <a16:creationId xmlns:a16="http://schemas.microsoft.com/office/drawing/2014/main" id="{38EACB47-AC68-431C-90B4-280F65C780C9}"/>
              </a:ext>
            </a:extLst>
          </p:cNvPr>
          <p:cNvCxnSpPr>
            <a:stCxn xmlns:a="http://schemas.openxmlformats.org/drawingml/2006/main" id="25" idx="6"/>
            <a:endCxn xmlns:a="http://schemas.openxmlformats.org/drawingml/2006/main" id="39" idx="2"/>
          </p:cNvCxnSpPr>
          <p:nvPr/>
        </p:nvCxnSpPr>
        <p:spPr>
          <a:xfrm xmlns:a="http://schemas.openxmlformats.org/drawingml/2006/main">
            <a:off x="1562100" y="2143125"/>
            <a:ext cx="1628775" cy="866775"/>
          </a:xfrm>
          <a:prstGeom xmlns:a="http://schemas.openxmlformats.org/drawingml/2006/main" prst="straightConnector1">
            <a:avLst/>
          </a:prstGeom>
          <a:ln xmlns:a="http://schemas.openxmlformats.org/drawingml/2006/main" w="5239">
            <a:solidFill>
              <a:srgbClr val="C5CED8"/>
            </a:solidFill>
            <a:prstDash val="solid"/>
          </a:ln>
        </p:spPr>
      </p:cxnSp>
      <p:cxnSp>
        <p:nvCxnSpPr>
          <p:cNvPr id="83" name="">
            <a:extLst xmlns:a="http://schemas.openxmlformats.org/drawingml/2006/main">
              <a:ext uri="{FF2B5EF4-FFF2-40B4-BE49-F238E27FC236}">
                <a16:creationId xmlns:a16="http://schemas.microsoft.com/office/drawing/2014/main" id="{6AD01072-F657-4558-A55D-F3300363E3F5}"/>
              </a:ext>
            </a:extLst>
          </p:cNvPr>
          <p:cNvCxnSpPr>
            <a:stCxn xmlns:a="http://schemas.openxmlformats.org/drawingml/2006/main" id="25" idx="6"/>
            <a:endCxn xmlns:a="http://schemas.openxmlformats.org/drawingml/2006/main" id="38" idx="2"/>
          </p:cNvCxnSpPr>
          <p:nvPr/>
        </p:nvCxnSpPr>
        <p:spPr>
          <a:xfrm xmlns:a="http://schemas.openxmlformats.org/drawingml/2006/main">
            <a:off x="1562100" y="2143125"/>
            <a:ext cx="1628775" cy="657225"/>
          </a:xfrm>
          <a:prstGeom xmlns:a="http://schemas.openxmlformats.org/drawingml/2006/main" prst="straightConnector1">
            <a:avLst/>
          </a:prstGeom>
          <a:ln xmlns:a="http://schemas.openxmlformats.org/drawingml/2006/main" w="5239">
            <a:solidFill>
              <a:srgbClr val="C5CED8"/>
            </a:solidFill>
            <a:prstDash val="solid"/>
          </a:ln>
        </p:spPr>
      </p:cxnSp>
      <p:cxnSp>
        <p:nvCxnSpPr>
          <p:cNvPr id="82" name="">
            <a:extLst xmlns:a="http://schemas.openxmlformats.org/drawingml/2006/main">
              <a:ext uri="{FF2B5EF4-FFF2-40B4-BE49-F238E27FC236}">
                <a16:creationId xmlns:a16="http://schemas.microsoft.com/office/drawing/2014/main" id="{0D8F4DFB-08AD-43A3-B0FB-B915090C2FBE}"/>
              </a:ext>
            </a:extLst>
          </p:cNvPr>
          <p:cNvCxnSpPr>
            <a:stCxn xmlns:a="http://schemas.openxmlformats.org/drawingml/2006/main" id="25" idx="6"/>
            <a:endCxn xmlns:a="http://schemas.openxmlformats.org/drawingml/2006/main" id="37" idx="2"/>
          </p:cNvCxnSpPr>
          <p:nvPr/>
        </p:nvCxnSpPr>
        <p:spPr>
          <a:xfrm xmlns:a="http://schemas.openxmlformats.org/drawingml/2006/main">
            <a:off x="1562100" y="2143125"/>
            <a:ext cx="1628775" cy="447675"/>
          </a:xfrm>
          <a:prstGeom xmlns:a="http://schemas.openxmlformats.org/drawingml/2006/main" prst="straightConnector1">
            <a:avLst/>
          </a:prstGeom>
          <a:ln xmlns:a="http://schemas.openxmlformats.org/drawingml/2006/main" w="5239">
            <a:solidFill>
              <a:srgbClr val="C5CED8"/>
            </a:solidFill>
            <a:prstDash val="solid"/>
          </a:ln>
        </p:spPr>
      </p:cxnSp>
      <p:cxnSp>
        <p:nvCxnSpPr>
          <p:cNvPr id="81" name="">
            <a:extLst xmlns:a="http://schemas.openxmlformats.org/drawingml/2006/main">
              <a:ext uri="{FF2B5EF4-FFF2-40B4-BE49-F238E27FC236}">
                <a16:creationId xmlns:a16="http://schemas.microsoft.com/office/drawing/2014/main" id="{B99908B5-065E-46EC-9225-3D3E2F1797E0}"/>
              </a:ext>
            </a:extLst>
          </p:cNvPr>
          <p:cNvCxnSpPr>
            <a:stCxn xmlns:a="http://schemas.openxmlformats.org/drawingml/2006/main" id="25" idx="6"/>
            <a:endCxn xmlns:a="http://schemas.openxmlformats.org/drawingml/2006/main" id="36" idx="2"/>
          </p:cNvCxnSpPr>
          <p:nvPr/>
        </p:nvCxnSpPr>
        <p:spPr>
          <a:xfrm xmlns:a="http://schemas.openxmlformats.org/drawingml/2006/main">
            <a:off x="1562100" y="2143125"/>
            <a:ext cx="1628775" cy="238125"/>
          </a:xfrm>
          <a:prstGeom xmlns:a="http://schemas.openxmlformats.org/drawingml/2006/main" prst="straightConnector1">
            <a:avLst/>
          </a:prstGeom>
          <a:ln xmlns:a="http://schemas.openxmlformats.org/drawingml/2006/main" w="5239">
            <a:solidFill>
              <a:srgbClr val="C5CED8"/>
            </a:solidFill>
            <a:prstDash val="solid"/>
          </a:ln>
        </p:spPr>
      </p:cxnSp>
      <p:cxnSp>
        <p:nvCxnSpPr>
          <p:cNvPr id="80" name="">
            <a:extLst xmlns:a="http://schemas.openxmlformats.org/drawingml/2006/main">
              <a:ext uri="{FF2B5EF4-FFF2-40B4-BE49-F238E27FC236}">
                <a16:creationId xmlns:a16="http://schemas.microsoft.com/office/drawing/2014/main" id="{227EDBAD-8190-4979-992B-06AEA0C0B058}"/>
              </a:ext>
            </a:extLst>
          </p:cNvPr>
          <p:cNvCxnSpPr>
            <a:stCxn xmlns:a="http://schemas.openxmlformats.org/drawingml/2006/main" id="25" idx="6"/>
            <a:endCxn xmlns:a="http://schemas.openxmlformats.org/drawingml/2006/main" id="35" idx="2"/>
          </p:cNvCxnSpPr>
          <p:nvPr/>
        </p:nvCxnSpPr>
        <p:spPr>
          <a:xfrm xmlns:a="http://schemas.openxmlformats.org/drawingml/2006/main">
            <a:off x="1562100" y="2143125"/>
            <a:ext cx="1628775" cy="28575"/>
          </a:xfrm>
          <a:prstGeom xmlns:a="http://schemas.openxmlformats.org/drawingml/2006/main" prst="straightConnector1">
            <a:avLst/>
          </a:prstGeom>
          <a:ln xmlns:a="http://schemas.openxmlformats.org/drawingml/2006/main" w="5239">
            <a:solidFill>
              <a:srgbClr val="C5CED8"/>
            </a:solidFill>
            <a:prstDash val="solid"/>
          </a:ln>
        </p:spPr>
      </p:cxnSp>
      <p:cxnSp>
        <p:nvCxnSpPr>
          <p:cNvPr id="79" name="">
            <a:extLst xmlns:a="http://schemas.openxmlformats.org/drawingml/2006/main">
              <a:ext uri="{FF2B5EF4-FFF2-40B4-BE49-F238E27FC236}">
                <a16:creationId xmlns:a16="http://schemas.microsoft.com/office/drawing/2014/main" id="{E5D87D63-234D-45EB-A57F-39EBCE8FCC67}"/>
              </a:ext>
            </a:extLst>
          </p:cNvPr>
          <p:cNvCxnSpPr>
            <a:stCxn xmlns:a="http://schemas.openxmlformats.org/drawingml/2006/main" id="25" idx="6"/>
            <a:endCxn xmlns:a="http://schemas.openxmlformats.org/drawingml/2006/main" id="34" idx="2"/>
          </p:cNvCxnSpPr>
          <p:nvPr/>
        </p:nvCxnSpPr>
        <p:spPr>
          <a:xfrm xmlns:a="http://schemas.openxmlformats.org/drawingml/2006/main" flipV="1">
            <a:off x="1562100" y="1962150"/>
            <a:ext cx="1628775" cy="180975"/>
          </a:xfrm>
          <a:prstGeom xmlns:a="http://schemas.openxmlformats.org/drawingml/2006/main" prst="straightConnector1">
            <a:avLst/>
          </a:prstGeom>
          <a:ln xmlns:a="http://schemas.openxmlformats.org/drawingml/2006/main" w="5239">
            <a:solidFill>
              <a:srgbClr val="C5CED8"/>
            </a:solidFill>
            <a:prstDash val="solid"/>
          </a:ln>
        </p:spPr>
      </p:cxnSp>
      <p:cxnSp>
        <p:nvCxnSpPr>
          <p:cNvPr id="78" name="">
            <a:extLst xmlns:a="http://schemas.openxmlformats.org/drawingml/2006/main">
              <a:ext uri="{FF2B5EF4-FFF2-40B4-BE49-F238E27FC236}">
                <a16:creationId xmlns:a16="http://schemas.microsoft.com/office/drawing/2014/main" id="{47C4E3C9-34A6-4B23-954A-D4156D06F0A2}"/>
              </a:ext>
            </a:extLst>
          </p:cNvPr>
          <p:cNvCxnSpPr>
            <a:stCxn xmlns:a="http://schemas.openxmlformats.org/drawingml/2006/main" id="25" idx="6"/>
            <a:endCxn xmlns:a="http://schemas.openxmlformats.org/drawingml/2006/main" id="33" idx="2"/>
          </p:cNvCxnSpPr>
          <p:nvPr/>
        </p:nvCxnSpPr>
        <p:spPr>
          <a:xfrm xmlns:a="http://schemas.openxmlformats.org/drawingml/2006/main" flipV="1">
            <a:off x="1562100" y="1752600"/>
            <a:ext cx="1628775" cy="390525"/>
          </a:xfrm>
          <a:prstGeom xmlns:a="http://schemas.openxmlformats.org/drawingml/2006/main" prst="straightConnector1">
            <a:avLst/>
          </a:prstGeom>
          <a:ln xmlns:a="http://schemas.openxmlformats.org/drawingml/2006/main" w="5239">
            <a:solidFill>
              <a:srgbClr val="C5CED8"/>
            </a:solidFill>
            <a:prstDash val="solid"/>
          </a:ln>
        </p:spPr>
      </p:cxnSp>
      <p:cxnSp>
        <p:nvCxnSpPr>
          <p:cNvPr id="77" name="">
            <a:extLst xmlns:a="http://schemas.openxmlformats.org/drawingml/2006/main">
              <a:ext uri="{FF2B5EF4-FFF2-40B4-BE49-F238E27FC236}">
                <a16:creationId xmlns:a16="http://schemas.microsoft.com/office/drawing/2014/main" id="{000A1BF3-4623-49A9-AEC4-9A08C3A4DFD7}"/>
              </a:ext>
            </a:extLst>
          </p:cNvPr>
          <p:cNvCxnSpPr>
            <a:stCxn xmlns:a="http://schemas.openxmlformats.org/drawingml/2006/main" id="24" idx="6"/>
            <a:endCxn xmlns:a="http://schemas.openxmlformats.org/drawingml/2006/main" id="46" idx="2"/>
          </p:cNvCxnSpPr>
          <p:nvPr/>
        </p:nvCxnSpPr>
        <p:spPr>
          <a:xfrm xmlns:a="http://schemas.openxmlformats.org/drawingml/2006/main">
            <a:off x="1562100" y="1819275"/>
            <a:ext cx="1628775" cy="2657475"/>
          </a:xfrm>
          <a:prstGeom xmlns:a="http://schemas.openxmlformats.org/drawingml/2006/main" prst="straightConnector1">
            <a:avLst/>
          </a:prstGeom>
          <a:ln xmlns:a="http://schemas.openxmlformats.org/drawingml/2006/main" w="5239">
            <a:solidFill>
              <a:srgbClr val="C5CED8"/>
            </a:solidFill>
            <a:prstDash val="solid"/>
          </a:ln>
        </p:spPr>
      </p:cxnSp>
      <p:cxnSp>
        <p:nvCxnSpPr>
          <p:cNvPr id="76" name="">
            <a:extLst xmlns:a="http://schemas.openxmlformats.org/drawingml/2006/main">
              <a:ext uri="{FF2B5EF4-FFF2-40B4-BE49-F238E27FC236}">
                <a16:creationId xmlns:a16="http://schemas.microsoft.com/office/drawing/2014/main" id="{78B842A6-0F88-4ED1-AC65-821F08D95064}"/>
              </a:ext>
            </a:extLst>
          </p:cNvPr>
          <p:cNvCxnSpPr>
            <a:stCxn xmlns:a="http://schemas.openxmlformats.org/drawingml/2006/main" id="24" idx="6"/>
            <a:endCxn xmlns:a="http://schemas.openxmlformats.org/drawingml/2006/main" id="45" idx="2"/>
          </p:cNvCxnSpPr>
          <p:nvPr/>
        </p:nvCxnSpPr>
        <p:spPr>
          <a:xfrm xmlns:a="http://schemas.openxmlformats.org/drawingml/2006/main">
            <a:off x="1562100" y="1819275"/>
            <a:ext cx="1628775" cy="2447925"/>
          </a:xfrm>
          <a:prstGeom xmlns:a="http://schemas.openxmlformats.org/drawingml/2006/main" prst="straightConnector1">
            <a:avLst/>
          </a:prstGeom>
          <a:ln xmlns:a="http://schemas.openxmlformats.org/drawingml/2006/main" w="5239">
            <a:solidFill>
              <a:srgbClr val="C5CED8"/>
            </a:solidFill>
            <a:prstDash val="solid"/>
          </a:ln>
        </p:spPr>
      </p:cxnSp>
      <p:cxnSp>
        <p:nvCxnSpPr>
          <p:cNvPr id="75" name="">
            <a:extLst xmlns:a="http://schemas.openxmlformats.org/drawingml/2006/main">
              <a:ext uri="{FF2B5EF4-FFF2-40B4-BE49-F238E27FC236}">
                <a16:creationId xmlns:a16="http://schemas.microsoft.com/office/drawing/2014/main" id="{A21D6624-D0B4-4BE1-8642-2ED468DFCE08}"/>
              </a:ext>
            </a:extLst>
          </p:cNvPr>
          <p:cNvCxnSpPr>
            <a:stCxn xmlns:a="http://schemas.openxmlformats.org/drawingml/2006/main" id="24" idx="6"/>
            <a:endCxn xmlns:a="http://schemas.openxmlformats.org/drawingml/2006/main" id="44" idx="2"/>
          </p:cNvCxnSpPr>
          <p:nvPr/>
        </p:nvCxnSpPr>
        <p:spPr>
          <a:xfrm xmlns:a="http://schemas.openxmlformats.org/drawingml/2006/main">
            <a:off x="1562100" y="1819275"/>
            <a:ext cx="1628775" cy="2238375"/>
          </a:xfrm>
          <a:prstGeom xmlns:a="http://schemas.openxmlformats.org/drawingml/2006/main" prst="straightConnector1">
            <a:avLst/>
          </a:prstGeom>
          <a:ln xmlns:a="http://schemas.openxmlformats.org/drawingml/2006/main" w="5239">
            <a:solidFill>
              <a:srgbClr val="C5CED8"/>
            </a:solidFill>
            <a:prstDash val="solid"/>
          </a:ln>
        </p:spPr>
      </p:cxnSp>
      <p:cxnSp>
        <p:nvCxnSpPr>
          <p:cNvPr id="74" name="">
            <a:extLst xmlns:a="http://schemas.openxmlformats.org/drawingml/2006/main">
              <a:ext uri="{FF2B5EF4-FFF2-40B4-BE49-F238E27FC236}">
                <a16:creationId xmlns:a16="http://schemas.microsoft.com/office/drawing/2014/main" id="{F9B9C9FB-022E-4207-AEB1-0AEB0462D4FD}"/>
              </a:ext>
            </a:extLst>
          </p:cNvPr>
          <p:cNvCxnSpPr>
            <a:stCxn xmlns:a="http://schemas.openxmlformats.org/drawingml/2006/main" id="24" idx="6"/>
            <a:endCxn xmlns:a="http://schemas.openxmlformats.org/drawingml/2006/main" id="43" idx="2"/>
          </p:cNvCxnSpPr>
          <p:nvPr/>
        </p:nvCxnSpPr>
        <p:spPr>
          <a:xfrm xmlns:a="http://schemas.openxmlformats.org/drawingml/2006/main">
            <a:off x="1562100" y="1819275"/>
            <a:ext cx="1628775" cy="2028825"/>
          </a:xfrm>
          <a:prstGeom xmlns:a="http://schemas.openxmlformats.org/drawingml/2006/main" prst="straightConnector1">
            <a:avLst/>
          </a:prstGeom>
          <a:ln xmlns:a="http://schemas.openxmlformats.org/drawingml/2006/main" w="5239">
            <a:solidFill>
              <a:srgbClr val="C5CED8"/>
            </a:solidFill>
            <a:prstDash val="solid"/>
          </a:ln>
        </p:spPr>
      </p:cxnSp>
      <p:cxnSp>
        <p:nvCxnSpPr>
          <p:cNvPr id="73" name="">
            <a:extLst xmlns:a="http://schemas.openxmlformats.org/drawingml/2006/main">
              <a:ext uri="{FF2B5EF4-FFF2-40B4-BE49-F238E27FC236}">
                <a16:creationId xmlns:a16="http://schemas.microsoft.com/office/drawing/2014/main" id="{191DFAC7-2284-4529-8BE8-ED7B639007DE}"/>
              </a:ext>
            </a:extLst>
          </p:cNvPr>
          <p:cNvCxnSpPr>
            <a:stCxn xmlns:a="http://schemas.openxmlformats.org/drawingml/2006/main" id="24" idx="6"/>
            <a:endCxn xmlns:a="http://schemas.openxmlformats.org/drawingml/2006/main" id="42" idx="2"/>
          </p:cNvCxnSpPr>
          <p:nvPr/>
        </p:nvCxnSpPr>
        <p:spPr>
          <a:xfrm xmlns:a="http://schemas.openxmlformats.org/drawingml/2006/main">
            <a:off x="1562100" y="1819275"/>
            <a:ext cx="1628775" cy="1819275"/>
          </a:xfrm>
          <a:prstGeom xmlns:a="http://schemas.openxmlformats.org/drawingml/2006/main" prst="straightConnector1">
            <a:avLst/>
          </a:prstGeom>
          <a:ln xmlns:a="http://schemas.openxmlformats.org/drawingml/2006/main" w="5239">
            <a:solidFill>
              <a:srgbClr val="C5CED8"/>
            </a:solidFill>
            <a:prstDash val="solid"/>
          </a:ln>
        </p:spPr>
      </p:cxnSp>
      <p:cxnSp>
        <p:nvCxnSpPr>
          <p:cNvPr id="72" name="">
            <a:extLst xmlns:a="http://schemas.openxmlformats.org/drawingml/2006/main">
              <a:ext uri="{FF2B5EF4-FFF2-40B4-BE49-F238E27FC236}">
                <a16:creationId xmlns:a16="http://schemas.microsoft.com/office/drawing/2014/main" id="{00531503-DFCF-4880-9327-A32445AD3E29}"/>
              </a:ext>
            </a:extLst>
          </p:cNvPr>
          <p:cNvCxnSpPr>
            <a:stCxn xmlns:a="http://schemas.openxmlformats.org/drawingml/2006/main" id="24" idx="6"/>
            <a:endCxn xmlns:a="http://schemas.openxmlformats.org/drawingml/2006/main" id="41" idx="2"/>
          </p:cNvCxnSpPr>
          <p:nvPr/>
        </p:nvCxnSpPr>
        <p:spPr>
          <a:xfrm xmlns:a="http://schemas.openxmlformats.org/drawingml/2006/main">
            <a:off x="1562100" y="1819275"/>
            <a:ext cx="1628775" cy="1609725"/>
          </a:xfrm>
          <a:prstGeom xmlns:a="http://schemas.openxmlformats.org/drawingml/2006/main" prst="straightConnector1">
            <a:avLst/>
          </a:prstGeom>
          <a:ln xmlns:a="http://schemas.openxmlformats.org/drawingml/2006/main" w="5239">
            <a:solidFill>
              <a:srgbClr val="C5CED8"/>
            </a:solidFill>
            <a:prstDash val="solid"/>
          </a:ln>
        </p:spPr>
      </p:cxnSp>
      <p:cxnSp>
        <p:nvCxnSpPr>
          <p:cNvPr id="71" name="">
            <a:extLst xmlns:a="http://schemas.openxmlformats.org/drawingml/2006/main">
              <a:ext uri="{FF2B5EF4-FFF2-40B4-BE49-F238E27FC236}">
                <a16:creationId xmlns:a16="http://schemas.microsoft.com/office/drawing/2014/main" id="{3658556A-D935-4C0B-8AA8-9BF6D828A554}"/>
              </a:ext>
            </a:extLst>
          </p:cNvPr>
          <p:cNvCxnSpPr>
            <a:stCxn xmlns:a="http://schemas.openxmlformats.org/drawingml/2006/main" id="24" idx="6"/>
            <a:endCxn xmlns:a="http://schemas.openxmlformats.org/drawingml/2006/main" id="40" idx="2"/>
          </p:cNvCxnSpPr>
          <p:nvPr/>
        </p:nvCxnSpPr>
        <p:spPr>
          <a:xfrm xmlns:a="http://schemas.openxmlformats.org/drawingml/2006/main">
            <a:off x="1562100" y="1819275"/>
            <a:ext cx="1628775" cy="1400175"/>
          </a:xfrm>
          <a:prstGeom xmlns:a="http://schemas.openxmlformats.org/drawingml/2006/main" prst="straightConnector1">
            <a:avLst/>
          </a:prstGeom>
          <a:ln xmlns:a="http://schemas.openxmlformats.org/drawingml/2006/main" w="5239">
            <a:solidFill>
              <a:srgbClr val="C5CED8"/>
            </a:solidFill>
            <a:prstDash val="solid"/>
          </a:ln>
        </p:spPr>
      </p:cxnSp>
      <p:cxnSp>
        <p:nvCxnSpPr>
          <p:cNvPr id="70" name="">
            <a:extLst xmlns:a="http://schemas.openxmlformats.org/drawingml/2006/main">
              <a:ext uri="{FF2B5EF4-FFF2-40B4-BE49-F238E27FC236}">
                <a16:creationId xmlns:a16="http://schemas.microsoft.com/office/drawing/2014/main" id="{438353BF-4A29-4007-AC01-544947E99A2D}"/>
              </a:ext>
            </a:extLst>
          </p:cNvPr>
          <p:cNvCxnSpPr>
            <a:stCxn xmlns:a="http://schemas.openxmlformats.org/drawingml/2006/main" id="24" idx="6"/>
            <a:endCxn xmlns:a="http://schemas.openxmlformats.org/drawingml/2006/main" id="39" idx="2"/>
          </p:cNvCxnSpPr>
          <p:nvPr/>
        </p:nvCxnSpPr>
        <p:spPr>
          <a:xfrm xmlns:a="http://schemas.openxmlformats.org/drawingml/2006/main">
            <a:off x="1562100" y="1819275"/>
            <a:ext cx="1628775" cy="1190625"/>
          </a:xfrm>
          <a:prstGeom xmlns:a="http://schemas.openxmlformats.org/drawingml/2006/main" prst="straightConnector1">
            <a:avLst/>
          </a:prstGeom>
          <a:ln xmlns:a="http://schemas.openxmlformats.org/drawingml/2006/main" w="5239">
            <a:solidFill>
              <a:srgbClr val="C5CED8"/>
            </a:solidFill>
            <a:prstDash val="solid"/>
          </a:ln>
        </p:spPr>
      </p:cxnSp>
      <p:cxnSp>
        <p:nvCxnSpPr>
          <p:cNvPr id="69" name="">
            <a:extLst xmlns:a="http://schemas.openxmlformats.org/drawingml/2006/main">
              <a:ext uri="{FF2B5EF4-FFF2-40B4-BE49-F238E27FC236}">
                <a16:creationId xmlns:a16="http://schemas.microsoft.com/office/drawing/2014/main" id="{A1EAB031-062B-4C31-9F01-7D685741E69C}"/>
              </a:ext>
            </a:extLst>
          </p:cNvPr>
          <p:cNvCxnSpPr>
            <a:stCxn xmlns:a="http://schemas.openxmlformats.org/drawingml/2006/main" id="24" idx="6"/>
            <a:endCxn xmlns:a="http://schemas.openxmlformats.org/drawingml/2006/main" id="38" idx="2"/>
          </p:cNvCxnSpPr>
          <p:nvPr/>
        </p:nvCxnSpPr>
        <p:spPr>
          <a:xfrm xmlns:a="http://schemas.openxmlformats.org/drawingml/2006/main">
            <a:off x="1562100" y="1819275"/>
            <a:ext cx="1628775" cy="981075"/>
          </a:xfrm>
          <a:prstGeom xmlns:a="http://schemas.openxmlformats.org/drawingml/2006/main" prst="straightConnector1">
            <a:avLst/>
          </a:prstGeom>
          <a:ln xmlns:a="http://schemas.openxmlformats.org/drawingml/2006/main" w="5239">
            <a:solidFill>
              <a:srgbClr val="C5CED8"/>
            </a:solidFill>
            <a:prstDash val="solid"/>
          </a:ln>
        </p:spPr>
      </p:cxnSp>
      <p:cxnSp>
        <p:nvCxnSpPr>
          <p:cNvPr id="68" name="">
            <a:extLst xmlns:a="http://schemas.openxmlformats.org/drawingml/2006/main">
              <a:ext uri="{FF2B5EF4-FFF2-40B4-BE49-F238E27FC236}">
                <a16:creationId xmlns:a16="http://schemas.microsoft.com/office/drawing/2014/main" id="{66AB1A59-35EE-4489-A382-2139F41CD083}"/>
              </a:ext>
            </a:extLst>
          </p:cNvPr>
          <p:cNvCxnSpPr>
            <a:stCxn xmlns:a="http://schemas.openxmlformats.org/drawingml/2006/main" id="24" idx="6"/>
            <a:endCxn xmlns:a="http://schemas.openxmlformats.org/drawingml/2006/main" id="37" idx="2"/>
          </p:cNvCxnSpPr>
          <p:nvPr/>
        </p:nvCxnSpPr>
        <p:spPr>
          <a:xfrm xmlns:a="http://schemas.openxmlformats.org/drawingml/2006/main">
            <a:off x="1562100" y="1819275"/>
            <a:ext cx="1628775" cy="771525"/>
          </a:xfrm>
          <a:prstGeom xmlns:a="http://schemas.openxmlformats.org/drawingml/2006/main" prst="straightConnector1">
            <a:avLst/>
          </a:prstGeom>
          <a:ln xmlns:a="http://schemas.openxmlformats.org/drawingml/2006/main" w="5239">
            <a:solidFill>
              <a:srgbClr val="C5CED8"/>
            </a:solidFill>
            <a:prstDash val="solid"/>
          </a:ln>
        </p:spPr>
      </p:cxnSp>
      <p:cxnSp>
        <p:nvCxnSpPr>
          <p:cNvPr id="67" name="">
            <a:extLst xmlns:a="http://schemas.openxmlformats.org/drawingml/2006/main">
              <a:ext uri="{FF2B5EF4-FFF2-40B4-BE49-F238E27FC236}">
                <a16:creationId xmlns:a16="http://schemas.microsoft.com/office/drawing/2014/main" id="{284A248C-1A31-4719-92A2-4F84F8056C9E}"/>
              </a:ext>
            </a:extLst>
          </p:cNvPr>
          <p:cNvCxnSpPr>
            <a:stCxn xmlns:a="http://schemas.openxmlformats.org/drawingml/2006/main" id="24" idx="6"/>
            <a:endCxn xmlns:a="http://schemas.openxmlformats.org/drawingml/2006/main" id="36" idx="2"/>
          </p:cNvCxnSpPr>
          <p:nvPr/>
        </p:nvCxnSpPr>
        <p:spPr>
          <a:xfrm xmlns:a="http://schemas.openxmlformats.org/drawingml/2006/main">
            <a:off x="1562100" y="1819275"/>
            <a:ext cx="1628775" cy="561975"/>
          </a:xfrm>
          <a:prstGeom xmlns:a="http://schemas.openxmlformats.org/drawingml/2006/main" prst="straightConnector1">
            <a:avLst/>
          </a:prstGeom>
          <a:ln xmlns:a="http://schemas.openxmlformats.org/drawingml/2006/main" w="5239">
            <a:solidFill>
              <a:srgbClr val="C5CED8"/>
            </a:solidFill>
            <a:prstDash val="solid"/>
          </a:ln>
        </p:spPr>
      </p:cxnSp>
      <p:cxnSp>
        <p:nvCxnSpPr>
          <p:cNvPr id="66" name="">
            <a:extLst xmlns:a="http://schemas.openxmlformats.org/drawingml/2006/main">
              <a:ext uri="{FF2B5EF4-FFF2-40B4-BE49-F238E27FC236}">
                <a16:creationId xmlns:a16="http://schemas.microsoft.com/office/drawing/2014/main" id="{5FB6006A-88DF-40AD-82D1-32BCF6C3B612}"/>
              </a:ext>
            </a:extLst>
          </p:cNvPr>
          <p:cNvCxnSpPr>
            <a:stCxn xmlns:a="http://schemas.openxmlformats.org/drawingml/2006/main" id="24" idx="6"/>
            <a:endCxn xmlns:a="http://schemas.openxmlformats.org/drawingml/2006/main" id="35" idx="2"/>
          </p:cNvCxnSpPr>
          <p:nvPr/>
        </p:nvCxnSpPr>
        <p:spPr>
          <a:xfrm xmlns:a="http://schemas.openxmlformats.org/drawingml/2006/main">
            <a:off x="1562100" y="1819275"/>
            <a:ext cx="1628775" cy="352425"/>
          </a:xfrm>
          <a:prstGeom xmlns:a="http://schemas.openxmlformats.org/drawingml/2006/main" prst="straightConnector1">
            <a:avLst/>
          </a:prstGeom>
          <a:ln xmlns:a="http://schemas.openxmlformats.org/drawingml/2006/main" w="5239">
            <a:solidFill>
              <a:srgbClr val="C5CED8"/>
            </a:solidFill>
            <a:prstDash val="solid"/>
          </a:ln>
        </p:spPr>
      </p:cxnSp>
      <p:cxnSp>
        <p:nvCxnSpPr>
          <p:cNvPr id="65" name="">
            <a:extLst xmlns:a="http://schemas.openxmlformats.org/drawingml/2006/main">
              <a:ext uri="{FF2B5EF4-FFF2-40B4-BE49-F238E27FC236}">
                <a16:creationId xmlns:a16="http://schemas.microsoft.com/office/drawing/2014/main" id="{1447B3B5-E308-47C5-BA26-A6C4550933FD}"/>
              </a:ext>
            </a:extLst>
          </p:cNvPr>
          <p:cNvCxnSpPr>
            <a:stCxn xmlns:a="http://schemas.openxmlformats.org/drawingml/2006/main" id="24" idx="6"/>
            <a:endCxn xmlns:a="http://schemas.openxmlformats.org/drawingml/2006/main" id="34" idx="2"/>
          </p:cNvCxnSpPr>
          <p:nvPr/>
        </p:nvCxnSpPr>
        <p:spPr>
          <a:xfrm xmlns:a="http://schemas.openxmlformats.org/drawingml/2006/main">
            <a:off x="1562100" y="1819275"/>
            <a:ext cx="1628775" cy="142875"/>
          </a:xfrm>
          <a:prstGeom xmlns:a="http://schemas.openxmlformats.org/drawingml/2006/main" prst="straightConnector1">
            <a:avLst/>
          </a:prstGeom>
          <a:ln xmlns:a="http://schemas.openxmlformats.org/drawingml/2006/main" w="5239">
            <a:solidFill>
              <a:srgbClr val="C5CED8"/>
            </a:solidFill>
            <a:prstDash val="solid"/>
          </a:ln>
        </p:spPr>
      </p:cxnSp>
      <p:cxnSp>
        <p:nvCxnSpPr>
          <p:cNvPr id="64" name="">
            <a:extLst xmlns:a="http://schemas.openxmlformats.org/drawingml/2006/main">
              <a:ext uri="{FF2B5EF4-FFF2-40B4-BE49-F238E27FC236}">
                <a16:creationId xmlns:a16="http://schemas.microsoft.com/office/drawing/2014/main" id="{3741921B-A6D8-4FD5-BC77-B4DDB97FFF90}"/>
              </a:ext>
            </a:extLst>
          </p:cNvPr>
          <p:cNvCxnSpPr>
            <a:stCxn xmlns:a="http://schemas.openxmlformats.org/drawingml/2006/main" id="24" idx="6"/>
            <a:endCxn xmlns:a="http://schemas.openxmlformats.org/drawingml/2006/main" id="33" idx="2"/>
          </p:cNvCxnSpPr>
          <p:nvPr/>
        </p:nvCxnSpPr>
        <p:spPr>
          <a:xfrm xmlns:a="http://schemas.openxmlformats.org/drawingml/2006/main" flipV="1">
            <a:off x="1562100" y="1752600"/>
            <a:ext cx="1628775" cy="66675"/>
          </a:xfrm>
          <a:prstGeom xmlns:a="http://schemas.openxmlformats.org/drawingml/2006/main" prst="straightConnector1">
            <a:avLst/>
          </a:prstGeom>
          <a:ln xmlns:a="http://schemas.openxmlformats.org/drawingml/2006/main" w="5239">
            <a:solidFill>
              <a:srgbClr val="C5CED8"/>
            </a:solidFill>
            <a:prstDash val="solid"/>
          </a:ln>
        </p:spPr>
      </p:cxnSp>
      <p:sp>
        <p:nvSpPr>
          <p:cNvPr id="351" name="">
            <a:extLst xmlns:a="http://schemas.openxmlformats.org/drawingml/2006/main">
              <a:ext uri="{FF2B5EF4-FFF2-40B4-BE49-F238E27FC236}">
                <a16:creationId xmlns:a16="http://schemas.microsoft.com/office/drawing/2014/main" id="{98DC3900-E45D-40BB-BAA5-BF1315C2C32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E74D20-3BF3-4D8A-B23A-824ACA3AA960}"/>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9498B209-E54B-4324-9D14-8338E1E61016}"/>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4D9B59-FCAA-4253-94BC-D50E59853029}"/>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85BB22E1-E2AB-47DF-A975-E2F0BBC69214}"/>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4FFAE13-6C7E-42FE-B92B-F1FDEAC43504}"/>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A0D088A3-B556-4B4E-91B1-1636660F32C6}"/>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044A44D-0660-4B73-B19B-B3A6738E2C9F}"/>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76994571-06F4-4F66-ABCA-3A64BC075E2B}"/>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324EFA-916B-4BAD-A8B6-70E595550466}"/>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DA481588-6313-4A53-928F-FD5CBCE5BD9A}"/>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684734-2A45-402D-94E6-749485B2B53C}"/>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677EAFBC-557F-4228-ADFF-4182A8C063E6}"/>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CCD1694-745A-43BE-B692-5F4FF9C56374}"/>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7929783B-01A6-4F1B-B39E-62FB53F97FAE}"/>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The current recommendation model, layer by layer</a:t>
            </a:r>
          </a:p>
        </p:txBody>
      </p:sp>
      <p:sp>
        <p:nvSpPr>
          <p:cNvPr id="16" name="">
            <a:extLst xmlns:a="http://schemas.openxmlformats.org/drawingml/2006/main">
              <a:ext uri="{FF2B5EF4-FFF2-40B4-BE49-F238E27FC236}">
                <a16:creationId xmlns:a16="http://schemas.microsoft.com/office/drawing/2014/main" id="{0B4048C3-11B6-48FA-BBD4-14EB6057355D}"/>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06 · IMPLEMENTED DENSE RANKER · NOT A CNN</a:t>
            </a:r>
          </a:p>
        </p:txBody>
      </p:sp>
      <p:sp>
        <p:nvSpPr>
          <p:cNvPr id="17" name="">
            <a:extLst xmlns:a="http://schemas.openxmlformats.org/drawingml/2006/main">
              <a:ext uri="{FF2B5EF4-FFF2-40B4-BE49-F238E27FC236}">
                <a16:creationId xmlns:a16="http://schemas.microsoft.com/office/drawing/2014/main" id="{553516B8-B0B1-465B-8337-1625BB70A121}"/>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5DDAE8-213C-421A-9076-AC4BD8378EAE}"/>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79BB6-64F9-482E-ADCB-F50E63FC75FB}"/>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6A4E18B5-A295-4D90-A56B-C49297E8D83A}"/>
              </a:ext>
            </a:extLst>
          </p:cNvPr>
          <p:cNvPicPr>
            <a:picLocks xmlns:a="http://schemas.openxmlformats.org/drawingml/2006/main" noChangeAspect="1"/>
          </p:cNvPicPr>
          <p:nvPr/>
        </p:nvPicPr>
        <p:blipFill>
          <a:blip xmlns:r="http://schemas.openxmlformats.org/officeDocument/2006/relationships" xmlns:a="http://schemas.openxmlformats.org/drawingml/2006/main" r:embed="Rf9702b63d6de4973"/>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87501AF-9CBA-4802-A822-2AAD3DBA0DEB}"/>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6BDB1B94-2863-43EE-AD1A-F6DAD219A3F8}"/>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12 / 15</a:t>
            </a:r>
          </a:p>
        </p:txBody>
      </p:sp>
      <p:sp>
        <p:nvSpPr>
          <p:cNvPr id="23" name="">
            <a:extLst xmlns:a="http://schemas.openxmlformats.org/drawingml/2006/main">
              <a:ext uri="{FF2B5EF4-FFF2-40B4-BE49-F238E27FC236}">
                <a16:creationId xmlns:a16="http://schemas.microsoft.com/office/drawing/2014/main" id="{0E3FE862-891B-4DDA-B319-EFAAF1EA7D22}"/>
              </a:ext>
            </a:extLst>
          </p:cNvPr>
          <p:cNvSpPr>
            <a:spLocks xmlns:a="http://schemas.openxmlformats.org/drawingml/2006/main" noGrp="1"/>
          </p:cNvSpPr>
          <p:nvPr/>
        </p:nvSpPr>
        <p:spPr>
          <a:xfrm xmlns:a="http://schemas.openxmlformats.org/drawingml/2006/main">
            <a:off x="742950" y="114300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66666"/>
                </a:solidFill>
                <a:latin typeface="Times New Roman"/>
                <a:ea typeface="Times New Roman"/>
                <a:cs typeface="Times New Roman"/>
              </a:defRPr>
            </a:defPPr>
            <a:lvl1pPr algn="l">
              <a:defRPr sz="1200" b="0">
                <a:solidFill>
                  <a:srgbClr val="666666"/>
                </a:solidFill>
                <a:latin typeface="Times New Roman"/>
                <a:ea typeface="Times New Roman"/>
                <a:cs typeface="Times New Roman"/>
              </a:defRPr>
            </a:lvl1pPr>
            <a:lvl2pPr algn="l">
              <a:defRPr sz="1200" b="0">
                <a:solidFill>
                  <a:srgbClr val="666666"/>
                </a:solidFill>
                <a:latin typeface="Times New Roman"/>
                <a:ea typeface="Times New Roman"/>
                <a:cs typeface="Times New Roman"/>
              </a:defRPr>
            </a:lvl2pPr>
            <a:lvl3pPr algn="l">
              <a:defRPr sz="1200" b="0">
                <a:solidFill>
                  <a:srgbClr val="666666"/>
                </a:solidFill>
                <a:latin typeface="Times New Roman"/>
                <a:ea typeface="Times New Roman"/>
                <a:cs typeface="Times New Roman"/>
              </a:defRPr>
            </a:lvl3pPr>
            <a:lvl4pPr algn="l">
              <a:defRPr sz="1200" b="0">
                <a:solidFill>
                  <a:srgbClr val="666666"/>
                </a:solidFill>
                <a:latin typeface="Times New Roman"/>
                <a:ea typeface="Times New Roman"/>
                <a:cs typeface="Times New Roman"/>
              </a:defRPr>
            </a:lvl4pPr>
            <a:lvl5pPr algn="l">
              <a:defRPr sz="1200" b="0">
                <a:solidFill>
                  <a:srgbClr val="666666"/>
                </a:solidFill>
                <a:latin typeface="Times New Roman"/>
                <a:ea typeface="Times New Roman"/>
                <a:cs typeface="Times New Roman"/>
              </a:defRPr>
            </a:lvl5pPr>
            <a:lvl6pPr algn="l">
              <a:defRPr sz="1200" b="0">
                <a:solidFill>
                  <a:srgbClr val="666666"/>
                </a:solidFill>
                <a:latin typeface="Times New Roman"/>
                <a:ea typeface="Times New Roman"/>
                <a:cs typeface="Times New Roman"/>
              </a:defRPr>
            </a:lvl6pPr>
            <a:lvl7pPr algn="l">
              <a:defRPr sz="1200" b="0">
                <a:solidFill>
                  <a:srgbClr val="666666"/>
                </a:solidFill>
                <a:latin typeface="Times New Roman"/>
                <a:ea typeface="Times New Roman"/>
                <a:cs typeface="Times New Roman"/>
              </a:defRPr>
            </a:lvl7pPr>
            <a:lvl8pPr algn="l">
              <a:defRPr sz="1200" b="0">
                <a:solidFill>
                  <a:srgbClr val="666666"/>
                </a:solidFill>
                <a:latin typeface="Times New Roman"/>
                <a:ea typeface="Times New Roman"/>
                <a:cs typeface="Times New Roman"/>
              </a:defRPr>
            </a:lvl8pPr>
            <a:lvl9pPr algn="l">
              <a:defRPr sz="1200" b="0">
                <a:solidFill>
                  <a:srgbClr val="666666"/>
                </a:solidFill>
                <a:latin typeface="Times New Roman"/>
                <a:ea typeface="Times New Roman"/>
                <a:cs typeface="Times New Roman"/>
              </a:defRPr>
            </a:lvl9pPr>
          </a:lstStyle>
          <a:p xmlns:a="http://schemas.openxmlformats.org/drawingml/2006/main">
            <a:pPr algn="l">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A profile/job pair becomes a ranking score through the current dense network.</a:t>
            </a:r>
          </a:p>
        </p:txBody>
      </p:sp>
      <p:sp>
        <p:nvSpPr>
          <p:cNvPr id="24" name="">
            <a:extLst xmlns:a="http://schemas.openxmlformats.org/drawingml/2006/main">
              <a:ext uri="{FF2B5EF4-FFF2-40B4-BE49-F238E27FC236}">
                <a16:creationId xmlns:a16="http://schemas.microsoft.com/office/drawing/2014/main" id="{D4FDC65A-96BA-4ECE-BDBD-6A125D1D65AC}"/>
              </a:ext>
            </a:extLst>
          </p:cNvPr>
          <p:cNvSpPr>
            <a:spLocks xmlns:a="http://schemas.openxmlformats.org/drawingml/2006/main" noGrp="1"/>
          </p:cNvSpPr>
          <p:nvPr/>
        </p:nvSpPr>
        <p:spPr>
          <a:xfrm xmlns:a="http://schemas.openxmlformats.org/drawingml/2006/main">
            <a:off x="1428750" y="17526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6142DC97-1BD1-4388-8CBF-CF83E6252804}"/>
              </a:ext>
            </a:extLst>
          </p:cNvPr>
          <p:cNvSpPr>
            <a:spLocks xmlns:a="http://schemas.openxmlformats.org/drawingml/2006/main" noGrp="1"/>
          </p:cNvSpPr>
          <p:nvPr/>
        </p:nvSpPr>
        <p:spPr>
          <a:xfrm xmlns:a="http://schemas.openxmlformats.org/drawingml/2006/main">
            <a:off x="1428750" y="20764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A464AF9-0930-478B-AEAE-CCF56FF9EDC9}"/>
              </a:ext>
            </a:extLst>
          </p:cNvPr>
          <p:cNvSpPr>
            <a:spLocks xmlns:a="http://schemas.openxmlformats.org/drawingml/2006/main" noGrp="1"/>
          </p:cNvSpPr>
          <p:nvPr/>
        </p:nvSpPr>
        <p:spPr>
          <a:xfrm xmlns:a="http://schemas.openxmlformats.org/drawingml/2006/main">
            <a:off x="1428750" y="24003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C8617B4B-5A8E-4B9B-A64D-E15FB2F86605}"/>
              </a:ext>
            </a:extLst>
          </p:cNvPr>
          <p:cNvSpPr>
            <a:spLocks xmlns:a="http://schemas.openxmlformats.org/drawingml/2006/main" noGrp="1"/>
          </p:cNvSpPr>
          <p:nvPr/>
        </p:nvSpPr>
        <p:spPr>
          <a:xfrm xmlns:a="http://schemas.openxmlformats.org/drawingml/2006/main">
            <a:off x="1428750" y="27241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95EA283C-B25F-45ED-B455-ADDDB19FC876}"/>
              </a:ext>
            </a:extLst>
          </p:cNvPr>
          <p:cNvSpPr>
            <a:spLocks xmlns:a="http://schemas.openxmlformats.org/drawingml/2006/main" noGrp="1"/>
          </p:cNvSpPr>
          <p:nvPr/>
        </p:nvSpPr>
        <p:spPr>
          <a:xfrm xmlns:a="http://schemas.openxmlformats.org/drawingml/2006/main">
            <a:off x="1428750" y="30480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42FAF327-C50B-468C-A74F-9AFDCBA8F936}"/>
              </a:ext>
            </a:extLst>
          </p:cNvPr>
          <p:cNvSpPr>
            <a:spLocks xmlns:a="http://schemas.openxmlformats.org/drawingml/2006/main" noGrp="1"/>
          </p:cNvSpPr>
          <p:nvPr/>
        </p:nvSpPr>
        <p:spPr>
          <a:xfrm xmlns:a="http://schemas.openxmlformats.org/drawingml/2006/main">
            <a:off x="1428750" y="33718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9389E4E0-286F-4DCA-99A0-CB09CA5DEADC}"/>
              </a:ext>
            </a:extLst>
          </p:cNvPr>
          <p:cNvSpPr>
            <a:spLocks xmlns:a="http://schemas.openxmlformats.org/drawingml/2006/main" noGrp="1"/>
          </p:cNvSpPr>
          <p:nvPr/>
        </p:nvSpPr>
        <p:spPr>
          <a:xfrm xmlns:a="http://schemas.openxmlformats.org/drawingml/2006/main">
            <a:off x="1428750" y="36957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461CD9D5-7ADA-4D55-A6D2-57C63127636C}"/>
              </a:ext>
            </a:extLst>
          </p:cNvPr>
          <p:cNvSpPr>
            <a:spLocks xmlns:a="http://schemas.openxmlformats.org/drawingml/2006/main" noGrp="1"/>
          </p:cNvSpPr>
          <p:nvPr/>
        </p:nvSpPr>
        <p:spPr>
          <a:xfrm xmlns:a="http://schemas.openxmlformats.org/drawingml/2006/main">
            <a:off x="1428750" y="40195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2507327B-DBB7-4205-93A3-20B364B049A3}"/>
              </a:ext>
            </a:extLst>
          </p:cNvPr>
          <p:cNvSpPr>
            <a:spLocks xmlns:a="http://schemas.openxmlformats.org/drawingml/2006/main" noGrp="1"/>
          </p:cNvSpPr>
          <p:nvPr/>
        </p:nvSpPr>
        <p:spPr>
          <a:xfrm xmlns:a="http://schemas.openxmlformats.org/drawingml/2006/main">
            <a:off x="1428750" y="43434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C5C4317F-8A69-4B34-93B7-3E46D0452C36}"/>
              </a:ext>
            </a:extLst>
          </p:cNvPr>
          <p:cNvSpPr>
            <a:spLocks xmlns:a="http://schemas.openxmlformats.org/drawingml/2006/main" noGrp="1"/>
          </p:cNvSpPr>
          <p:nvPr/>
        </p:nvSpPr>
        <p:spPr>
          <a:xfrm xmlns:a="http://schemas.openxmlformats.org/drawingml/2006/main">
            <a:off x="3190875" y="16859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CD09A5A5-65B0-4CC8-B839-B6534150F0F7}"/>
              </a:ext>
            </a:extLst>
          </p:cNvPr>
          <p:cNvSpPr>
            <a:spLocks xmlns:a="http://schemas.openxmlformats.org/drawingml/2006/main" noGrp="1"/>
          </p:cNvSpPr>
          <p:nvPr/>
        </p:nvSpPr>
        <p:spPr>
          <a:xfrm xmlns:a="http://schemas.openxmlformats.org/drawingml/2006/main">
            <a:off x="3190875" y="18954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844D962-F65A-41AA-BD0E-03D131A65C07}"/>
              </a:ext>
            </a:extLst>
          </p:cNvPr>
          <p:cNvSpPr>
            <a:spLocks xmlns:a="http://schemas.openxmlformats.org/drawingml/2006/main" noGrp="1"/>
          </p:cNvSpPr>
          <p:nvPr/>
        </p:nvSpPr>
        <p:spPr>
          <a:xfrm xmlns:a="http://schemas.openxmlformats.org/drawingml/2006/main">
            <a:off x="3190875" y="21050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C6F3CC2D-7E86-4771-B6B1-07A3E8E6E23E}"/>
              </a:ext>
            </a:extLst>
          </p:cNvPr>
          <p:cNvSpPr>
            <a:spLocks xmlns:a="http://schemas.openxmlformats.org/drawingml/2006/main" noGrp="1"/>
          </p:cNvSpPr>
          <p:nvPr/>
        </p:nvSpPr>
        <p:spPr>
          <a:xfrm xmlns:a="http://schemas.openxmlformats.org/drawingml/2006/main">
            <a:off x="3190875" y="23145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DB01626F-68C1-4433-AB55-BE0A059D00FC}"/>
              </a:ext>
            </a:extLst>
          </p:cNvPr>
          <p:cNvSpPr>
            <a:spLocks xmlns:a="http://schemas.openxmlformats.org/drawingml/2006/main" noGrp="1"/>
          </p:cNvSpPr>
          <p:nvPr/>
        </p:nvSpPr>
        <p:spPr>
          <a:xfrm xmlns:a="http://schemas.openxmlformats.org/drawingml/2006/main">
            <a:off x="3190875" y="25241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8E3D99E9-89B4-4770-B8FE-BCF97F44DA7C}"/>
              </a:ext>
            </a:extLst>
          </p:cNvPr>
          <p:cNvSpPr>
            <a:spLocks xmlns:a="http://schemas.openxmlformats.org/drawingml/2006/main" noGrp="1"/>
          </p:cNvSpPr>
          <p:nvPr/>
        </p:nvSpPr>
        <p:spPr>
          <a:xfrm xmlns:a="http://schemas.openxmlformats.org/drawingml/2006/main">
            <a:off x="3190875" y="27336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FCABFC63-26C1-4027-942F-F03BDB212393}"/>
              </a:ext>
            </a:extLst>
          </p:cNvPr>
          <p:cNvSpPr>
            <a:spLocks xmlns:a="http://schemas.openxmlformats.org/drawingml/2006/main" noGrp="1"/>
          </p:cNvSpPr>
          <p:nvPr/>
        </p:nvSpPr>
        <p:spPr>
          <a:xfrm xmlns:a="http://schemas.openxmlformats.org/drawingml/2006/main">
            <a:off x="3190875" y="29432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6497AE60-9411-406C-856F-D1CB14A557E1}"/>
              </a:ext>
            </a:extLst>
          </p:cNvPr>
          <p:cNvSpPr>
            <a:spLocks xmlns:a="http://schemas.openxmlformats.org/drawingml/2006/main" noGrp="1"/>
          </p:cNvSpPr>
          <p:nvPr/>
        </p:nvSpPr>
        <p:spPr>
          <a:xfrm xmlns:a="http://schemas.openxmlformats.org/drawingml/2006/main">
            <a:off x="3190875" y="31527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C0B9536C-F21D-462E-892A-2BFC803CB027}"/>
              </a:ext>
            </a:extLst>
          </p:cNvPr>
          <p:cNvSpPr>
            <a:spLocks xmlns:a="http://schemas.openxmlformats.org/drawingml/2006/main" noGrp="1"/>
          </p:cNvSpPr>
          <p:nvPr/>
        </p:nvSpPr>
        <p:spPr>
          <a:xfrm xmlns:a="http://schemas.openxmlformats.org/drawingml/2006/main">
            <a:off x="3190875" y="33623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548B9B04-3DAB-4395-8F77-D5C9FF93D72A}"/>
              </a:ext>
            </a:extLst>
          </p:cNvPr>
          <p:cNvSpPr>
            <a:spLocks xmlns:a="http://schemas.openxmlformats.org/drawingml/2006/main" noGrp="1"/>
          </p:cNvSpPr>
          <p:nvPr/>
        </p:nvSpPr>
        <p:spPr>
          <a:xfrm xmlns:a="http://schemas.openxmlformats.org/drawingml/2006/main">
            <a:off x="3190875" y="35718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18491393-3DE0-498A-8928-C1DB9763BCAC}"/>
              </a:ext>
            </a:extLst>
          </p:cNvPr>
          <p:cNvSpPr>
            <a:spLocks xmlns:a="http://schemas.openxmlformats.org/drawingml/2006/main" noGrp="1"/>
          </p:cNvSpPr>
          <p:nvPr/>
        </p:nvSpPr>
        <p:spPr>
          <a:xfrm xmlns:a="http://schemas.openxmlformats.org/drawingml/2006/main">
            <a:off x="3190875" y="37814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4C06BA30-88E3-4C46-A172-A467241CEA25}"/>
              </a:ext>
            </a:extLst>
          </p:cNvPr>
          <p:cNvSpPr>
            <a:spLocks xmlns:a="http://schemas.openxmlformats.org/drawingml/2006/main" noGrp="1"/>
          </p:cNvSpPr>
          <p:nvPr/>
        </p:nvSpPr>
        <p:spPr>
          <a:xfrm xmlns:a="http://schemas.openxmlformats.org/drawingml/2006/main">
            <a:off x="3190875" y="39909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B457003-EB5F-48B6-848F-6CD4C49852D1}"/>
              </a:ext>
            </a:extLst>
          </p:cNvPr>
          <p:cNvSpPr>
            <a:spLocks xmlns:a="http://schemas.openxmlformats.org/drawingml/2006/main" noGrp="1"/>
          </p:cNvSpPr>
          <p:nvPr/>
        </p:nvSpPr>
        <p:spPr>
          <a:xfrm xmlns:a="http://schemas.openxmlformats.org/drawingml/2006/main">
            <a:off x="3190875" y="42005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1D9345CC-F70A-4726-84ED-834B60EA5107}"/>
              </a:ext>
            </a:extLst>
          </p:cNvPr>
          <p:cNvSpPr>
            <a:spLocks xmlns:a="http://schemas.openxmlformats.org/drawingml/2006/main" noGrp="1"/>
          </p:cNvSpPr>
          <p:nvPr/>
        </p:nvSpPr>
        <p:spPr>
          <a:xfrm xmlns:a="http://schemas.openxmlformats.org/drawingml/2006/main">
            <a:off x="3190875" y="44100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4AAD6351-1BE2-45BB-80D5-B0B7B5BC6287}"/>
              </a:ext>
            </a:extLst>
          </p:cNvPr>
          <p:cNvSpPr>
            <a:spLocks xmlns:a="http://schemas.openxmlformats.org/drawingml/2006/main" noGrp="1"/>
          </p:cNvSpPr>
          <p:nvPr/>
        </p:nvSpPr>
        <p:spPr>
          <a:xfrm xmlns:a="http://schemas.openxmlformats.org/drawingml/2006/main">
            <a:off x="4953000" y="17811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FBF2D244-B23A-4BEB-8163-8AE6CF696270}"/>
              </a:ext>
            </a:extLst>
          </p:cNvPr>
          <p:cNvSpPr>
            <a:spLocks xmlns:a="http://schemas.openxmlformats.org/drawingml/2006/main" noGrp="1"/>
          </p:cNvSpPr>
          <p:nvPr/>
        </p:nvSpPr>
        <p:spPr>
          <a:xfrm xmlns:a="http://schemas.openxmlformats.org/drawingml/2006/main">
            <a:off x="4953000" y="21431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32FBF013-3697-4A93-8B84-09D134F14761}"/>
              </a:ext>
            </a:extLst>
          </p:cNvPr>
          <p:cNvSpPr>
            <a:spLocks xmlns:a="http://schemas.openxmlformats.org/drawingml/2006/main" noGrp="1"/>
          </p:cNvSpPr>
          <p:nvPr/>
        </p:nvSpPr>
        <p:spPr>
          <a:xfrm xmlns:a="http://schemas.openxmlformats.org/drawingml/2006/main">
            <a:off x="4953000" y="25050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635CDF1E-711B-436E-AAE3-A962CE14333B}"/>
              </a:ext>
            </a:extLst>
          </p:cNvPr>
          <p:cNvSpPr>
            <a:spLocks xmlns:a="http://schemas.openxmlformats.org/drawingml/2006/main" noGrp="1"/>
          </p:cNvSpPr>
          <p:nvPr/>
        </p:nvSpPr>
        <p:spPr>
          <a:xfrm xmlns:a="http://schemas.openxmlformats.org/drawingml/2006/main">
            <a:off x="4953000" y="28670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1386A11D-EF2D-4209-8C19-0A0E4ACD150F}"/>
              </a:ext>
            </a:extLst>
          </p:cNvPr>
          <p:cNvSpPr>
            <a:spLocks xmlns:a="http://schemas.openxmlformats.org/drawingml/2006/main" noGrp="1"/>
          </p:cNvSpPr>
          <p:nvPr/>
        </p:nvSpPr>
        <p:spPr>
          <a:xfrm xmlns:a="http://schemas.openxmlformats.org/drawingml/2006/main">
            <a:off x="4953000" y="32289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2BB73A32-D53F-492D-AC0E-6BC08FE1F8D5}"/>
              </a:ext>
            </a:extLst>
          </p:cNvPr>
          <p:cNvSpPr>
            <a:spLocks xmlns:a="http://schemas.openxmlformats.org/drawingml/2006/main" noGrp="1"/>
          </p:cNvSpPr>
          <p:nvPr/>
        </p:nvSpPr>
        <p:spPr>
          <a:xfrm xmlns:a="http://schemas.openxmlformats.org/drawingml/2006/main">
            <a:off x="4953000" y="35909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C1938FB4-7D00-4049-99F2-9E096399EFB8}"/>
              </a:ext>
            </a:extLst>
          </p:cNvPr>
          <p:cNvSpPr>
            <a:spLocks xmlns:a="http://schemas.openxmlformats.org/drawingml/2006/main" noGrp="1"/>
          </p:cNvSpPr>
          <p:nvPr/>
        </p:nvSpPr>
        <p:spPr>
          <a:xfrm xmlns:a="http://schemas.openxmlformats.org/drawingml/2006/main">
            <a:off x="4953000" y="39528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54" name="">
            <a:extLst xmlns:a="http://schemas.openxmlformats.org/drawingml/2006/main">
              <a:ext uri="{FF2B5EF4-FFF2-40B4-BE49-F238E27FC236}">
                <a16:creationId xmlns:a16="http://schemas.microsoft.com/office/drawing/2014/main" id="{564A19B3-4A15-463C-BD62-D776BEA4FCD3}"/>
              </a:ext>
            </a:extLst>
          </p:cNvPr>
          <p:cNvSpPr>
            <a:spLocks xmlns:a="http://schemas.openxmlformats.org/drawingml/2006/main" noGrp="1"/>
          </p:cNvSpPr>
          <p:nvPr/>
        </p:nvSpPr>
        <p:spPr>
          <a:xfrm xmlns:a="http://schemas.openxmlformats.org/drawingml/2006/main">
            <a:off x="4953000" y="43148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55" name="">
            <a:extLst xmlns:a="http://schemas.openxmlformats.org/drawingml/2006/main">
              <a:ext uri="{FF2B5EF4-FFF2-40B4-BE49-F238E27FC236}">
                <a16:creationId xmlns:a16="http://schemas.microsoft.com/office/drawing/2014/main" id="{9ABB5D16-B37A-445A-A849-3CBBDB75A645}"/>
              </a:ext>
            </a:extLst>
          </p:cNvPr>
          <p:cNvSpPr>
            <a:spLocks xmlns:a="http://schemas.openxmlformats.org/drawingml/2006/main" noGrp="1"/>
          </p:cNvSpPr>
          <p:nvPr/>
        </p:nvSpPr>
        <p:spPr>
          <a:xfrm xmlns:a="http://schemas.openxmlformats.org/drawingml/2006/main">
            <a:off x="6667500" y="3048000"/>
            <a:ext cx="133350" cy="133350"/>
          </a:xfrm>
          <a:prstGeom xmlns:a="http://schemas.openxmlformats.org/drawingml/2006/main" prst="ellipse">
            <a:avLst/>
          </a:prstGeom>
          <a:solidFill xmlns:a="http://schemas.openxmlformats.org/drawingml/2006/main">
            <a:srgbClr val="6737C8"/>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DFEA62EA-C065-459B-BD1D-EC0A2F1EBE65}"/>
              </a:ext>
            </a:extLst>
          </p:cNvPr>
          <p:cNvSpPr>
            <a:spLocks xmlns:a="http://schemas.openxmlformats.org/drawingml/2006/main" noGrp="1"/>
          </p:cNvSpPr>
          <p:nvPr/>
        </p:nvSpPr>
        <p:spPr>
          <a:xfrm xmlns:a="http://schemas.openxmlformats.org/drawingml/2006/main">
            <a:off x="1057275" y="1390650"/>
            <a:ext cx="87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9 INPUTS</a:t>
            </a:r>
          </a:p>
        </p:txBody>
      </p:sp>
      <p:sp>
        <p:nvSpPr>
          <p:cNvPr id="57" name="">
            <a:extLst xmlns:a="http://schemas.openxmlformats.org/drawingml/2006/main">
              <a:ext uri="{FF2B5EF4-FFF2-40B4-BE49-F238E27FC236}">
                <a16:creationId xmlns:a16="http://schemas.microsoft.com/office/drawing/2014/main" id="{F35756BE-DDB0-412B-8CA1-9D2B4EE8840F}"/>
              </a:ext>
            </a:extLst>
          </p:cNvPr>
          <p:cNvSpPr>
            <a:spLocks xmlns:a="http://schemas.openxmlformats.org/drawingml/2006/main" noGrp="1"/>
          </p:cNvSpPr>
          <p:nvPr/>
        </p:nvSpPr>
        <p:spPr>
          <a:xfrm xmlns:a="http://schemas.openxmlformats.org/drawingml/2006/main">
            <a:off x="971550" y="1581150"/>
            <a:ext cx="1047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25" b="0">
                <a:solidFill>
                  <a:srgbClr val="666666"/>
                </a:solidFill>
                <a:latin typeface="Times New Roman"/>
                <a:ea typeface="Times New Roman"/>
                <a:cs typeface="Times New Roman"/>
              </a:defRPr>
            </a:defPPr>
            <a:lvl1pPr algn="ctr">
              <a:defRPr sz="825" b="0">
                <a:solidFill>
                  <a:srgbClr val="666666"/>
                </a:solidFill>
                <a:latin typeface="Times New Roman"/>
                <a:ea typeface="Times New Roman"/>
                <a:cs typeface="Times New Roman"/>
              </a:defRPr>
            </a:lvl1pPr>
            <a:lvl2pPr algn="ctr">
              <a:defRPr sz="825" b="0">
                <a:solidFill>
                  <a:srgbClr val="666666"/>
                </a:solidFill>
                <a:latin typeface="Times New Roman"/>
                <a:ea typeface="Times New Roman"/>
                <a:cs typeface="Times New Roman"/>
              </a:defRPr>
            </a:lvl2pPr>
            <a:lvl3pPr algn="ctr">
              <a:defRPr sz="825" b="0">
                <a:solidFill>
                  <a:srgbClr val="666666"/>
                </a:solidFill>
                <a:latin typeface="Times New Roman"/>
                <a:ea typeface="Times New Roman"/>
                <a:cs typeface="Times New Roman"/>
              </a:defRPr>
            </a:lvl3pPr>
            <a:lvl4pPr algn="ctr">
              <a:defRPr sz="825" b="0">
                <a:solidFill>
                  <a:srgbClr val="666666"/>
                </a:solidFill>
                <a:latin typeface="Times New Roman"/>
                <a:ea typeface="Times New Roman"/>
                <a:cs typeface="Times New Roman"/>
              </a:defRPr>
            </a:lvl4pPr>
            <a:lvl5pPr algn="ctr">
              <a:defRPr sz="825" b="0">
                <a:solidFill>
                  <a:srgbClr val="666666"/>
                </a:solidFill>
                <a:latin typeface="Times New Roman"/>
                <a:ea typeface="Times New Roman"/>
                <a:cs typeface="Times New Roman"/>
              </a:defRPr>
            </a:lvl5pPr>
            <a:lvl6pPr algn="ctr">
              <a:defRPr sz="825" b="0">
                <a:solidFill>
                  <a:srgbClr val="666666"/>
                </a:solidFill>
                <a:latin typeface="Times New Roman"/>
                <a:ea typeface="Times New Roman"/>
                <a:cs typeface="Times New Roman"/>
              </a:defRPr>
            </a:lvl6pPr>
            <a:lvl7pPr algn="ctr">
              <a:defRPr sz="825" b="0">
                <a:solidFill>
                  <a:srgbClr val="666666"/>
                </a:solidFill>
                <a:latin typeface="Times New Roman"/>
                <a:ea typeface="Times New Roman"/>
                <a:cs typeface="Times New Roman"/>
              </a:defRPr>
            </a:lvl7pPr>
            <a:lvl8pPr algn="ctr">
              <a:defRPr sz="825" b="0">
                <a:solidFill>
                  <a:srgbClr val="666666"/>
                </a:solidFill>
                <a:latin typeface="Times New Roman"/>
                <a:ea typeface="Times New Roman"/>
                <a:cs typeface="Times New Roman"/>
              </a:defRPr>
            </a:lvl8pPr>
            <a:lvl9pPr algn="ctr">
              <a:defRPr sz="825" b="0">
                <a:solidFill>
                  <a:srgbClr val="666666"/>
                </a:solidFill>
                <a:latin typeface="Times New Roman"/>
                <a:ea typeface="Times New Roman"/>
                <a:cs typeface="Times New Roman"/>
              </a:defRPr>
            </a:lvl9pPr>
          </a:lstStyle>
          <a:p xmlns:a="http://schemas.openxmlformats.org/drawingml/2006/main">
            <a:pPr algn="ctr">
              <a:defRPr sz="825" b="0">
                <a:solidFill>
                  <a:srgbClr val="666666"/>
                </a:solidFill>
                <a:latin typeface="Times New Roman"/>
                <a:ea typeface="Times New Roman"/>
                <a:cs typeface="Times New Roman"/>
              </a:defRPr>
            </a:pPr>
            <a:r>
              <a:rPr sz="825" b="0">
                <a:solidFill>
                  <a:srgbClr val="666666"/>
                </a:solidFill>
                <a:latin typeface="Times New Roman"/>
                <a:ea typeface="Times New Roman"/>
                <a:cs typeface="Times New Roman"/>
              </a:rPr>
              <a:t>Profile + listing</a:t>
            </a:r>
          </a:p>
        </p:txBody>
      </p:sp>
      <p:sp>
        <p:nvSpPr>
          <p:cNvPr id="58" name="">
            <a:extLst xmlns:a="http://schemas.openxmlformats.org/drawingml/2006/main">
              <a:ext uri="{FF2B5EF4-FFF2-40B4-BE49-F238E27FC236}">
                <a16:creationId xmlns:a16="http://schemas.microsoft.com/office/drawing/2014/main" id="{06C3060F-F9B5-4F37-A8E7-83741BD35A20}"/>
              </a:ext>
            </a:extLst>
          </p:cNvPr>
          <p:cNvSpPr>
            <a:spLocks xmlns:a="http://schemas.openxmlformats.org/drawingml/2006/main" noGrp="1"/>
          </p:cNvSpPr>
          <p:nvPr/>
        </p:nvSpPr>
        <p:spPr>
          <a:xfrm xmlns:a="http://schemas.openxmlformats.org/drawingml/2006/main">
            <a:off x="2819400" y="1390650"/>
            <a:ext cx="87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DENSE</a:t>
            </a:r>
          </a:p>
        </p:txBody>
      </p:sp>
      <p:sp>
        <p:nvSpPr>
          <p:cNvPr id="59" name="">
            <a:extLst xmlns:a="http://schemas.openxmlformats.org/drawingml/2006/main">
              <a:ext uri="{FF2B5EF4-FFF2-40B4-BE49-F238E27FC236}">
                <a16:creationId xmlns:a16="http://schemas.microsoft.com/office/drawing/2014/main" id="{D5CB40C4-668B-4B21-BF78-EAA322F96636}"/>
              </a:ext>
            </a:extLst>
          </p:cNvPr>
          <p:cNvSpPr>
            <a:spLocks xmlns:a="http://schemas.openxmlformats.org/drawingml/2006/main" noGrp="1"/>
          </p:cNvSpPr>
          <p:nvPr/>
        </p:nvSpPr>
        <p:spPr>
          <a:xfrm xmlns:a="http://schemas.openxmlformats.org/drawingml/2006/main">
            <a:off x="2733675" y="1581150"/>
            <a:ext cx="1047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25" b="0">
                <a:solidFill>
                  <a:srgbClr val="666666"/>
                </a:solidFill>
                <a:latin typeface="Times New Roman"/>
                <a:ea typeface="Times New Roman"/>
                <a:cs typeface="Times New Roman"/>
              </a:defRPr>
            </a:defPPr>
            <a:lvl1pPr algn="ctr">
              <a:defRPr sz="825" b="0">
                <a:solidFill>
                  <a:srgbClr val="666666"/>
                </a:solidFill>
                <a:latin typeface="Times New Roman"/>
                <a:ea typeface="Times New Roman"/>
                <a:cs typeface="Times New Roman"/>
              </a:defRPr>
            </a:lvl1pPr>
            <a:lvl2pPr algn="ctr">
              <a:defRPr sz="825" b="0">
                <a:solidFill>
                  <a:srgbClr val="666666"/>
                </a:solidFill>
                <a:latin typeface="Times New Roman"/>
                <a:ea typeface="Times New Roman"/>
                <a:cs typeface="Times New Roman"/>
              </a:defRPr>
            </a:lvl2pPr>
            <a:lvl3pPr algn="ctr">
              <a:defRPr sz="825" b="0">
                <a:solidFill>
                  <a:srgbClr val="666666"/>
                </a:solidFill>
                <a:latin typeface="Times New Roman"/>
                <a:ea typeface="Times New Roman"/>
                <a:cs typeface="Times New Roman"/>
              </a:defRPr>
            </a:lvl3pPr>
            <a:lvl4pPr algn="ctr">
              <a:defRPr sz="825" b="0">
                <a:solidFill>
                  <a:srgbClr val="666666"/>
                </a:solidFill>
                <a:latin typeface="Times New Roman"/>
                <a:ea typeface="Times New Roman"/>
                <a:cs typeface="Times New Roman"/>
              </a:defRPr>
            </a:lvl4pPr>
            <a:lvl5pPr algn="ctr">
              <a:defRPr sz="825" b="0">
                <a:solidFill>
                  <a:srgbClr val="666666"/>
                </a:solidFill>
                <a:latin typeface="Times New Roman"/>
                <a:ea typeface="Times New Roman"/>
                <a:cs typeface="Times New Roman"/>
              </a:defRPr>
            </a:lvl5pPr>
            <a:lvl6pPr algn="ctr">
              <a:defRPr sz="825" b="0">
                <a:solidFill>
                  <a:srgbClr val="666666"/>
                </a:solidFill>
                <a:latin typeface="Times New Roman"/>
                <a:ea typeface="Times New Roman"/>
                <a:cs typeface="Times New Roman"/>
              </a:defRPr>
            </a:lvl6pPr>
            <a:lvl7pPr algn="ctr">
              <a:defRPr sz="825" b="0">
                <a:solidFill>
                  <a:srgbClr val="666666"/>
                </a:solidFill>
                <a:latin typeface="Times New Roman"/>
                <a:ea typeface="Times New Roman"/>
                <a:cs typeface="Times New Roman"/>
              </a:defRPr>
            </a:lvl7pPr>
            <a:lvl8pPr algn="ctr">
              <a:defRPr sz="825" b="0">
                <a:solidFill>
                  <a:srgbClr val="666666"/>
                </a:solidFill>
                <a:latin typeface="Times New Roman"/>
                <a:ea typeface="Times New Roman"/>
                <a:cs typeface="Times New Roman"/>
              </a:defRPr>
            </a:lvl8pPr>
            <a:lvl9pPr algn="ctr">
              <a:defRPr sz="825" b="0">
                <a:solidFill>
                  <a:srgbClr val="666666"/>
                </a:solidFill>
                <a:latin typeface="Times New Roman"/>
                <a:ea typeface="Times New Roman"/>
                <a:cs typeface="Times New Roman"/>
              </a:defRPr>
            </a:lvl9pPr>
          </a:lstStyle>
          <a:p xmlns:a="http://schemas.openxmlformats.org/drawingml/2006/main">
            <a:pPr algn="ctr">
              <a:defRPr sz="825" b="0">
                <a:solidFill>
                  <a:srgbClr val="666666"/>
                </a:solidFill>
                <a:latin typeface="Times New Roman"/>
                <a:ea typeface="Times New Roman"/>
                <a:cs typeface="Times New Roman"/>
              </a:defRPr>
            </a:pPr>
            <a:r>
              <a:rPr sz="825" b="0">
                <a:solidFill>
                  <a:srgbClr val="666666"/>
                </a:solidFill>
                <a:latin typeface="Times New Roman"/>
                <a:ea typeface="Times New Roman"/>
                <a:cs typeface="Times New Roman"/>
              </a:rPr>
              <a:t>14 units</a:t>
            </a:r>
          </a:p>
        </p:txBody>
      </p:sp>
      <p:sp>
        <p:nvSpPr>
          <p:cNvPr id="60" name="">
            <a:extLst xmlns:a="http://schemas.openxmlformats.org/drawingml/2006/main">
              <a:ext uri="{FF2B5EF4-FFF2-40B4-BE49-F238E27FC236}">
                <a16:creationId xmlns:a16="http://schemas.microsoft.com/office/drawing/2014/main" id="{5CAF846F-4374-48C1-BE96-7EE303B8CB94}"/>
              </a:ext>
            </a:extLst>
          </p:cNvPr>
          <p:cNvSpPr>
            <a:spLocks xmlns:a="http://schemas.openxmlformats.org/drawingml/2006/main" noGrp="1"/>
          </p:cNvSpPr>
          <p:nvPr/>
        </p:nvSpPr>
        <p:spPr>
          <a:xfrm xmlns:a="http://schemas.openxmlformats.org/drawingml/2006/main">
            <a:off x="4581525" y="1390650"/>
            <a:ext cx="87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DENSE</a:t>
            </a:r>
          </a:p>
        </p:txBody>
      </p:sp>
      <p:sp>
        <p:nvSpPr>
          <p:cNvPr id="61" name="">
            <a:extLst xmlns:a="http://schemas.openxmlformats.org/drawingml/2006/main">
              <a:ext uri="{FF2B5EF4-FFF2-40B4-BE49-F238E27FC236}">
                <a16:creationId xmlns:a16="http://schemas.microsoft.com/office/drawing/2014/main" id="{DD170F08-6916-43A0-A429-472963F3BF4A}"/>
              </a:ext>
            </a:extLst>
          </p:cNvPr>
          <p:cNvSpPr>
            <a:spLocks xmlns:a="http://schemas.openxmlformats.org/drawingml/2006/main" noGrp="1"/>
          </p:cNvSpPr>
          <p:nvPr/>
        </p:nvSpPr>
        <p:spPr>
          <a:xfrm xmlns:a="http://schemas.openxmlformats.org/drawingml/2006/main">
            <a:off x="4495800" y="1581150"/>
            <a:ext cx="1047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25" b="0">
                <a:solidFill>
                  <a:srgbClr val="666666"/>
                </a:solidFill>
                <a:latin typeface="Times New Roman"/>
                <a:ea typeface="Times New Roman"/>
                <a:cs typeface="Times New Roman"/>
              </a:defRPr>
            </a:defPPr>
            <a:lvl1pPr algn="ctr">
              <a:defRPr sz="825" b="0">
                <a:solidFill>
                  <a:srgbClr val="666666"/>
                </a:solidFill>
                <a:latin typeface="Times New Roman"/>
                <a:ea typeface="Times New Roman"/>
                <a:cs typeface="Times New Roman"/>
              </a:defRPr>
            </a:lvl1pPr>
            <a:lvl2pPr algn="ctr">
              <a:defRPr sz="825" b="0">
                <a:solidFill>
                  <a:srgbClr val="666666"/>
                </a:solidFill>
                <a:latin typeface="Times New Roman"/>
                <a:ea typeface="Times New Roman"/>
                <a:cs typeface="Times New Roman"/>
              </a:defRPr>
            </a:lvl2pPr>
            <a:lvl3pPr algn="ctr">
              <a:defRPr sz="825" b="0">
                <a:solidFill>
                  <a:srgbClr val="666666"/>
                </a:solidFill>
                <a:latin typeface="Times New Roman"/>
                <a:ea typeface="Times New Roman"/>
                <a:cs typeface="Times New Roman"/>
              </a:defRPr>
            </a:lvl3pPr>
            <a:lvl4pPr algn="ctr">
              <a:defRPr sz="825" b="0">
                <a:solidFill>
                  <a:srgbClr val="666666"/>
                </a:solidFill>
                <a:latin typeface="Times New Roman"/>
                <a:ea typeface="Times New Roman"/>
                <a:cs typeface="Times New Roman"/>
              </a:defRPr>
            </a:lvl4pPr>
            <a:lvl5pPr algn="ctr">
              <a:defRPr sz="825" b="0">
                <a:solidFill>
                  <a:srgbClr val="666666"/>
                </a:solidFill>
                <a:latin typeface="Times New Roman"/>
                <a:ea typeface="Times New Roman"/>
                <a:cs typeface="Times New Roman"/>
              </a:defRPr>
            </a:lvl5pPr>
            <a:lvl6pPr algn="ctr">
              <a:defRPr sz="825" b="0">
                <a:solidFill>
                  <a:srgbClr val="666666"/>
                </a:solidFill>
                <a:latin typeface="Times New Roman"/>
                <a:ea typeface="Times New Roman"/>
                <a:cs typeface="Times New Roman"/>
              </a:defRPr>
            </a:lvl6pPr>
            <a:lvl7pPr algn="ctr">
              <a:defRPr sz="825" b="0">
                <a:solidFill>
                  <a:srgbClr val="666666"/>
                </a:solidFill>
                <a:latin typeface="Times New Roman"/>
                <a:ea typeface="Times New Roman"/>
                <a:cs typeface="Times New Roman"/>
              </a:defRPr>
            </a:lvl7pPr>
            <a:lvl8pPr algn="ctr">
              <a:defRPr sz="825" b="0">
                <a:solidFill>
                  <a:srgbClr val="666666"/>
                </a:solidFill>
                <a:latin typeface="Times New Roman"/>
                <a:ea typeface="Times New Roman"/>
                <a:cs typeface="Times New Roman"/>
              </a:defRPr>
            </a:lvl8pPr>
            <a:lvl9pPr algn="ctr">
              <a:defRPr sz="825" b="0">
                <a:solidFill>
                  <a:srgbClr val="666666"/>
                </a:solidFill>
                <a:latin typeface="Times New Roman"/>
                <a:ea typeface="Times New Roman"/>
                <a:cs typeface="Times New Roman"/>
              </a:defRPr>
            </a:lvl9pPr>
          </a:lstStyle>
          <a:p xmlns:a="http://schemas.openxmlformats.org/drawingml/2006/main">
            <a:pPr algn="ctr">
              <a:defRPr sz="825" b="0">
                <a:solidFill>
                  <a:srgbClr val="666666"/>
                </a:solidFill>
                <a:latin typeface="Times New Roman"/>
                <a:ea typeface="Times New Roman"/>
                <a:cs typeface="Times New Roman"/>
              </a:defRPr>
            </a:pPr>
            <a:r>
              <a:rPr sz="825" b="0">
                <a:solidFill>
                  <a:srgbClr val="666666"/>
                </a:solidFill>
                <a:latin typeface="Times New Roman"/>
                <a:ea typeface="Times New Roman"/>
                <a:cs typeface="Times New Roman"/>
              </a:rPr>
              <a:t>8 units</a:t>
            </a:r>
          </a:p>
        </p:txBody>
      </p:sp>
      <p:sp>
        <p:nvSpPr>
          <p:cNvPr id="62" name="">
            <a:extLst xmlns:a="http://schemas.openxmlformats.org/drawingml/2006/main">
              <a:ext uri="{FF2B5EF4-FFF2-40B4-BE49-F238E27FC236}">
                <a16:creationId xmlns:a16="http://schemas.microsoft.com/office/drawing/2014/main" id="{FE3CC350-503B-4506-9B27-7F29B0592284}"/>
              </a:ext>
            </a:extLst>
          </p:cNvPr>
          <p:cNvSpPr>
            <a:spLocks xmlns:a="http://schemas.openxmlformats.org/drawingml/2006/main" noGrp="1"/>
          </p:cNvSpPr>
          <p:nvPr/>
        </p:nvSpPr>
        <p:spPr>
          <a:xfrm xmlns:a="http://schemas.openxmlformats.org/drawingml/2006/main">
            <a:off x="6296025" y="1390650"/>
            <a:ext cx="87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1 SCORE</a:t>
            </a:r>
          </a:p>
        </p:txBody>
      </p:sp>
      <p:sp>
        <p:nvSpPr>
          <p:cNvPr id="63" name="">
            <a:extLst xmlns:a="http://schemas.openxmlformats.org/drawingml/2006/main">
              <a:ext uri="{FF2B5EF4-FFF2-40B4-BE49-F238E27FC236}">
                <a16:creationId xmlns:a16="http://schemas.microsoft.com/office/drawing/2014/main" id="{3C2255CA-7617-48DA-9F0A-7BCD0C9FEF65}"/>
              </a:ext>
            </a:extLst>
          </p:cNvPr>
          <p:cNvSpPr>
            <a:spLocks xmlns:a="http://schemas.openxmlformats.org/drawingml/2006/main" noGrp="1"/>
          </p:cNvSpPr>
          <p:nvPr/>
        </p:nvSpPr>
        <p:spPr>
          <a:xfrm xmlns:a="http://schemas.openxmlformats.org/drawingml/2006/main">
            <a:off x="6210300" y="1581150"/>
            <a:ext cx="1047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825" b="0">
                <a:solidFill>
                  <a:srgbClr val="666666"/>
                </a:solidFill>
                <a:latin typeface="Times New Roman"/>
                <a:ea typeface="Times New Roman"/>
                <a:cs typeface="Times New Roman"/>
              </a:defRPr>
            </a:defPPr>
            <a:lvl1pPr algn="ctr">
              <a:defRPr sz="825" b="0">
                <a:solidFill>
                  <a:srgbClr val="666666"/>
                </a:solidFill>
                <a:latin typeface="Times New Roman"/>
                <a:ea typeface="Times New Roman"/>
                <a:cs typeface="Times New Roman"/>
              </a:defRPr>
            </a:lvl1pPr>
            <a:lvl2pPr algn="ctr">
              <a:defRPr sz="825" b="0">
                <a:solidFill>
                  <a:srgbClr val="666666"/>
                </a:solidFill>
                <a:latin typeface="Times New Roman"/>
                <a:ea typeface="Times New Roman"/>
                <a:cs typeface="Times New Roman"/>
              </a:defRPr>
            </a:lvl2pPr>
            <a:lvl3pPr algn="ctr">
              <a:defRPr sz="825" b="0">
                <a:solidFill>
                  <a:srgbClr val="666666"/>
                </a:solidFill>
                <a:latin typeface="Times New Roman"/>
                <a:ea typeface="Times New Roman"/>
                <a:cs typeface="Times New Roman"/>
              </a:defRPr>
            </a:lvl3pPr>
            <a:lvl4pPr algn="ctr">
              <a:defRPr sz="825" b="0">
                <a:solidFill>
                  <a:srgbClr val="666666"/>
                </a:solidFill>
                <a:latin typeface="Times New Roman"/>
                <a:ea typeface="Times New Roman"/>
                <a:cs typeface="Times New Roman"/>
              </a:defRPr>
            </a:lvl4pPr>
            <a:lvl5pPr algn="ctr">
              <a:defRPr sz="825" b="0">
                <a:solidFill>
                  <a:srgbClr val="666666"/>
                </a:solidFill>
                <a:latin typeface="Times New Roman"/>
                <a:ea typeface="Times New Roman"/>
                <a:cs typeface="Times New Roman"/>
              </a:defRPr>
            </a:lvl5pPr>
            <a:lvl6pPr algn="ctr">
              <a:defRPr sz="825" b="0">
                <a:solidFill>
                  <a:srgbClr val="666666"/>
                </a:solidFill>
                <a:latin typeface="Times New Roman"/>
                <a:ea typeface="Times New Roman"/>
                <a:cs typeface="Times New Roman"/>
              </a:defRPr>
            </a:lvl6pPr>
            <a:lvl7pPr algn="ctr">
              <a:defRPr sz="825" b="0">
                <a:solidFill>
                  <a:srgbClr val="666666"/>
                </a:solidFill>
                <a:latin typeface="Times New Roman"/>
                <a:ea typeface="Times New Roman"/>
                <a:cs typeface="Times New Roman"/>
              </a:defRPr>
            </a:lvl7pPr>
            <a:lvl8pPr algn="ctr">
              <a:defRPr sz="825" b="0">
                <a:solidFill>
                  <a:srgbClr val="666666"/>
                </a:solidFill>
                <a:latin typeface="Times New Roman"/>
                <a:ea typeface="Times New Roman"/>
                <a:cs typeface="Times New Roman"/>
              </a:defRPr>
            </a:lvl8pPr>
            <a:lvl9pPr algn="ctr">
              <a:defRPr sz="825" b="0">
                <a:solidFill>
                  <a:srgbClr val="666666"/>
                </a:solidFill>
                <a:latin typeface="Times New Roman"/>
                <a:ea typeface="Times New Roman"/>
                <a:cs typeface="Times New Roman"/>
              </a:defRPr>
            </a:lvl9pPr>
          </a:lstStyle>
          <a:p xmlns:a="http://schemas.openxmlformats.org/drawingml/2006/main">
            <a:pPr algn="ctr">
              <a:defRPr sz="825" b="0">
                <a:solidFill>
                  <a:srgbClr val="666666"/>
                </a:solidFill>
                <a:latin typeface="Times New Roman"/>
                <a:ea typeface="Times New Roman"/>
                <a:cs typeface="Times New Roman"/>
              </a:defRPr>
            </a:pPr>
            <a:r>
              <a:rPr sz="825" b="0">
                <a:solidFill>
                  <a:srgbClr val="666666"/>
                </a:solidFill>
                <a:latin typeface="Times New Roman"/>
                <a:ea typeface="Times New Roman"/>
                <a:cs typeface="Times New Roman"/>
              </a:rPr>
              <a:t>0–100 rank</a:t>
            </a:r>
          </a:p>
        </p:txBody>
      </p:sp>
      <p:sp>
        <p:nvSpPr>
          <p:cNvPr id="310" name="">
            <a:extLst xmlns:a="http://schemas.openxmlformats.org/drawingml/2006/main">
              <a:ext uri="{FF2B5EF4-FFF2-40B4-BE49-F238E27FC236}">
                <a16:creationId xmlns:a16="http://schemas.microsoft.com/office/drawing/2014/main" id="{C9212A93-27FF-4043-9D68-251686CBB583}"/>
              </a:ext>
            </a:extLst>
          </p:cNvPr>
          <p:cNvSpPr>
            <a:spLocks xmlns:a="http://schemas.openxmlformats.org/drawingml/2006/main" noGrp="1"/>
          </p:cNvSpPr>
          <p:nvPr/>
        </p:nvSpPr>
        <p:spPr>
          <a:xfrm xmlns:a="http://schemas.openxmlformats.org/drawingml/2006/main">
            <a:off x="1428750" y="17526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1" name="">
            <a:extLst xmlns:a="http://schemas.openxmlformats.org/drawingml/2006/main">
              <a:ext uri="{FF2B5EF4-FFF2-40B4-BE49-F238E27FC236}">
                <a16:creationId xmlns:a16="http://schemas.microsoft.com/office/drawing/2014/main" id="{CC0B164D-1179-40B6-9561-E6BAB91A2336}"/>
              </a:ext>
            </a:extLst>
          </p:cNvPr>
          <p:cNvSpPr>
            <a:spLocks xmlns:a="http://schemas.openxmlformats.org/drawingml/2006/main" noGrp="1"/>
          </p:cNvSpPr>
          <p:nvPr/>
        </p:nvSpPr>
        <p:spPr>
          <a:xfrm xmlns:a="http://schemas.openxmlformats.org/drawingml/2006/main">
            <a:off x="1428750" y="20764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2" name="">
            <a:extLst xmlns:a="http://schemas.openxmlformats.org/drawingml/2006/main">
              <a:ext uri="{FF2B5EF4-FFF2-40B4-BE49-F238E27FC236}">
                <a16:creationId xmlns:a16="http://schemas.microsoft.com/office/drawing/2014/main" id="{78BF4D35-5ABE-4B70-BAE3-AD34507F7530}"/>
              </a:ext>
            </a:extLst>
          </p:cNvPr>
          <p:cNvSpPr>
            <a:spLocks xmlns:a="http://schemas.openxmlformats.org/drawingml/2006/main" noGrp="1"/>
          </p:cNvSpPr>
          <p:nvPr/>
        </p:nvSpPr>
        <p:spPr>
          <a:xfrm xmlns:a="http://schemas.openxmlformats.org/drawingml/2006/main">
            <a:off x="1428750" y="24003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3" name="">
            <a:extLst xmlns:a="http://schemas.openxmlformats.org/drawingml/2006/main">
              <a:ext uri="{FF2B5EF4-FFF2-40B4-BE49-F238E27FC236}">
                <a16:creationId xmlns:a16="http://schemas.microsoft.com/office/drawing/2014/main" id="{B21E96DD-CCA7-4277-8B12-AC1E672CC6D3}"/>
              </a:ext>
            </a:extLst>
          </p:cNvPr>
          <p:cNvSpPr>
            <a:spLocks xmlns:a="http://schemas.openxmlformats.org/drawingml/2006/main" noGrp="1"/>
          </p:cNvSpPr>
          <p:nvPr/>
        </p:nvSpPr>
        <p:spPr>
          <a:xfrm xmlns:a="http://schemas.openxmlformats.org/drawingml/2006/main">
            <a:off x="1428750" y="27241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4" name="">
            <a:extLst xmlns:a="http://schemas.openxmlformats.org/drawingml/2006/main">
              <a:ext uri="{FF2B5EF4-FFF2-40B4-BE49-F238E27FC236}">
                <a16:creationId xmlns:a16="http://schemas.microsoft.com/office/drawing/2014/main" id="{9F4460F9-61DF-46D9-B0E8-BB10F904946A}"/>
              </a:ext>
            </a:extLst>
          </p:cNvPr>
          <p:cNvSpPr>
            <a:spLocks xmlns:a="http://schemas.openxmlformats.org/drawingml/2006/main" noGrp="1"/>
          </p:cNvSpPr>
          <p:nvPr/>
        </p:nvSpPr>
        <p:spPr>
          <a:xfrm xmlns:a="http://schemas.openxmlformats.org/drawingml/2006/main">
            <a:off x="1428750" y="30480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5" name="">
            <a:extLst xmlns:a="http://schemas.openxmlformats.org/drawingml/2006/main">
              <a:ext uri="{FF2B5EF4-FFF2-40B4-BE49-F238E27FC236}">
                <a16:creationId xmlns:a16="http://schemas.microsoft.com/office/drawing/2014/main" id="{6E39E82B-27CF-4029-8BFE-4DFB75938923}"/>
              </a:ext>
            </a:extLst>
          </p:cNvPr>
          <p:cNvSpPr>
            <a:spLocks xmlns:a="http://schemas.openxmlformats.org/drawingml/2006/main" noGrp="1"/>
          </p:cNvSpPr>
          <p:nvPr/>
        </p:nvSpPr>
        <p:spPr>
          <a:xfrm xmlns:a="http://schemas.openxmlformats.org/drawingml/2006/main">
            <a:off x="1428750" y="33718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6" name="">
            <a:extLst xmlns:a="http://schemas.openxmlformats.org/drawingml/2006/main">
              <a:ext uri="{FF2B5EF4-FFF2-40B4-BE49-F238E27FC236}">
                <a16:creationId xmlns:a16="http://schemas.microsoft.com/office/drawing/2014/main" id="{3169E5AD-286D-4B50-A72C-4D6AF485A3E9}"/>
              </a:ext>
            </a:extLst>
          </p:cNvPr>
          <p:cNvSpPr>
            <a:spLocks xmlns:a="http://schemas.openxmlformats.org/drawingml/2006/main" noGrp="1"/>
          </p:cNvSpPr>
          <p:nvPr/>
        </p:nvSpPr>
        <p:spPr>
          <a:xfrm xmlns:a="http://schemas.openxmlformats.org/drawingml/2006/main">
            <a:off x="1428750" y="36957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7" name="">
            <a:extLst xmlns:a="http://schemas.openxmlformats.org/drawingml/2006/main">
              <a:ext uri="{FF2B5EF4-FFF2-40B4-BE49-F238E27FC236}">
                <a16:creationId xmlns:a16="http://schemas.microsoft.com/office/drawing/2014/main" id="{FBCD41A8-2ECC-45A4-84DF-BC3639F1C082}"/>
              </a:ext>
            </a:extLst>
          </p:cNvPr>
          <p:cNvSpPr>
            <a:spLocks xmlns:a="http://schemas.openxmlformats.org/drawingml/2006/main" noGrp="1"/>
          </p:cNvSpPr>
          <p:nvPr/>
        </p:nvSpPr>
        <p:spPr>
          <a:xfrm xmlns:a="http://schemas.openxmlformats.org/drawingml/2006/main">
            <a:off x="1428750" y="401955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8" name="">
            <a:extLst xmlns:a="http://schemas.openxmlformats.org/drawingml/2006/main">
              <a:ext uri="{FF2B5EF4-FFF2-40B4-BE49-F238E27FC236}">
                <a16:creationId xmlns:a16="http://schemas.microsoft.com/office/drawing/2014/main" id="{96E4C2D9-9AD7-4DBF-821B-1EC5E41BFB9E}"/>
              </a:ext>
            </a:extLst>
          </p:cNvPr>
          <p:cNvSpPr>
            <a:spLocks xmlns:a="http://schemas.openxmlformats.org/drawingml/2006/main" noGrp="1"/>
          </p:cNvSpPr>
          <p:nvPr/>
        </p:nvSpPr>
        <p:spPr>
          <a:xfrm xmlns:a="http://schemas.openxmlformats.org/drawingml/2006/main">
            <a:off x="1428750" y="4343400"/>
            <a:ext cx="133350" cy="133350"/>
          </a:xfrm>
          <a:prstGeom xmlns:a="http://schemas.openxmlformats.org/drawingml/2006/main" prst="ellipse">
            <a:avLst/>
          </a:prstGeom>
          <a:solidFill xmlns:a="http://schemas.openxmlformats.org/drawingml/2006/main">
            <a:srgbClr val="1686D9"/>
          </a:solidFill>
          <a:ln xmlns:a="http://schemas.openxmlformats.org/drawingml/2006/main" w="9525">
            <a:solidFill>
              <a:srgbClr val="FFFFFF"/>
            </a:solidFill>
            <a:prstDash val="solid"/>
          </a:ln>
        </p:spPr>
      </p:sp>
      <p:sp>
        <p:nvSpPr>
          <p:cNvPr id="319" name="">
            <a:extLst xmlns:a="http://schemas.openxmlformats.org/drawingml/2006/main">
              <a:ext uri="{FF2B5EF4-FFF2-40B4-BE49-F238E27FC236}">
                <a16:creationId xmlns:a16="http://schemas.microsoft.com/office/drawing/2014/main" id="{1E8E127E-2FE1-4F8E-BA31-A82AD6688820}"/>
              </a:ext>
            </a:extLst>
          </p:cNvPr>
          <p:cNvSpPr>
            <a:spLocks xmlns:a="http://schemas.openxmlformats.org/drawingml/2006/main" noGrp="1"/>
          </p:cNvSpPr>
          <p:nvPr/>
        </p:nvSpPr>
        <p:spPr>
          <a:xfrm xmlns:a="http://schemas.openxmlformats.org/drawingml/2006/main">
            <a:off x="3190875" y="16859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0" name="">
            <a:extLst xmlns:a="http://schemas.openxmlformats.org/drawingml/2006/main">
              <a:ext uri="{FF2B5EF4-FFF2-40B4-BE49-F238E27FC236}">
                <a16:creationId xmlns:a16="http://schemas.microsoft.com/office/drawing/2014/main" id="{918C3878-A2F4-46BD-944D-886C0C01BA75}"/>
              </a:ext>
            </a:extLst>
          </p:cNvPr>
          <p:cNvSpPr>
            <a:spLocks xmlns:a="http://schemas.openxmlformats.org/drawingml/2006/main" noGrp="1"/>
          </p:cNvSpPr>
          <p:nvPr/>
        </p:nvSpPr>
        <p:spPr>
          <a:xfrm xmlns:a="http://schemas.openxmlformats.org/drawingml/2006/main">
            <a:off x="3190875" y="18954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1" name="">
            <a:extLst xmlns:a="http://schemas.openxmlformats.org/drawingml/2006/main">
              <a:ext uri="{FF2B5EF4-FFF2-40B4-BE49-F238E27FC236}">
                <a16:creationId xmlns:a16="http://schemas.microsoft.com/office/drawing/2014/main" id="{120DC683-E8E9-4F8F-A185-92D7466C3728}"/>
              </a:ext>
            </a:extLst>
          </p:cNvPr>
          <p:cNvSpPr>
            <a:spLocks xmlns:a="http://schemas.openxmlformats.org/drawingml/2006/main" noGrp="1"/>
          </p:cNvSpPr>
          <p:nvPr/>
        </p:nvSpPr>
        <p:spPr>
          <a:xfrm xmlns:a="http://schemas.openxmlformats.org/drawingml/2006/main">
            <a:off x="3190875" y="21050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2" name="">
            <a:extLst xmlns:a="http://schemas.openxmlformats.org/drawingml/2006/main">
              <a:ext uri="{FF2B5EF4-FFF2-40B4-BE49-F238E27FC236}">
                <a16:creationId xmlns:a16="http://schemas.microsoft.com/office/drawing/2014/main" id="{F1C2FD6C-A7D8-4CCE-820B-D3C3A724B197}"/>
              </a:ext>
            </a:extLst>
          </p:cNvPr>
          <p:cNvSpPr>
            <a:spLocks xmlns:a="http://schemas.openxmlformats.org/drawingml/2006/main" noGrp="1"/>
          </p:cNvSpPr>
          <p:nvPr/>
        </p:nvSpPr>
        <p:spPr>
          <a:xfrm xmlns:a="http://schemas.openxmlformats.org/drawingml/2006/main">
            <a:off x="3190875" y="23145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3" name="">
            <a:extLst xmlns:a="http://schemas.openxmlformats.org/drawingml/2006/main">
              <a:ext uri="{FF2B5EF4-FFF2-40B4-BE49-F238E27FC236}">
                <a16:creationId xmlns:a16="http://schemas.microsoft.com/office/drawing/2014/main" id="{F93027E2-BF70-48CD-BB91-3D52DD81A6F2}"/>
              </a:ext>
            </a:extLst>
          </p:cNvPr>
          <p:cNvSpPr>
            <a:spLocks xmlns:a="http://schemas.openxmlformats.org/drawingml/2006/main" noGrp="1"/>
          </p:cNvSpPr>
          <p:nvPr/>
        </p:nvSpPr>
        <p:spPr>
          <a:xfrm xmlns:a="http://schemas.openxmlformats.org/drawingml/2006/main">
            <a:off x="3190875" y="25241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4" name="">
            <a:extLst xmlns:a="http://schemas.openxmlformats.org/drawingml/2006/main">
              <a:ext uri="{FF2B5EF4-FFF2-40B4-BE49-F238E27FC236}">
                <a16:creationId xmlns:a16="http://schemas.microsoft.com/office/drawing/2014/main" id="{41BE96E0-F0C4-4063-B3D3-065369AF8455}"/>
              </a:ext>
            </a:extLst>
          </p:cNvPr>
          <p:cNvSpPr>
            <a:spLocks xmlns:a="http://schemas.openxmlformats.org/drawingml/2006/main" noGrp="1"/>
          </p:cNvSpPr>
          <p:nvPr/>
        </p:nvSpPr>
        <p:spPr>
          <a:xfrm xmlns:a="http://schemas.openxmlformats.org/drawingml/2006/main">
            <a:off x="3190875" y="27336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5" name="">
            <a:extLst xmlns:a="http://schemas.openxmlformats.org/drawingml/2006/main">
              <a:ext uri="{FF2B5EF4-FFF2-40B4-BE49-F238E27FC236}">
                <a16:creationId xmlns:a16="http://schemas.microsoft.com/office/drawing/2014/main" id="{C124CBF5-3E2E-44DD-B51F-045E3E809429}"/>
              </a:ext>
            </a:extLst>
          </p:cNvPr>
          <p:cNvSpPr>
            <a:spLocks xmlns:a="http://schemas.openxmlformats.org/drawingml/2006/main" noGrp="1"/>
          </p:cNvSpPr>
          <p:nvPr/>
        </p:nvSpPr>
        <p:spPr>
          <a:xfrm xmlns:a="http://schemas.openxmlformats.org/drawingml/2006/main">
            <a:off x="3190875" y="29432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6" name="">
            <a:extLst xmlns:a="http://schemas.openxmlformats.org/drawingml/2006/main">
              <a:ext uri="{FF2B5EF4-FFF2-40B4-BE49-F238E27FC236}">
                <a16:creationId xmlns:a16="http://schemas.microsoft.com/office/drawing/2014/main" id="{B6D13DE0-5A42-4327-956C-F1F74718E906}"/>
              </a:ext>
            </a:extLst>
          </p:cNvPr>
          <p:cNvSpPr>
            <a:spLocks xmlns:a="http://schemas.openxmlformats.org/drawingml/2006/main" noGrp="1"/>
          </p:cNvSpPr>
          <p:nvPr/>
        </p:nvSpPr>
        <p:spPr>
          <a:xfrm xmlns:a="http://schemas.openxmlformats.org/drawingml/2006/main">
            <a:off x="3190875" y="31527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7" name="">
            <a:extLst xmlns:a="http://schemas.openxmlformats.org/drawingml/2006/main">
              <a:ext uri="{FF2B5EF4-FFF2-40B4-BE49-F238E27FC236}">
                <a16:creationId xmlns:a16="http://schemas.microsoft.com/office/drawing/2014/main" id="{EB5B7C22-F828-4C8A-A97A-27512CAFE820}"/>
              </a:ext>
            </a:extLst>
          </p:cNvPr>
          <p:cNvSpPr>
            <a:spLocks xmlns:a="http://schemas.openxmlformats.org/drawingml/2006/main" noGrp="1"/>
          </p:cNvSpPr>
          <p:nvPr/>
        </p:nvSpPr>
        <p:spPr>
          <a:xfrm xmlns:a="http://schemas.openxmlformats.org/drawingml/2006/main">
            <a:off x="3190875" y="33623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8" name="">
            <a:extLst xmlns:a="http://schemas.openxmlformats.org/drawingml/2006/main">
              <a:ext uri="{FF2B5EF4-FFF2-40B4-BE49-F238E27FC236}">
                <a16:creationId xmlns:a16="http://schemas.microsoft.com/office/drawing/2014/main" id="{E30B85E6-CF9D-4D46-BA77-2F269CB0891A}"/>
              </a:ext>
            </a:extLst>
          </p:cNvPr>
          <p:cNvSpPr>
            <a:spLocks xmlns:a="http://schemas.openxmlformats.org/drawingml/2006/main" noGrp="1"/>
          </p:cNvSpPr>
          <p:nvPr/>
        </p:nvSpPr>
        <p:spPr>
          <a:xfrm xmlns:a="http://schemas.openxmlformats.org/drawingml/2006/main">
            <a:off x="3190875" y="35718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29" name="">
            <a:extLst xmlns:a="http://schemas.openxmlformats.org/drawingml/2006/main">
              <a:ext uri="{FF2B5EF4-FFF2-40B4-BE49-F238E27FC236}">
                <a16:creationId xmlns:a16="http://schemas.microsoft.com/office/drawing/2014/main" id="{357D0AFE-D530-474A-8A0E-BA4C71ED9D5B}"/>
              </a:ext>
            </a:extLst>
          </p:cNvPr>
          <p:cNvSpPr>
            <a:spLocks xmlns:a="http://schemas.openxmlformats.org/drawingml/2006/main" noGrp="1"/>
          </p:cNvSpPr>
          <p:nvPr/>
        </p:nvSpPr>
        <p:spPr>
          <a:xfrm xmlns:a="http://schemas.openxmlformats.org/drawingml/2006/main">
            <a:off x="3190875" y="37814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30" name="">
            <a:extLst xmlns:a="http://schemas.openxmlformats.org/drawingml/2006/main">
              <a:ext uri="{FF2B5EF4-FFF2-40B4-BE49-F238E27FC236}">
                <a16:creationId xmlns:a16="http://schemas.microsoft.com/office/drawing/2014/main" id="{0B749047-7839-4F24-BBD4-02F30291B475}"/>
              </a:ext>
            </a:extLst>
          </p:cNvPr>
          <p:cNvSpPr>
            <a:spLocks xmlns:a="http://schemas.openxmlformats.org/drawingml/2006/main" noGrp="1"/>
          </p:cNvSpPr>
          <p:nvPr/>
        </p:nvSpPr>
        <p:spPr>
          <a:xfrm xmlns:a="http://schemas.openxmlformats.org/drawingml/2006/main">
            <a:off x="3190875" y="39909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31" name="">
            <a:extLst xmlns:a="http://schemas.openxmlformats.org/drawingml/2006/main">
              <a:ext uri="{FF2B5EF4-FFF2-40B4-BE49-F238E27FC236}">
                <a16:creationId xmlns:a16="http://schemas.microsoft.com/office/drawing/2014/main" id="{4EA36E8A-E36A-4504-BC5D-E6073B7E1CA5}"/>
              </a:ext>
            </a:extLst>
          </p:cNvPr>
          <p:cNvSpPr>
            <a:spLocks xmlns:a="http://schemas.openxmlformats.org/drawingml/2006/main" noGrp="1"/>
          </p:cNvSpPr>
          <p:nvPr/>
        </p:nvSpPr>
        <p:spPr>
          <a:xfrm xmlns:a="http://schemas.openxmlformats.org/drawingml/2006/main">
            <a:off x="3190875" y="420052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32" name="">
            <a:extLst xmlns:a="http://schemas.openxmlformats.org/drawingml/2006/main">
              <a:ext uri="{FF2B5EF4-FFF2-40B4-BE49-F238E27FC236}">
                <a16:creationId xmlns:a16="http://schemas.microsoft.com/office/drawing/2014/main" id="{5A863D3B-885F-4551-99CF-AC91AE2331ED}"/>
              </a:ext>
            </a:extLst>
          </p:cNvPr>
          <p:cNvSpPr>
            <a:spLocks xmlns:a="http://schemas.openxmlformats.org/drawingml/2006/main" noGrp="1"/>
          </p:cNvSpPr>
          <p:nvPr/>
        </p:nvSpPr>
        <p:spPr>
          <a:xfrm xmlns:a="http://schemas.openxmlformats.org/drawingml/2006/main">
            <a:off x="3190875" y="4410075"/>
            <a:ext cx="133350" cy="133350"/>
          </a:xfrm>
          <a:prstGeom xmlns:a="http://schemas.openxmlformats.org/drawingml/2006/main" prst="ellipse">
            <a:avLst/>
          </a:prstGeom>
          <a:solidFill xmlns:a="http://schemas.openxmlformats.org/drawingml/2006/main">
            <a:srgbClr val="405DE0"/>
          </a:solidFill>
          <a:ln xmlns:a="http://schemas.openxmlformats.org/drawingml/2006/main" w="9525">
            <a:solidFill>
              <a:srgbClr val="FFFFFF"/>
            </a:solidFill>
            <a:prstDash val="solid"/>
          </a:ln>
        </p:spPr>
      </p:sp>
      <p:sp>
        <p:nvSpPr>
          <p:cNvPr id="333" name="">
            <a:extLst xmlns:a="http://schemas.openxmlformats.org/drawingml/2006/main">
              <a:ext uri="{FF2B5EF4-FFF2-40B4-BE49-F238E27FC236}">
                <a16:creationId xmlns:a16="http://schemas.microsoft.com/office/drawing/2014/main" id="{92830EEE-B6E2-4F01-91B4-1014BE9203D9}"/>
              </a:ext>
            </a:extLst>
          </p:cNvPr>
          <p:cNvSpPr>
            <a:spLocks xmlns:a="http://schemas.openxmlformats.org/drawingml/2006/main" noGrp="1"/>
          </p:cNvSpPr>
          <p:nvPr/>
        </p:nvSpPr>
        <p:spPr>
          <a:xfrm xmlns:a="http://schemas.openxmlformats.org/drawingml/2006/main">
            <a:off x="4953000" y="17811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34" name="">
            <a:extLst xmlns:a="http://schemas.openxmlformats.org/drawingml/2006/main">
              <a:ext uri="{FF2B5EF4-FFF2-40B4-BE49-F238E27FC236}">
                <a16:creationId xmlns:a16="http://schemas.microsoft.com/office/drawing/2014/main" id="{52250738-79F8-4683-8E10-39506711CEB5}"/>
              </a:ext>
            </a:extLst>
          </p:cNvPr>
          <p:cNvSpPr>
            <a:spLocks xmlns:a="http://schemas.openxmlformats.org/drawingml/2006/main" noGrp="1"/>
          </p:cNvSpPr>
          <p:nvPr/>
        </p:nvSpPr>
        <p:spPr>
          <a:xfrm xmlns:a="http://schemas.openxmlformats.org/drawingml/2006/main">
            <a:off x="4953000" y="21431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35" name="">
            <a:extLst xmlns:a="http://schemas.openxmlformats.org/drawingml/2006/main">
              <a:ext uri="{FF2B5EF4-FFF2-40B4-BE49-F238E27FC236}">
                <a16:creationId xmlns:a16="http://schemas.microsoft.com/office/drawing/2014/main" id="{BCC54C57-1F15-464C-9125-EA768A732C10}"/>
              </a:ext>
            </a:extLst>
          </p:cNvPr>
          <p:cNvSpPr>
            <a:spLocks xmlns:a="http://schemas.openxmlformats.org/drawingml/2006/main" noGrp="1"/>
          </p:cNvSpPr>
          <p:nvPr/>
        </p:nvSpPr>
        <p:spPr>
          <a:xfrm xmlns:a="http://schemas.openxmlformats.org/drawingml/2006/main">
            <a:off x="4953000" y="25050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36" name="">
            <a:extLst xmlns:a="http://schemas.openxmlformats.org/drawingml/2006/main">
              <a:ext uri="{FF2B5EF4-FFF2-40B4-BE49-F238E27FC236}">
                <a16:creationId xmlns:a16="http://schemas.microsoft.com/office/drawing/2014/main" id="{9FCE1D07-9EAC-402C-96E4-F41EB567FAE5}"/>
              </a:ext>
            </a:extLst>
          </p:cNvPr>
          <p:cNvSpPr>
            <a:spLocks xmlns:a="http://schemas.openxmlformats.org/drawingml/2006/main" noGrp="1"/>
          </p:cNvSpPr>
          <p:nvPr/>
        </p:nvSpPr>
        <p:spPr>
          <a:xfrm xmlns:a="http://schemas.openxmlformats.org/drawingml/2006/main">
            <a:off x="4953000" y="28670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37" name="">
            <a:extLst xmlns:a="http://schemas.openxmlformats.org/drawingml/2006/main">
              <a:ext uri="{FF2B5EF4-FFF2-40B4-BE49-F238E27FC236}">
                <a16:creationId xmlns:a16="http://schemas.microsoft.com/office/drawing/2014/main" id="{456DB395-9519-4729-85CC-A99CE9DFDEBD}"/>
              </a:ext>
            </a:extLst>
          </p:cNvPr>
          <p:cNvSpPr>
            <a:spLocks xmlns:a="http://schemas.openxmlformats.org/drawingml/2006/main" noGrp="1"/>
          </p:cNvSpPr>
          <p:nvPr/>
        </p:nvSpPr>
        <p:spPr>
          <a:xfrm xmlns:a="http://schemas.openxmlformats.org/drawingml/2006/main">
            <a:off x="4953000" y="32289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38" name="">
            <a:extLst xmlns:a="http://schemas.openxmlformats.org/drawingml/2006/main">
              <a:ext uri="{FF2B5EF4-FFF2-40B4-BE49-F238E27FC236}">
                <a16:creationId xmlns:a16="http://schemas.microsoft.com/office/drawing/2014/main" id="{A3EBA8C9-07FF-40D6-B168-63AF9EFF43AC}"/>
              </a:ext>
            </a:extLst>
          </p:cNvPr>
          <p:cNvSpPr>
            <a:spLocks xmlns:a="http://schemas.openxmlformats.org/drawingml/2006/main" noGrp="1"/>
          </p:cNvSpPr>
          <p:nvPr/>
        </p:nvSpPr>
        <p:spPr>
          <a:xfrm xmlns:a="http://schemas.openxmlformats.org/drawingml/2006/main">
            <a:off x="4953000" y="35909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39" name="">
            <a:extLst xmlns:a="http://schemas.openxmlformats.org/drawingml/2006/main">
              <a:ext uri="{FF2B5EF4-FFF2-40B4-BE49-F238E27FC236}">
                <a16:creationId xmlns:a16="http://schemas.microsoft.com/office/drawing/2014/main" id="{C97AA207-68F8-443D-BC5C-796FF83E4F49}"/>
              </a:ext>
            </a:extLst>
          </p:cNvPr>
          <p:cNvSpPr>
            <a:spLocks xmlns:a="http://schemas.openxmlformats.org/drawingml/2006/main" noGrp="1"/>
          </p:cNvSpPr>
          <p:nvPr/>
        </p:nvSpPr>
        <p:spPr>
          <a:xfrm xmlns:a="http://schemas.openxmlformats.org/drawingml/2006/main">
            <a:off x="4953000" y="395287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40" name="">
            <a:extLst xmlns:a="http://schemas.openxmlformats.org/drawingml/2006/main">
              <a:ext uri="{FF2B5EF4-FFF2-40B4-BE49-F238E27FC236}">
                <a16:creationId xmlns:a16="http://schemas.microsoft.com/office/drawing/2014/main" id="{C872B7A2-250B-4685-B469-662DEF11BACB}"/>
              </a:ext>
            </a:extLst>
          </p:cNvPr>
          <p:cNvSpPr>
            <a:spLocks xmlns:a="http://schemas.openxmlformats.org/drawingml/2006/main" noGrp="1"/>
          </p:cNvSpPr>
          <p:nvPr/>
        </p:nvSpPr>
        <p:spPr>
          <a:xfrm xmlns:a="http://schemas.openxmlformats.org/drawingml/2006/main">
            <a:off x="4953000" y="4314825"/>
            <a:ext cx="133350" cy="133350"/>
          </a:xfrm>
          <a:prstGeom xmlns:a="http://schemas.openxmlformats.org/drawingml/2006/main" prst="ellipse">
            <a:avLst/>
          </a:prstGeom>
          <a:solidFill xmlns:a="http://schemas.openxmlformats.org/drawingml/2006/main">
            <a:srgbClr val="C77A37"/>
          </a:solidFill>
          <a:ln xmlns:a="http://schemas.openxmlformats.org/drawingml/2006/main" w="9525">
            <a:solidFill>
              <a:srgbClr val="FFFFFF"/>
            </a:solidFill>
            <a:prstDash val="solid"/>
          </a:ln>
        </p:spPr>
      </p:sp>
      <p:sp>
        <p:nvSpPr>
          <p:cNvPr id="341" name="">
            <a:extLst xmlns:a="http://schemas.openxmlformats.org/drawingml/2006/main">
              <a:ext uri="{FF2B5EF4-FFF2-40B4-BE49-F238E27FC236}">
                <a16:creationId xmlns:a16="http://schemas.microsoft.com/office/drawing/2014/main" id="{5A81FA1A-7285-480C-873D-467C2B1B1170}"/>
              </a:ext>
            </a:extLst>
          </p:cNvPr>
          <p:cNvSpPr>
            <a:spLocks xmlns:a="http://schemas.openxmlformats.org/drawingml/2006/main" noGrp="1"/>
          </p:cNvSpPr>
          <p:nvPr/>
        </p:nvSpPr>
        <p:spPr>
          <a:xfrm xmlns:a="http://schemas.openxmlformats.org/drawingml/2006/main">
            <a:off x="6667500" y="3048000"/>
            <a:ext cx="133350" cy="133350"/>
          </a:xfrm>
          <a:prstGeom xmlns:a="http://schemas.openxmlformats.org/drawingml/2006/main" prst="ellipse">
            <a:avLst/>
          </a:prstGeom>
          <a:solidFill xmlns:a="http://schemas.openxmlformats.org/drawingml/2006/main">
            <a:srgbClr val="6737C8"/>
          </a:solidFill>
          <a:ln xmlns:a="http://schemas.openxmlformats.org/drawingml/2006/main" w="9525">
            <a:solidFill>
              <a:srgbClr val="FFFFFF"/>
            </a:solidFill>
            <a:prstDash val="solid"/>
          </a:ln>
        </p:spPr>
      </p:sp>
      <p:sp>
        <p:nvSpPr>
          <p:cNvPr id="342" name="">
            <a:extLst xmlns:a="http://schemas.openxmlformats.org/drawingml/2006/main">
              <a:ext uri="{FF2B5EF4-FFF2-40B4-BE49-F238E27FC236}">
                <a16:creationId xmlns:a16="http://schemas.microsoft.com/office/drawing/2014/main" id="{D5463BB4-9923-496F-A73B-9B38B56A9C7A}"/>
              </a:ext>
            </a:extLst>
          </p:cNvPr>
          <p:cNvSpPr>
            <a:spLocks xmlns:a="http://schemas.openxmlformats.org/drawingml/2006/main" noGrp="1"/>
          </p:cNvSpPr>
          <p:nvPr/>
        </p:nvSpPr>
        <p:spPr>
          <a:xfrm xmlns:a="http://schemas.openxmlformats.org/drawingml/2006/main">
            <a:off x="752475" y="4619625"/>
            <a:ext cx="678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00" b="0">
                <a:solidFill>
                  <a:srgbClr val="666666"/>
                </a:solidFill>
                <a:latin typeface="Times New Roman"/>
                <a:ea typeface="Times New Roman"/>
                <a:cs typeface="Times New Roman"/>
              </a:defRPr>
            </a:defPPr>
            <a:lvl1pPr algn="ctr">
              <a:defRPr sz="900" b="0">
                <a:solidFill>
                  <a:srgbClr val="666666"/>
                </a:solidFill>
                <a:latin typeface="Times New Roman"/>
                <a:ea typeface="Times New Roman"/>
                <a:cs typeface="Times New Roman"/>
              </a:defRPr>
            </a:lvl1pPr>
            <a:lvl2pPr algn="ctr">
              <a:defRPr sz="900" b="0">
                <a:solidFill>
                  <a:srgbClr val="666666"/>
                </a:solidFill>
                <a:latin typeface="Times New Roman"/>
                <a:ea typeface="Times New Roman"/>
                <a:cs typeface="Times New Roman"/>
              </a:defRPr>
            </a:lvl2pPr>
            <a:lvl3pPr algn="ctr">
              <a:defRPr sz="900" b="0">
                <a:solidFill>
                  <a:srgbClr val="666666"/>
                </a:solidFill>
                <a:latin typeface="Times New Roman"/>
                <a:ea typeface="Times New Roman"/>
                <a:cs typeface="Times New Roman"/>
              </a:defRPr>
            </a:lvl3pPr>
            <a:lvl4pPr algn="ctr">
              <a:defRPr sz="900" b="0">
                <a:solidFill>
                  <a:srgbClr val="666666"/>
                </a:solidFill>
                <a:latin typeface="Times New Roman"/>
                <a:ea typeface="Times New Roman"/>
                <a:cs typeface="Times New Roman"/>
              </a:defRPr>
            </a:lvl4pPr>
            <a:lvl5pPr algn="ctr">
              <a:defRPr sz="900" b="0">
                <a:solidFill>
                  <a:srgbClr val="666666"/>
                </a:solidFill>
                <a:latin typeface="Times New Roman"/>
                <a:ea typeface="Times New Roman"/>
                <a:cs typeface="Times New Roman"/>
              </a:defRPr>
            </a:lvl5pPr>
            <a:lvl6pPr algn="ctr">
              <a:defRPr sz="900" b="0">
                <a:solidFill>
                  <a:srgbClr val="666666"/>
                </a:solidFill>
                <a:latin typeface="Times New Roman"/>
                <a:ea typeface="Times New Roman"/>
                <a:cs typeface="Times New Roman"/>
              </a:defRPr>
            </a:lvl6pPr>
            <a:lvl7pPr algn="ctr">
              <a:defRPr sz="900" b="0">
                <a:solidFill>
                  <a:srgbClr val="666666"/>
                </a:solidFill>
                <a:latin typeface="Times New Roman"/>
                <a:ea typeface="Times New Roman"/>
                <a:cs typeface="Times New Roman"/>
              </a:defRPr>
            </a:lvl7pPr>
            <a:lvl8pPr algn="ctr">
              <a:defRPr sz="900" b="0">
                <a:solidFill>
                  <a:srgbClr val="666666"/>
                </a:solidFill>
                <a:latin typeface="Times New Roman"/>
                <a:ea typeface="Times New Roman"/>
                <a:cs typeface="Times New Roman"/>
              </a:defRPr>
            </a:lvl8pPr>
            <a:lvl9pPr algn="ctr">
              <a:defRPr sz="900" b="0">
                <a:solidFill>
                  <a:srgbClr val="666666"/>
                </a:solidFill>
                <a:latin typeface="Times New Roman"/>
                <a:ea typeface="Times New Roman"/>
                <a:cs typeface="Times New Roman"/>
              </a:defRPr>
            </a:lvl9pPr>
          </a:lstStyle>
          <a:p xmlns:a="http://schemas.openxmlformats.org/drawingml/2006/main">
            <a:pPr algn="ctr">
              <a:defRPr sz="900" b="0">
                <a:solidFill>
                  <a:srgbClr val="666666"/>
                </a:solidFill>
                <a:latin typeface="Times New Roman"/>
                <a:ea typeface="Times New Roman"/>
                <a:cs typeface="Times New Roman"/>
              </a:defRPr>
            </a:pPr>
            <a:r>
              <a:rPr sz="900" b="0">
                <a:solidFill>
                  <a:srgbClr val="666666"/>
                </a:solidFill>
                <a:latin typeface="Times New Roman"/>
                <a:ea typeface="Times New Roman"/>
                <a:cs typeface="Times New Roman"/>
              </a:rPr>
              <a:t>Skills · experience · education · location · role · projects · salary · preferences · listing quality</a:t>
            </a:r>
          </a:p>
        </p:txBody>
      </p:sp>
      <p:sp>
        <p:nvSpPr>
          <p:cNvPr id="343" name="">
            <a:extLst xmlns:a="http://schemas.openxmlformats.org/drawingml/2006/main">
              <a:ext uri="{FF2B5EF4-FFF2-40B4-BE49-F238E27FC236}">
                <a16:creationId xmlns:a16="http://schemas.microsoft.com/office/drawing/2014/main" id="{71BE8389-1D66-4CCC-8602-DA7C307D299C}"/>
              </a:ext>
            </a:extLst>
          </p:cNvPr>
          <p:cNvSpPr>
            <a:spLocks xmlns:a="http://schemas.openxmlformats.org/drawingml/2006/main" noGrp="1"/>
          </p:cNvSpPr>
          <p:nvPr/>
        </p:nvSpPr>
        <p:spPr>
          <a:xfrm xmlns:a="http://schemas.openxmlformats.org/drawingml/2006/main">
            <a:off x="762000" y="5181600"/>
            <a:ext cx="2000250" cy="533400"/>
          </a:xfrm>
          <a:prstGeom xmlns:a="http://schemas.openxmlformats.org/drawingml/2006/main" prst="roundRect">
            <a:avLst>
              <a:gd name="adj" fmla="val 14286"/>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0.6 × neural score</a:t>
            </a:r>
          </a:p>
        </p:txBody>
      </p:sp>
      <p:sp>
        <p:nvSpPr>
          <p:cNvPr id="344" name="">
            <a:extLst xmlns:a="http://schemas.openxmlformats.org/drawingml/2006/main">
              <a:ext uri="{FF2B5EF4-FFF2-40B4-BE49-F238E27FC236}">
                <a16:creationId xmlns:a16="http://schemas.microsoft.com/office/drawing/2014/main" id="{C28E7B04-8F56-478D-BC40-1A349A9C43C5}"/>
              </a:ext>
            </a:extLst>
          </p:cNvPr>
          <p:cNvSpPr>
            <a:spLocks xmlns:a="http://schemas.openxmlformats.org/drawingml/2006/main" noGrp="1"/>
          </p:cNvSpPr>
          <p:nvPr/>
        </p:nvSpPr>
        <p:spPr>
          <a:xfrm xmlns:a="http://schemas.openxmlformats.org/drawingml/2006/main">
            <a:off x="3143250" y="5181600"/>
            <a:ext cx="2000250" cy="533400"/>
          </a:xfrm>
          <a:prstGeom xmlns:a="http://schemas.openxmlformats.org/drawingml/2006/main" prst="roundRect">
            <a:avLst>
              <a:gd name="adj" fmla="val 14286"/>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0.4 × structured fit</a:t>
            </a:r>
          </a:p>
        </p:txBody>
      </p:sp>
      <p:sp>
        <p:nvSpPr>
          <p:cNvPr id="345" name="">
            <a:extLst xmlns:a="http://schemas.openxmlformats.org/drawingml/2006/main">
              <a:ext uri="{FF2B5EF4-FFF2-40B4-BE49-F238E27FC236}">
                <a16:creationId xmlns:a16="http://schemas.microsoft.com/office/drawing/2014/main" id="{7F870B12-2DDF-4CE0-A6AB-B3364F297902}"/>
              </a:ext>
            </a:extLst>
          </p:cNvPr>
          <p:cNvSpPr>
            <a:spLocks xmlns:a="http://schemas.openxmlformats.org/drawingml/2006/main" noGrp="1"/>
          </p:cNvSpPr>
          <p:nvPr/>
        </p:nvSpPr>
        <p:spPr>
          <a:xfrm xmlns:a="http://schemas.openxmlformats.org/drawingml/2006/main">
            <a:off x="5524500" y="5181600"/>
            <a:ext cx="2000250" cy="533400"/>
          </a:xfrm>
          <a:prstGeom xmlns:a="http://schemas.openxmlformats.org/drawingml/2006/main" prst="roundRect">
            <a:avLst>
              <a:gd name="adj" fmla="val 14286"/>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≥70 display gate</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Top 50 results</a:t>
            </a:r>
          </a:p>
        </p:txBody>
      </p:sp>
      <p:sp>
        <p:nvSpPr>
          <p:cNvPr id="348" name="">
            <a:extLst xmlns:a="http://schemas.openxmlformats.org/drawingml/2006/main">
              <a:ext uri="{FF2B5EF4-FFF2-40B4-BE49-F238E27FC236}">
                <a16:creationId xmlns:a16="http://schemas.microsoft.com/office/drawing/2014/main" id="{0F8CC595-9C5B-4C59-A7C1-EE0655676114}"/>
              </a:ext>
            </a:extLst>
          </p:cNvPr>
          <p:cNvSpPr>
            <a:spLocks xmlns:a="http://schemas.openxmlformats.org/drawingml/2006/main" noGrp="1"/>
          </p:cNvSpPr>
          <p:nvPr/>
        </p:nvSpPr>
        <p:spPr>
          <a:xfrm xmlns:a="http://schemas.openxmlformats.org/drawingml/2006/main">
            <a:off x="7924800" y="11620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Configured structured-fit weights</a:t>
            </a:r>
          </a:p>
        </p:txBody>
      </p:sp>
      <p:graphicFrame>
        <p:nvGraphicFramePr>
          <p:cNvPr id="349" name="Chart">
            <a:extLst xmlns:a="http://schemas.openxmlformats.org/drawingml/2006/main">
              <a:ext uri="{FF2B5EF4-FFF2-40B4-BE49-F238E27FC236}">
                <a16:creationId xmlns:a16="http://schemas.microsoft.com/office/drawing/2014/main" id="{1D853114-16FB-4B2A-823E-DDEE674B3ACD}"/>
              </a:ext>
            </a:extLst>
          </p:cNvPr>
          <p:cNvGraphicFramePr/>
          <p:nvPr/>
        </p:nvGraphicFramePr>
        <p:xfrm>
          <a:off xmlns:a="http://schemas.openxmlformats.org/drawingml/2006/main" x="7667625" y="1457325"/>
          <a:ext xmlns:a="http://schemas.openxmlformats.org/drawingml/2006/main" cx="3905250" cy="3429000"/>
        </p:xfrm>
        <a:graphic xmlns:a="http://schemas.openxmlformats.org/drawingml/2006/main">
          <a:graphicData uri="http://schemas.openxmlformats.org/drawingml/2006/chart">
            <c:chart xmlns:r="http://schemas.openxmlformats.org/officeDocument/2006/relationships" xmlns:c="http://schemas.openxmlformats.org/drawingml/2006/chart" r:id="Rfb7080a9ee2e4369"/>
          </a:graphicData>
        </a:graphic>
      </p:graphicFrame>
      <p:sp>
        <p:nvSpPr>
          <p:cNvPr id="350" name="">
            <a:extLst xmlns:a="http://schemas.openxmlformats.org/drawingml/2006/main">
              <a:ext uri="{FF2B5EF4-FFF2-40B4-BE49-F238E27FC236}">
                <a16:creationId xmlns:a16="http://schemas.microsoft.com/office/drawing/2014/main" id="{07F31063-7497-447C-A5A8-E0A3B730B5E0}"/>
              </a:ext>
            </a:extLst>
          </p:cNvPr>
          <p:cNvSpPr>
            <a:spLocks xmlns:a="http://schemas.openxmlformats.org/drawingml/2006/main" noGrp="1"/>
          </p:cNvSpPr>
          <p:nvPr/>
        </p:nvSpPr>
        <p:spPr>
          <a:xfrm xmlns:a="http://schemas.openxmlformats.org/drawingml/2006/main">
            <a:off x="7781925" y="5067300"/>
            <a:ext cx="3714750" cy="714375"/>
          </a:xfrm>
          <a:prstGeom xmlns:a="http://schemas.openxmlformats.org/drawingml/2006/main" prst="roundRect">
            <a:avLst>
              <a:gd name="adj" fmla="val 10667"/>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Bootstrap training: 2,400 synthetic weak-label examples. No held-out accuracy or hiring-probability claim is available.</a:t>
            </a:r>
          </a:p>
        </p:txBody>
      </p:sp>
    </p:spTree>
    <p:extLst>
      <p:ext uri="{BB962C8B-B14F-4D97-AF65-F5344CB8AC3E}">
        <p14:creationId xmlns:p14="http://schemas.microsoft.com/office/powerpoint/2010/main" val="19379816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2BA39338-19A3-405E-9188-0CF4EFFAB742}"/>
              </a:ext>
            </a:extLst>
          </p:cNvPr>
          <p:cNvCxnSpPr>
            <a:stCxn xmlns:a="http://schemas.openxmlformats.org/drawingml/2006/main" id="50" idx="3"/>
            <a:endCxn xmlns:a="http://schemas.openxmlformats.org/drawingml/2006/main" id="51" idx="1"/>
          </p:cNvCxnSpPr>
          <p:nvPr/>
        </p:nvCxnSpPr>
        <p:spPr>
          <a:xfrm xmlns:a="http://schemas.openxmlformats.org/drawingml/2006/main">
            <a:off x="11115675" y="4124325"/>
            <a:ext cx="1619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54" name="">
            <a:extLst xmlns:a="http://schemas.openxmlformats.org/drawingml/2006/main">
              <a:ext uri="{FF2B5EF4-FFF2-40B4-BE49-F238E27FC236}">
                <a16:creationId xmlns:a16="http://schemas.microsoft.com/office/drawing/2014/main" id="{9C262671-AF91-44F8-817E-2688011CFDE5}"/>
              </a:ext>
            </a:extLst>
          </p:cNvPr>
          <p:cNvCxnSpPr>
            <a:stCxn xmlns:a="http://schemas.openxmlformats.org/drawingml/2006/main" id="49" idx="3"/>
            <a:endCxn xmlns:a="http://schemas.openxmlformats.org/drawingml/2006/main" id="50" idx="1"/>
          </p:cNvCxnSpPr>
          <p:nvPr/>
        </p:nvCxnSpPr>
        <p:spPr>
          <a:xfrm xmlns:a="http://schemas.openxmlformats.org/drawingml/2006/main">
            <a:off x="9525000" y="4124325"/>
            <a:ext cx="30480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53" name="">
            <a:extLst xmlns:a="http://schemas.openxmlformats.org/drawingml/2006/main">
              <a:ext uri="{FF2B5EF4-FFF2-40B4-BE49-F238E27FC236}">
                <a16:creationId xmlns:a16="http://schemas.microsoft.com/office/drawing/2014/main" id="{29DF0BD9-D0A0-4188-BFD3-BE72086726B3}"/>
              </a:ext>
            </a:extLst>
          </p:cNvPr>
          <p:cNvCxnSpPr>
            <a:stCxn xmlns:a="http://schemas.openxmlformats.org/drawingml/2006/main" id="42" idx="3"/>
            <a:endCxn xmlns:a="http://schemas.openxmlformats.org/drawingml/2006/main" id="49" idx="1"/>
          </p:cNvCxnSpPr>
          <p:nvPr/>
        </p:nvCxnSpPr>
        <p:spPr>
          <a:xfrm xmlns:a="http://schemas.openxmlformats.org/drawingml/2006/main" flipV="1">
            <a:off x="7639050" y="4124325"/>
            <a:ext cx="419100" cy="481013"/>
          </a:xfrm>
          <a:prstGeom xmlns:a="http://schemas.openxmlformats.org/drawingml/2006/main" prst="bentConnector3">
            <a:avLst>
              <a:gd name="adj1" fmla="val 50000"/>
            </a:avLst>
          </a:prstGeom>
          <a:ln xmlns:a="http://schemas.openxmlformats.org/drawingml/2006/main" w="19050">
            <a:solidFill>
              <a:srgbClr val="354D76"/>
            </a:solidFill>
            <a:prstDash val="solid"/>
            <a:tailEnd type="arrow" w="sm" len="sm"/>
          </a:ln>
        </p:spPr>
      </p:cxnSp>
      <p:cxnSp>
        <p:nvCxnSpPr>
          <p:cNvPr id="52" name="">
            <a:extLst xmlns:a="http://schemas.openxmlformats.org/drawingml/2006/main">
              <a:ext uri="{FF2B5EF4-FFF2-40B4-BE49-F238E27FC236}">
                <a16:creationId xmlns:a16="http://schemas.microsoft.com/office/drawing/2014/main" id="{F1E16450-40EF-404C-9694-995342747930}"/>
              </a:ext>
            </a:extLst>
          </p:cNvPr>
          <p:cNvCxnSpPr>
            <a:stCxn xmlns:a="http://schemas.openxmlformats.org/drawingml/2006/main" id="38" idx="3"/>
            <a:endCxn xmlns:a="http://schemas.openxmlformats.org/drawingml/2006/main" id="49" idx="1"/>
          </p:cNvCxnSpPr>
          <p:nvPr/>
        </p:nvCxnSpPr>
        <p:spPr>
          <a:xfrm xmlns:a="http://schemas.openxmlformats.org/drawingml/2006/main">
            <a:off x="7639050" y="3681413"/>
            <a:ext cx="419100" cy="442913"/>
          </a:xfrm>
          <a:prstGeom xmlns:a="http://schemas.openxmlformats.org/drawingml/2006/main" prst="bentConnector3">
            <a:avLst>
              <a:gd name="adj1" fmla="val 50000"/>
            </a:avLst>
          </a:prstGeom>
          <a:ln xmlns:a="http://schemas.openxmlformats.org/drawingml/2006/main" w="19050">
            <a:solidFill>
              <a:srgbClr val="354D76"/>
            </a:solidFill>
            <a:prstDash val="solid"/>
            <a:tailEnd type="arrow" w="sm" len="sm"/>
          </a:ln>
        </p:spPr>
      </p:cxnSp>
      <p:cxnSp>
        <p:nvCxnSpPr>
          <p:cNvPr id="48" name="">
            <a:extLst xmlns:a="http://schemas.openxmlformats.org/drawingml/2006/main">
              <a:ext uri="{FF2B5EF4-FFF2-40B4-BE49-F238E27FC236}">
                <a16:creationId xmlns:a16="http://schemas.microsoft.com/office/drawing/2014/main" id="{A79E6285-E9BE-46E2-BCAF-F6D29944A0B7}"/>
              </a:ext>
            </a:extLst>
          </p:cNvPr>
          <p:cNvCxnSpPr>
            <a:stCxn xmlns:a="http://schemas.openxmlformats.org/drawingml/2006/main" id="41" idx="3"/>
            <a:endCxn xmlns:a="http://schemas.openxmlformats.org/drawingml/2006/main" id="42" idx="1"/>
          </p:cNvCxnSpPr>
          <p:nvPr/>
        </p:nvCxnSpPr>
        <p:spPr>
          <a:xfrm xmlns:a="http://schemas.openxmlformats.org/drawingml/2006/main">
            <a:off x="6124575" y="4600575"/>
            <a:ext cx="352425" cy="4763"/>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7" name="">
            <a:extLst xmlns:a="http://schemas.openxmlformats.org/drawingml/2006/main">
              <a:ext uri="{FF2B5EF4-FFF2-40B4-BE49-F238E27FC236}">
                <a16:creationId xmlns:a16="http://schemas.microsoft.com/office/drawing/2014/main" id="{62BF2250-D726-4EC9-98E7-BF010B814DB3}"/>
              </a:ext>
            </a:extLst>
          </p:cNvPr>
          <p:cNvCxnSpPr>
            <a:stCxn xmlns:a="http://schemas.openxmlformats.org/drawingml/2006/main" id="40" idx="3"/>
            <a:endCxn xmlns:a="http://schemas.openxmlformats.org/drawingml/2006/main" id="41" idx="1"/>
          </p:cNvCxnSpPr>
          <p:nvPr/>
        </p:nvCxnSpPr>
        <p:spPr>
          <a:xfrm xmlns:a="http://schemas.openxmlformats.org/drawingml/2006/main">
            <a:off x="4295775" y="4600575"/>
            <a:ext cx="4000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6" name="">
            <a:extLst xmlns:a="http://schemas.openxmlformats.org/drawingml/2006/main">
              <a:ext uri="{FF2B5EF4-FFF2-40B4-BE49-F238E27FC236}">
                <a16:creationId xmlns:a16="http://schemas.microsoft.com/office/drawing/2014/main" id="{81626639-B663-4990-91FC-ED2457854345}"/>
              </a:ext>
            </a:extLst>
          </p:cNvPr>
          <p:cNvCxnSpPr>
            <a:stCxn xmlns:a="http://schemas.openxmlformats.org/drawingml/2006/main" id="39" idx="3"/>
            <a:endCxn xmlns:a="http://schemas.openxmlformats.org/drawingml/2006/main" id="40" idx="1"/>
          </p:cNvCxnSpPr>
          <p:nvPr/>
        </p:nvCxnSpPr>
        <p:spPr>
          <a:xfrm xmlns:a="http://schemas.openxmlformats.org/drawingml/2006/main" flipV="1">
            <a:off x="2162175" y="4600575"/>
            <a:ext cx="390525" cy="4763"/>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5" name="">
            <a:extLst xmlns:a="http://schemas.openxmlformats.org/drawingml/2006/main">
              <a:ext uri="{FF2B5EF4-FFF2-40B4-BE49-F238E27FC236}">
                <a16:creationId xmlns:a16="http://schemas.microsoft.com/office/drawing/2014/main" id="{0997A58D-2214-473A-A4A6-57450E1B8847}"/>
              </a:ext>
            </a:extLst>
          </p:cNvPr>
          <p:cNvCxnSpPr>
            <a:stCxn xmlns:a="http://schemas.openxmlformats.org/drawingml/2006/main" id="37" idx="3"/>
            <a:endCxn xmlns:a="http://schemas.openxmlformats.org/drawingml/2006/main" id="38" idx="1"/>
          </p:cNvCxnSpPr>
          <p:nvPr/>
        </p:nvCxnSpPr>
        <p:spPr>
          <a:xfrm xmlns:a="http://schemas.openxmlformats.org/drawingml/2006/main">
            <a:off x="6124575" y="3676650"/>
            <a:ext cx="352425" cy="4763"/>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4" name="">
            <a:extLst xmlns:a="http://schemas.openxmlformats.org/drawingml/2006/main">
              <a:ext uri="{FF2B5EF4-FFF2-40B4-BE49-F238E27FC236}">
                <a16:creationId xmlns:a16="http://schemas.microsoft.com/office/drawing/2014/main" id="{F7C9778E-7609-41BC-9826-F4733506C483}"/>
              </a:ext>
            </a:extLst>
          </p:cNvPr>
          <p:cNvCxnSpPr>
            <a:stCxn xmlns:a="http://schemas.openxmlformats.org/drawingml/2006/main" id="36" idx="3"/>
            <a:endCxn xmlns:a="http://schemas.openxmlformats.org/drawingml/2006/main" id="37" idx="1"/>
          </p:cNvCxnSpPr>
          <p:nvPr/>
        </p:nvCxnSpPr>
        <p:spPr>
          <a:xfrm xmlns:a="http://schemas.openxmlformats.org/drawingml/2006/main">
            <a:off x="4295775" y="3676650"/>
            <a:ext cx="4000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43" name="">
            <a:extLst xmlns:a="http://schemas.openxmlformats.org/drawingml/2006/main">
              <a:ext uri="{FF2B5EF4-FFF2-40B4-BE49-F238E27FC236}">
                <a16:creationId xmlns:a16="http://schemas.microsoft.com/office/drawing/2014/main" id="{555261D9-129B-48FC-8659-13537581258D}"/>
              </a:ext>
            </a:extLst>
          </p:cNvPr>
          <p:cNvCxnSpPr>
            <a:stCxn xmlns:a="http://schemas.openxmlformats.org/drawingml/2006/main" id="35" idx="3"/>
            <a:endCxn xmlns:a="http://schemas.openxmlformats.org/drawingml/2006/main" id="36" idx="1"/>
          </p:cNvCxnSpPr>
          <p:nvPr/>
        </p:nvCxnSpPr>
        <p:spPr>
          <a:xfrm xmlns:a="http://schemas.openxmlformats.org/drawingml/2006/main" flipV="1">
            <a:off x="2162175" y="3676650"/>
            <a:ext cx="390525" cy="4763"/>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3" name="">
            <a:extLst xmlns:a="http://schemas.openxmlformats.org/drawingml/2006/main">
              <a:ext uri="{FF2B5EF4-FFF2-40B4-BE49-F238E27FC236}">
                <a16:creationId xmlns:a16="http://schemas.microsoft.com/office/drawing/2014/main" id="{B0F4B49A-1B34-4751-8AF1-7EF61A16DBAA}"/>
              </a:ext>
            </a:extLst>
          </p:cNvPr>
          <p:cNvCxnSpPr>
            <a:stCxn xmlns:a="http://schemas.openxmlformats.org/drawingml/2006/main" id="30" idx="3"/>
            <a:endCxn xmlns:a="http://schemas.openxmlformats.org/drawingml/2006/main" id="31" idx="1"/>
          </p:cNvCxnSpPr>
          <p:nvPr/>
        </p:nvCxnSpPr>
        <p:spPr>
          <a:xfrm xmlns:a="http://schemas.openxmlformats.org/drawingml/2006/main">
            <a:off x="6715125" y="2238375"/>
            <a:ext cx="11525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2" name="">
            <a:extLst xmlns:a="http://schemas.openxmlformats.org/drawingml/2006/main">
              <a:ext uri="{FF2B5EF4-FFF2-40B4-BE49-F238E27FC236}">
                <a16:creationId xmlns:a16="http://schemas.microsoft.com/office/drawing/2014/main" id="{3BF4B61F-7AD4-4CB3-9E1A-60D50F1FC987}"/>
              </a:ext>
            </a:extLst>
          </p:cNvPr>
          <p:cNvCxnSpPr>
            <a:stCxn xmlns:a="http://schemas.openxmlformats.org/drawingml/2006/main" id="29" idx="3"/>
            <a:endCxn xmlns:a="http://schemas.openxmlformats.org/drawingml/2006/main" id="30" idx="1"/>
          </p:cNvCxnSpPr>
          <p:nvPr/>
        </p:nvCxnSpPr>
        <p:spPr>
          <a:xfrm xmlns:a="http://schemas.openxmlformats.org/drawingml/2006/main">
            <a:off x="2838450" y="2238375"/>
            <a:ext cx="11620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8" name="">
            <a:extLst xmlns:a="http://schemas.openxmlformats.org/drawingml/2006/main">
              <a:ext uri="{FF2B5EF4-FFF2-40B4-BE49-F238E27FC236}">
                <a16:creationId xmlns:a16="http://schemas.microsoft.com/office/drawing/2014/main" id="{ACE89B40-1258-42EC-BF93-48E4E9DD5255}"/>
              </a:ext>
            </a:extLst>
          </p:cNvPr>
          <p:cNvCxnSpPr>
            <a:stCxn xmlns:a="http://schemas.openxmlformats.org/drawingml/2006/main" id="25" idx="3"/>
            <a:endCxn xmlns:a="http://schemas.openxmlformats.org/drawingml/2006/main" id="26" idx="1"/>
          </p:cNvCxnSpPr>
          <p:nvPr/>
        </p:nvCxnSpPr>
        <p:spPr>
          <a:xfrm xmlns:a="http://schemas.openxmlformats.org/drawingml/2006/main">
            <a:off x="6715125" y="1685925"/>
            <a:ext cx="1152525"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27" name="">
            <a:extLst xmlns:a="http://schemas.openxmlformats.org/drawingml/2006/main">
              <a:ext uri="{FF2B5EF4-FFF2-40B4-BE49-F238E27FC236}">
                <a16:creationId xmlns:a16="http://schemas.microsoft.com/office/drawing/2014/main" id="{5B3DF2CE-F056-408C-9F63-127BF2A06CFD}"/>
              </a:ext>
            </a:extLst>
          </p:cNvPr>
          <p:cNvCxnSpPr>
            <a:stCxn xmlns:a="http://schemas.openxmlformats.org/drawingml/2006/main" id="24" idx="3"/>
            <a:endCxn xmlns:a="http://schemas.openxmlformats.org/drawingml/2006/main" id="25" idx="1"/>
          </p:cNvCxnSpPr>
          <p:nvPr/>
        </p:nvCxnSpPr>
        <p:spPr>
          <a:xfrm xmlns:a="http://schemas.openxmlformats.org/drawingml/2006/main">
            <a:off x="2838450" y="1685925"/>
            <a:ext cx="116205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sp>
        <p:nvSpPr>
          <p:cNvPr id="58" name="">
            <a:extLst xmlns:a="http://schemas.openxmlformats.org/drawingml/2006/main">
              <a:ext uri="{FF2B5EF4-FFF2-40B4-BE49-F238E27FC236}">
                <a16:creationId xmlns:a16="http://schemas.microsoft.com/office/drawing/2014/main" id="{F79E9C1C-975A-466E-8AD7-569955DBE65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14FB97-A93D-420D-889C-A4A0C62FE19A}"/>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59204F83-606E-4358-994B-2E5E2D90D28D}"/>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B1C193-D500-4D67-B50B-E615986A28E4}"/>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F7AF693D-C1A7-4015-A03E-FCAD61611451}"/>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960EC9B-98FD-4BFC-9BAA-D7921DD60B49}"/>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2A588408-C20F-453E-B337-6115D1BB4C8D}"/>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0AFF0E3-2057-4867-A530-8266673DD371}"/>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A590F741-F377-40C4-AA33-BB2D5A9D6A79}"/>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C1CEA3-71E3-495A-A0E2-14A80668BA56}"/>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15C2A0A9-0F0B-4265-8011-DE0BA6B8267F}"/>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510510-B60C-4ECF-B944-143E326F3BEE}"/>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4AD54619-EBF4-407F-8DD9-013EE2C4612E}"/>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AE81E8B-622D-414B-B3E3-F02E8A59F0D9}"/>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93F0494A-3786-4243-A3E0-4E4942BD5547}"/>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A proposed CNN + Transformer can compare resume and job text</a:t>
            </a:r>
          </a:p>
        </p:txBody>
      </p:sp>
      <p:sp>
        <p:nvSpPr>
          <p:cNvPr id="16" name="">
            <a:extLst xmlns:a="http://schemas.openxmlformats.org/drawingml/2006/main">
              <a:ext uri="{FF2B5EF4-FFF2-40B4-BE49-F238E27FC236}">
                <a16:creationId xmlns:a16="http://schemas.microsoft.com/office/drawing/2014/main" id="{04B44A27-DCF5-41F4-B975-DE525E8768A6}"/>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PROPOSED · NOT IN CURRENT CODE</a:t>
            </a:r>
          </a:p>
        </p:txBody>
      </p:sp>
      <p:sp>
        <p:nvSpPr>
          <p:cNvPr id="17" name="">
            <a:extLst xmlns:a="http://schemas.openxmlformats.org/drawingml/2006/main">
              <a:ext uri="{FF2B5EF4-FFF2-40B4-BE49-F238E27FC236}">
                <a16:creationId xmlns:a16="http://schemas.microsoft.com/office/drawing/2014/main" id="{EEAE616D-660B-4981-8ABE-C3A37C601D83}"/>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8FD454-E310-4260-954F-C6A00C1B582A}"/>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52D682B-FC44-4373-8434-71FB4A9E94CF}"/>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E187C53A-8BE3-4A64-9AA0-8CAEDA21EFF8}"/>
              </a:ext>
            </a:extLst>
          </p:cNvPr>
          <p:cNvPicPr>
            <a:picLocks xmlns:a="http://schemas.openxmlformats.org/drawingml/2006/main" noChangeAspect="1"/>
          </p:cNvPicPr>
          <p:nvPr/>
        </p:nvPicPr>
        <p:blipFill>
          <a:blip xmlns:r="http://schemas.openxmlformats.org/officeDocument/2006/relationships" xmlns:a="http://schemas.openxmlformats.org/drawingml/2006/main" r:embed="Rd405b99fa3364df3"/>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90B050E-4651-41D3-9D33-B54B7390A89D}"/>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D56F26D3-3E87-4467-BC72-B98AD9B1686D}"/>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13 / 15</a:t>
            </a:r>
          </a:p>
        </p:txBody>
      </p:sp>
      <p:sp>
        <p:nvSpPr>
          <p:cNvPr id="23" name="">
            <a:extLst xmlns:a="http://schemas.openxmlformats.org/drawingml/2006/main">
              <a:ext uri="{FF2B5EF4-FFF2-40B4-BE49-F238E27FC236}">
                <a16:creationId xmlns:a16="http://schemas.microsoft.com/office/drawing/2014/main" id="{E1FFBB91-C500-45F0-9AC3-61B8353C102A}"/>
              </a:ext>
            </a:extLst>
          </p:cNvPr>
          <p:cNvSpPr>
            <a:spLocks xmlns:a="http://schemas.openxmlformats.org/drawingml/2006/main" noGrp="1"/>
          </p:cNvSpPr>
          <p:nvPr/>
        </p:nvSpPr>
        <p:spPr>
          <a:xfrm xmlns:a="http://schemas.openxmlformats.org/drawingml/2006/main">
            <a:off x="742950" y="1162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0000"/>
                </a:solidFill>
                <a:latin typeface="Times New Roman"/>
                <a:ea typeface="Times New Roman"/>
                <a:cs typeface="Times New Roman"/>
              </a:defRPr>
            </a:defPPr>
            <a:lvl1pPr algn="l">
              <a:defRPr sz="1125" b="1">
                <a:solidFill>
                  <a:srgbClr val="000000"/>
                </a:solidFill>
                <a:latin typeface="Times New Roman"/>
                <a:ea typeface="Times New Roman"/>
                <a:cs typeface="Times New Roman"/>
              </a:defRPr>
            </a:lvl1pPr>
            <a:lvl2pPr algn="l">
              <a:defRPr sz="1125" b="1">
                <a:solidFill>
                  <a:srgbClr val="000000"/>
                </a:solidFill>
                <a:latin typeface="Times New Roman"/>
                <a:ea typeface="Times New Roman"/>
                <a:cs typeface="Times New Roman"/>
              </a:defRPr>
            </a:lvl2pPr>
            <a:lvl3pPr algn="l">
              <a:defRPr sz="1125" b="1">
                <a:solidFill>
                  <a:srgbClr val="000000"/>
                </a:solidFill>
                <a:latin typeface="Times New Roman"/>
                <a:ea typeface="Times New Roman"/>
                <a:cs typeface="Times New Roman"/>
              </a:defRPr>
            </a:lvl3pPr>
            <a:lvl4pPr algn="l">
              <a:defRPr sz="1125" b="1">
                <a:solidFill>
                  <a:srgbClr val="000000"/>
                </a:solidFill>
                <a:latin typeface="Times New Roman"/>
                <a:ea typeface="Times New Roman"/>
                <a:cs typeface="Times New Roman"/>
              </a:defRPr>
            </a:lvl4pPr>
            <a:lvl5pPr algn="l">
              <a:defRPr sz="1125" b="1">
                <a:solidFill>
                  <a:srgbClr val="000000"/>
                </a:solidFill>
                <a:latin typeface="Times New Roman"/>
                <a:ea typeface="Times New Roman"/>
                <a:cs typeface="Times New Roman"/>
              </a:defRPr>
            </a:lvl5pPr>
            <a:lvl6pPr algn="l">
              <a:defRPr sz="1125" b="1">
                <a:solidFill>
                  <a:srgbClr val="000000"/>
                </a:solidFill>
                <a:latin typeface="Times New Roman"/>
                <a:ea typeface="Times New Roman"/>
                <a:cs typeface="Times New Roman"/>
              </a:defRPr>
            </a:lvl6pPr>
            <a:lvl7pPr algn="l">
              <a:defRPr sz="1125" b="1">
                <a:solidFill>
                  <a:srgbClr val="000000"/>
                </a:solidFill>
                <a:latin typeface="Times New Roman"/>
                <a:ea typeface="Times New Roman"/>
                <a:cs typeface="Times New Roman"/>
              </a:defRPr>
            </a:lvl7pPr>
            <a:lvl8pPr algn="l">
              <a:defRPr sz="1125" b="1">
                <a:solidFill>
                  <a:srgbClr val="000000"/>
                </a:solidFill>
                <a:latin typeface="Times New Roman"/>
                <a:ea typeface="Times New Roman"/>
                <a:cs typeface="Times New Roman"/>
              </a:defRPr>
            </a:lvl8pPr>
            <a:lvl9pPr algn="l">
              <a:defRPr sz="1125" b="1">
                <a:solidFill>
                  <a:srgbClr val="000000"/>
                </a:solidFill>
                <a:latin typeface="Times New Roman"/>
                <a:ea typeface="Times New Roman"/>
                <a:cs typeface="Times New Roman"/>
              </a:defRPr>
            </a:lvl9pPr>
          </a:lstStyle>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CURRENT INPUTS · the trust and confirmation gates stay in place.</a:t>
            </a:r>
          </a:p>
        </p:txBody>
      </p:sp>
      <p:sp>
        <p:nvSpPr>
          <p:cNvPr id="24" name="">
            <a:extLst xmlns:a="http://schemas.openxmlformats.org/drawingml/2006/main">
              <a:ext uri="{FF2B5EF4-FFF2-40B4-BE49-F238E27FC236}">
                <a16:creationId xmlns:a16="http://schemas.microsoft.com/office/drawing/2014/main" id="{499B67BD-DF80-49AA-8709-B8CAF42EB4C0}"/>
              </a:ext>
            </a:extLst>
          </p:cNvPr>
          <p:cNvSpPr>
            <a:spLocks xmlns:a="http://schemas.openxmlformats.org/drawingml/2006/main" noGrp="1"/>
          </p:cNvSpPr>
          <p:nvPr/>
        </p:nvSpPr>
        <p:spPr>
          <a:xfrm xmlns:a="http://schemas.openxmlformats.org/drawingml/2006/main">
            <a:off x="742950" y="1457325"/>
            <a:ext cx="2095500" cy="457200"/>
          </a:xfrm>
          <a:prstGeom xmlns:a="http://schemas.openxmlformats.org/drawingml/2006/main" prst="roundRect">
            <a:avLst>
              <a:gd name="adj" fmla="val 16667"/>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Allowed job feed</a:t>
            </a:r>
          </a:p>
        </p:txBody>
      </p:sp>
      <p:sp>
        <p:nvSpPr>
          <p:cNvPr id="25" name="">
            <a:extLst xmlns:a="http://schemas.openxmlformats.org/drawingml/2006/main">
              <a:ext uri="{FF2B5EF4-FFF2-40B4-BE49-F238E27FC236}">
                <a16:creationId xmlns:a16="http://schemas.microsoft.com/office/drawing/2014/main" id="{6B8728C1-A6EC-4A76-84A0-95799EEBABCE}"/>
              </a:ext>
            </a:extLst>
          </p:cNvPr>
          <p:cNvSpPr>
            <a:spLocks xmlns:a="http://schemas.openxmlformats.org/drawingml/2006/main" noGrp="1"/>
          </p:cNvSpPr>
          <p:nvPr/>
        </p:nvSpPr>
        <p:spPr>
          <a:xfrm xmlns:a="http://schemas.openxmlformats.org/drawingml/2006/main">
            <a:off x="4000500" y="1457325"/>
            <a:ext cx="2714625" cy="457200"/>
          </a:xfrm>
          <a:prstGeom xmlns:a="http://schemas.openxmlformats.org/drawingml/2006/main" prst="roundRect">
            <a:avLst>
              <a:gd name="adj" fmla="val 16667"/>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Source evidence + trust review</a:t>
            </a:r>
          </a:p>
        </p:txBody>
      </p:sp>
      <p:sp>
        <p:nvSpPr>
          <p:cNvPr id="26" name="">
            <a:extLst xmlns:a="http://schemas.openxmlformats.org/drawingml/2006/main">
              <a:ext uri="{FF2B5EF4-FFF2-40B4-BE49-F238E27FC236}">
                <a16:creationId xmlns:a16="http://schemas.microsoft.com/office/drawing/2014/main" id="{996C9334-6007-44DA-B8C9-798D3369B569}"/>
              </a:ext>
            </a:extLst>
          </p:cNvPr>
          <p:cNvSpPr>
            <a:spLocks xmlns:a="http://schemas.openxmlformats.org/drawingml/2006/main" noGrp="1"/>
          </p:cNvSpPr>
          <p:nvPr/>
        </p:nvSpPr>
        <p:spPr>
          <a:xfrm xmlns:a="http://schemas.openxmlformats.org/drawingml/2006/main">
            <a:off x="7867650" y="1457325"/>
            <a:ext cx="2857500" cy="457200"/>
          </a:xfrm>
          <a:prstGeom xmlns:a="http://schemas.openxmlformats.org/drawingml/2006/main" prst="roundRect">
            <a:avLst>
              <a:gd name="adj" fmla="val 16667"/>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Published job record</a:t>
            </a:r>
          </a:p>
        </p:txBody>
      </p:sp>
      <p:sp>
        <p:nvSpPr>
          <p:cNvPr id="29" name="">
            <a:extLst xmlns:a="http://schemas.openxmlformats.org/drawingml/2006/main">
              <a:ext uri="{FF2B5EF4-FFF2-40B4-BE49-F238E27FC236}">
                <a16:creationId xmlns:a16="http://schemas.microsoft.com/office/drawing/2014/main" id="{4724A924-F22F-42B6-BA8D-D5FD31CE4CE9}"/>
              </a:ext>
            </a:extLst>
          </p:cNvPr>
          <p:cNvSpPr>
            <a:spLocks xmlns:a="http://schemas.openxmlformats.org/drawingml/2006/main" noGrp="1"/>
          </p:cNvSpPr>
          <p:nvPr/>
        </p:nvSpPr>
        <p:spPr>
          <a:xfrm xmlns:a="http://schemas.openxmlformats.org/drawingml/2006/main">
            <a:off x="742950" y="2009775"/>
            <a:ext cx="2095500" cy="457200"/>
          </a:xfrm>
          <a:prstGeom xmlns:a="http://schemas.openxmlformats.org/drawingml/2006/main" prst="roundRect">
            <a:avLst>
              <a:gd name="adj" fmla="val 16667"/>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Resume file</a:t>
            </a:r>
          </a:p>
        </p:txBody>
      </p:sp>
      <p:sp>
        <p:nvSpPr>
          <p:cNvPr id="30" name="">
            <a:extLst xmlns:a="http://schemas.openxmlformats.org/drawingml/2006/main">
              <a:ext uri="{FF2B5EF4-FFF2-40B4-BE49-F238E27FC236}">
                <a16:creationId xmlns:a16="http://schemas.microsoft.com/office/drawing/2014/main" id="{03B77A50-70CF-4973-9E5D-292BDA2CC834}"/>
              </a:ext>
            </a:extLst>
          </p:cNvPr>
          <p:cNvSpPr>
            <a:spLocks xmlns:a="http://schemas.openxmlformats.org/drawingml/2006/main" noGrp="1"/>
          </p:cNvSpPr>
          <p:nvPr/>
        </p:nvSpPr>
        <p:spPr>
          <a:xfrm xmlns:a="http://schemas.openxmlformats.org/drawingml/2006/main">
            <a:off x="4000500" y="2009775"/>
            <a:ext cx="2714625" cy="457200"/>
          </a:xfrm>
          <a:prstGeom xmlns:a="http://schemas.openxmlformats.org/drawingml/2006/main" prst="roundRect">
            <a:avLst>
              <a:gd name="adj" fmla="val 16667"/>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Python extracts readable text</a:t>
            </a:r>
          </a:p>
        </p:txBody>
      </p:sp>
      <p:sp>
        <p:nvSpPr>
          <p:cNvPr id="31" name="">
            <a:extLst xmlns:a="http://schemas.openxmlformats.org/drawingml/2006/main">
              <a:ext uri="{FF2B5EF4-FFF2-40B4-BE49-F238E27FC236}">
                <a16:creationId xmlns:a16="http://schemas.microsoft.com/office/drawing/2014/main" id="{80CCA8A0-54C1-413D-99D0-E041B548E0B3}"/>
              </a:ext>
            </a:extLst>
          </p:cNvPr>
          <p:cNvSpPr>
            <a:spLocks xmlns:a="http://schemas.openxmlformats.org/drawingml/2006/main" noGrp="1"/>
          </p:cNvSpPr>
          <p:nvPr/>
        </p:nvSpPr>
        <p:spPr>
          <a:xfrm xmlns:a="http://schemas.openxmlformats.org/drawingml/2006/main">
            <a:off x="7867650" y="2009775"/>
            <a:ext cx="2857500" cy="457200"/>
          </a:xfrm>
          <a:prstGeom xmlns:a="http://schemas.openxmlformats.org/drawingml/2006/main" prst="roundRect">
            <a:avLst>
              <a:gd name="adj" fmla="val 16667"/>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Candidate confirms profile facts</a:t>
            </a:r>
          </a:p>
        </p:txBody>
      </p:sp>
      <p:sp>
        <p:nvSpPr>
          <p:cNvPr id="34" name="">
            <a:extLst xmlns:a="http://schemas.openxmlformats.org/drawingml/2006/main">
              <a:ext uri="{FF2B5EF4-FFF2-40B4-BE49-F238E27FC236}">
                <a16:creationId xmlns:a16="http://schemas.microsoft.com/office/drawing/2014/main" id="{20CA30DD-BFE5-4929-BD2C-D8BA2178461F}"/>
              </a:ext>
            </a:extLst>
          </p:cNvPr>
          <p:cNvSpPr>
            <a:spLocks xmlns:a="http://schemas.openxmlformats.org/drawingml/2006/main" noGrp="1"/>
          </p:cNvSpPr>
          <p:nvPr/>
        </p:nvSpPr>
        <p:spPr>
          <a:xfrm xmlns:a="http://schemas.openxmlformats.org/drawingml/2006/main">
            <a:off x="742950" y="2714625"/>
            <a:ext cx="10668000" cy="342900"/>
          </a:xfrm>
          <a:prstGeom xmlns:a="http://schemas.openxmlformats.org/drawingml/2006/main" prst="roundRect">
            <a:avLst>
              <a:gd name="adj" fmla="val 22222"/>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l">
              <a:defRPr sz="1200" b="1">
                <a:solidFill>
                  <a:srgbClr val="000000"/>
                </a:solidFill>
                <a:latin typeface="Times New Roman"/>
                <a:ea typeface="Times New Roman"/>
                <a:cs typeface="Times New Roman"/>
              </a:defRPr>
            </a:defPPr>
            <a:lvl1pPr algn="l">
              <a:defRPr sz="1200" b="1">
                <a:solidFill>
                  <a:srgbClr val="000000"/>
                </a:solidFill>
                <a:latin typeface="Times New Roman"/>
                <a:ea typeface="Times New Roman"/>
                <a:cs typeface="Times New Roman"/>
              </a:defRPr>
            </a:lvl1pPr>
            <a:lvl2pPr algn="l">
              <a:defRPr sz="1200" b="1">
                <a:solidFill>
                  <a:srgbClr val="000000"/>
                </a:solidFill>
                <a:latin typeface="Times New Roman"/>
                <a:ea typeface="Times New Roman"/>
                <a:cs typeface="Times New Roman"/>
              </a:defRPr>
            </a:lvl2pPr>
            <a:lvl3pPr algn="l">
              <a:defRPr sz="1200" b="1">
                <a:solidFill>
                  <a:srgbClr val="000000"/>
                </a:solidFill>
                <a:latin typeface="Times New Roman"/>
                <a:ea typeface="Times New Roman"/>
                <a:cs typeface="Times New Roman"/>
              </a:defRPr>
            </a:lvl3pPr>
            <a:lvl4pPr algn="l">
              <a:defRPr sz="1200" b="1">
                <a:solidFill>
                  <a:srgbClr val="000000"/>
                </a:solidFill>
                <a:latin typeface="Times New Roman"/>
                <a:ea typeface="Times New Roman"/>
                <a:cs typeface="Times New Roman"/>
              </a:defRPr>
            </a:lvl4pPr>
            <a:lvl5pPr algn="l">
              <a:defRPr sz="1200" b="1">
                <a:solidFill>
                  <a:srgbClr val="000000"/>
                </a:solidFill>
                <a:latin typeface="Times New Roman"/>
                <a:ea typeface="Times New Roman"/>
                <a:cs typeface="Times New Roman"/>
              </a:defRPr>
            </a:lvl5pPr>
            <a:lvl6pPr algn="l">
              <a:defRPr sz="1200" b="1">
                <a:solidFill>
                  <a:srgbClr val="000000"/>
                </a:solidFill>
                <a:latin typeface="Times New Roman"/>
                <a:ea typeface="Times New Roman"/>
                <a:cs typeface="Times New Roman"/>
              </a:defRPr>
            </a:lvl6pPr>
            <a:lvl7pPr algn="l">
              <a:defRPr sz="1200" b="1">
                <a:solidFill>
                  <a:srgbClr val="000000"/>
                </a:solidFill>
                <a:latin typeface="Times New Roman"/>
                <a:ea typeface="Times New Roman"/>
                <a:cs typeface="Times New Roman"/>
              </a:defRPr>
            </a:lvl7pPr>
            <a:lvl8pPr algn="l">
              <a:defRPr sz="1200" b="1">
                <a:solidFill>
                  <a:srgbClr val="000000"/>
                </a:solidFill>
                <a:latin typeface="Times New Roman"/>
                <a:ea typeface="Times New Roman"/>
                <a:cs typeface="Times New Roman"/>
              </a:defRPr>
            </a:lvl8pPr>
            <a:lvl9pPr algn="l">
              <a:defRPr sz="1200" b="1">
                <a:solidFill>
                  <a:srgbClr val="000000"/>
                </a:solidFill>
                <a:latin typeface="Times New Roman"/>
                <a:ea typeface="Times New Roman"/>
                <a:cs typeface="Times New Roman"/>
              </a:defRPr>
            </a:lvl9pPr>
          </a:lstStyle>
          <a:p xmlns:a="http://schemas.openxmlformats.org/drawingml/2006/main">
            <a:pPr algn="l">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PROPOSED CNN + TRANSFORMER TEXT MATCHING  ·  NOT IN CURRENT CODE</a:t>
            </a:r>
          </a:p>
        </p:txBody>
      </p:sp>
      <p:sp>
        <p:nvSpPr>
          <p:cNvPr id="35" name="">
            <a:extLst xmlns:a="http://schemas.openxmlformats.org/drawingml/2006/main">
              <a:ext uri="{FF2B5EF4-FFF2-40B4-BE49-F238E27FC236}">
                <a16:creationId xmlns:a16="http://schemas.microsoft.com/office/drawing/2014/main" id="{58459915-C87A-4298-98AF-6AF53CD7351A}"/>
              </a:ext>
            </a:extLst>
          </p:cNvPr>
          <p:cNvSpPr>
            <a:spLocks xmlns:a="http://schemas.openxmlformats.org/drawingml/2006/main" noGrp="1"/>
          </p:cNvSpPr>
          <p:nvPr/>
        </p:nvSpPr>
        <p:spPr>
          <a:xfrm xmlns:a="http://schemas.openxmlformats.org/drawingml/2006/main">
            <a:off x="685800" y="3409950"/>
            <a:ext cx="1476375" cy="542925"/>
          </a:xfrm>
          <a:prstGeom xmlns:a="http://schemas.openxmlformats.org/drawingml/2006/main" prst="roundRect">
            <a:avLst>
              <a:gd name="adj" fmla="val 14035"/>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Resume tokens</a:t>
            </a:r>
          </a:p>
        </p:txBody>
      </p:sp>
      <p:sp>
        <p:nvSpPr>
          <p:cNvPr id="36" name="">
            <a:extLst xmlns:a="http://schemas.openxmlformats.org/drawingml/2006/main">
              <a:ext uri="{FF2B5EF4-FFF2-40B4-BE49-F238E27FC236}">
                <a16:creationId xmlns:a16="http://schemas.microsoft.com/office/drawing/2014/main" id="{4A0F097C-8470-42EE-BE8F-6914C942E820}"/>
              </a:ext>
            </a:extLst>
          </p:cNvPr>
          <p:cNvSpPr>
            <a:spLocks xmlns:a="http://schemas.openxmlformats.org/drawingml/2006/main" noGrp="1"/>
          </p:cNvSpPr>
          <p:nvPr/>
        </p:nvSpPr>
        <p:spPr>
          <a:xfrm xmlns:a="http://schemas.openxmlformats.org/drawingml/2006/main">
            <a:off x="2552700" y="3333750"/>
            <a:ext cx="1743075" cy="685800"/>
          </a:xfrm>
          <a:prstGeom xmlns:a="http://schemas.openxmlformats.org/drawingml/2006/main" prst="roundRect">
            <a:avLst>
              <a:gd name="adj" fmla="val 11111"/>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Shared embedding</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 Conv1D filters</a:t>
            </a:r>
          </a:p>
        </p:txBody>
      </p:sp>
      <p:sp>
        <p:nvSpPr>
          <p:cNvPr id="37" name="">
            <a:extLst xmlns:a="http://schemas.openxmlformats.org/drawingml/2006/main">
              <a:ext uri="{FF2B5EF4-FFF2-40B4-BE49-F238E27FC236}">
                <a16:creationId xmlns:a16="http://schemas.microsoft.com/office/drawing/2014/main" id="{4299592F-CA48-486A-B81F-43A212EB3E1F}"/>
              </a:ext>
            </a:extLst>
          </p:cNvPr>
          <p:cNvSpPr>
            <a:spLocks xmlns:a="http://schemas.openxmlformats.org/drawingml/2006/main" noGrp="1"/>
          </p:cNvSpPr>
          <p:nvPr/>
        </p:nvSpPr>
        <p:spPr>
          <a:xfrm xmlns:a="http://schemas.openxmlformats.org/drawingml/2006/main">
            <a:off x="4695825" y="3333750"/>
            <a:ext cx="1428750" cy="685800"/>
          </a:xfrm>
          <a:prstGeom xmlns:a="http://schemas.openxmlformats.org/drawingml/2006/main" prst="roundRect">
            <a:avLst>
              <a:gd name="adj" fmla="val 1111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Transformer</a:t>
            </a:r>
          </a:p>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self-attention</a:t>
            </a:r>
          </a:p>
        </p:txBody>
      </p:sp>
      <p:sp>
        <p:nvSpPr>
          <p:cNvPr id="38" name="">
            <a:extLst xmlns:a="http://schemas.openxmlformats.org/drawingml/2006/main">
              <a:ext uri="{FF2B5EF4-FFF2-40B4-BE49-F238E27FC236}">
                <a16:creationId xmlns:a16="http://schemas.microsoft.com/office/drawing/2014/main" id="{F5EBEE8D-4F1E-408C-B374-62D2EEFF60B9}"/>
              </a:ext>
            </a:extLst>
          </p:cNvPr>
          <p:cNvSpPr>
            <a:spLocks xmlns:a="http://schemas.openxmlformats.org/drawingml/2006/main" noGrp="1"/>
          </p:cNvSpPr>
          <p:nvPr/>
        </p:nvSpPr>
        <p:spPr>
          <a:xfrm xmlns:a="http://schemas.openxmlformats.org/drawingml/2006/main">
            <a:off x="6477000" y="3409950"/>
            <a:ext cx="1162050" cy="542925"/>
          </a:xfrm>
          <a:prstGeom xmlns:a="http://schemas.openxmlformats.org/drawingml/2006/main" prst="roundRect">
            <a:avLst>
              <a:gd name="adj" fmla="val 14035"/>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Pool + resume</a:t>
            </a:r>
          </a:p>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vector</a:t>
            </a:r>
          </a:p>
        </p:txBody>
      </p:sp>
      <p:sp>
        <p:nvSpPr>
          <p:cNvPr id="39" name="">
            <a:extLst xmlns:a="http://schemas.openxmlformats.org/drawingml/2006/main">
              <a:ext uri="{FF2B5EF4-FFF2-40B4-BE49-F238E27FC236}">
                <a16:creationId xmlns:a16="http://schemas.microsoft.com/office/drawing/2014/main" id="{2C9B6DC3-5237-4356-A687-DA0A1E5433C7}"/>
              </a:ext>
            </a:extLst>
          </p:cNvPr>
          <p:cNvSpPr>
            <a:spLocks xmlns:a="http://schemas.openxmlformats.org/drawingml/2006/main" noGrp="1"/>
          </p:cNvSpPr>
          <p:nvPr/>
        </p:nvSpPr>
        <p:spPr>
          <a:xfrm xmlns:a="http://schemas.openxmlformats.org/drawingml/2006/main">
            <a:off x="685800" y="4333875"/>
            <a:ext cx="1476375" cy="542925"/>
          </a:xfrm>
          <a:prstGeom xmlns:a="http://schemas.openxmlformats.org/drawingml/2006/main" prst="roundRect">
            <a:avLst>
              <a:gd name="adj" fmla="val 14035"/>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Job text</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tokens</a:t>
            </a:r>
          </a:p>
        </p:txBody>
      </p:sp>
      <p:sp>
        <p:nvSpPr>
          <p:cNvPr id="40" name="">
            <a:extLst xmlns:a="http://schemas.openxmlformats.org/drawingml/2006/main">
              <a:ext uri="{FF2B5EF4-FFF2-40B4-BE49-F238E27FC236}">
                <a16:creationId xmlns:a16="http://schemas.microsoft.com/office/drawing/2014/main" id="{07918567-EA96-454D-AA8C-D1A4AF2A57F0}"/>
              </a:ext>
            </a:extLst>
          </p:cNvPr>
          <p:cNvSpPr>
            <a:spLocks xmlns:a="http://schemas.openxmlformats.org/drawingml/2006/main" noGrp="1"/>
          </p:cNvSpPr>
          <p:nvPr/>
        </p:nvSpPr>
        <p:spPr>
          <a:xfrm xmlns:a="http://schemas.openxmlformats.org/drawingml/2006/main">
            <a:off x="2552700" y="4257675"/>
            <a:ext cx="1743075" cy="685800"/>
          </a:xfrm>
          <a:prstGeom xmlns:a="http://schemas.openxmlformats.org/drawingml/2006/main" prst="roundRect">
            <a:avLst>
              <a:gd name="adj" fmla="val 11111"/>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Shared embedding</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 Conv1D filters</a:t>
            </a:r>
          </a:p>
        </p:txBody>
      </p:sp>
      <p:sp>
        <p:nvSpPr>
          <p:cNvPr id="41" name="">
            <a:extLst xmlns:a="http://schemas.openxmlformats.org/drawingml/2006/main">
              <a:ext uri="{FF2B5EF4-FFF2-40B4-BE49-F238E27FC236}">
                <a16:creationId xmlns:a16="http://schemas.microsoft.com/office/drawing/2014/main" id="{C07A417C-2999-4B90-9E83-1405686E95C8}"/>
              </a:ext>
            </a:extLst>
          </p:cNvPr>
          <p:cNvSpPr>
            <a:spLocks xmlns:a="http://schemas.openxmlformats.org/drawingml/2006/main" noGrp="1"/>
          </p:cNvSpPr>
          <p:nvPr/>
        </p:nvSpPr>
        <p:spPr>
          <a:xfrm xmlns:a="http://schemas.openxmlformats.org/drawingml/2006/main">
            <a:off x="4695825" y="4257675"/>
            <a:ext cx="1428750" cy="685800"/>
          </a:xfrm>
          <a:prstGeom xmlns:a="http://schemas.openxmlformats.org/drawingml/2006/main" prst="roundRect">
            <a:avLst>
              <a:gd name="adj" fmla="val 1111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Transformer</a:t>
            </a:r>
          </a:p>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self-attention</a:t>
            </a:r>
          </a:p>
        </p:txBody>
      </p:sp>
      <p:sp>
        <p:nvSpPr>
          <p:cNvPr id="42" name="">
            <a:extLst xmlns:a="http://schemas.openxmlformats.org/drawingml/2006/main">
              <a:ext uri="{FF2B5EF4-FFF2-40B4-BE49-F238E27FC236}">
                <a16:creationId xmlns:a16="http://schemas.microsoft.com/office/drawing/2014/main" id="{90BF0736-DC30-488B-9922-8378DA3464F6}"/>
              </a:ext>
            </a:extLst>
          </p:cNvPr>
          <p:cNvSpPr>
            <a:spLocks xmlns:a="http://schemas.openxmlformats.org/drawingml/2006/main" noGrp="1"/>
          </p:cNvSpPr>
          <p:nvPr/>
        </p:nvSpPr>
        <p:spPr>
          <a:xfrm xmlns:a="http://schemas.openxmlformats.org/drawingml/2006/main">
            <a:off x="6477000" y="4333875"/>
            <a:ext cx="1162050" cy="542925"/>
          </a:xfrm>
          <a:prstGeom xmlns:a="http://schemas.openxmlformats.org/drawingml/2006/main" prst="roundRect">
            <a:avLst>
              <a:gd name="adj" fmla="val 14035"/>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975" b="1">
                <a:solidFill>
                  <a:srgbClr val="000000"/>
                </a:solidFill>
                <a:latin typeface="Times New Roman"/>
                <a:ea typeface="Times New Roman"/>
                <a:cs typeface="Times New Roman"/>
              </a:defRPr>
            </a:defPPr>
            <a:lvl1pPr algn="ctr">
              <a:defRPr sz="975" b="1">
                <a:solidFill>
                  <a:srgbClr val="000000"/>
                </a:solidFill>
                <a:latin typeface="Times New Roman"/>
                <a:ea typeface="Times New Roman"/>
                <a:cs typeface="Times New Roman"/>
              </a:defRPr>
            </a:lvl1pPr>
            <a:lvl2pPr algn="ctr">
              <a:defRPr sz="975" b="1">
                <a:solidFill>
                  <a:srgbClr val="000000"/>
                </a:solidFill>
                <a:latin typeface="Times New Roman"/>
                <a:ea typeface="Times New Roman"/>
                <a:cs typeface="Times New Roman"/>
              </a:defRPr>
            </a:lvl2pPr>
            <a:lvl3pPr algn="ctr">
              <a:defRPr sz="975" b="1">
                <a:solidFill>
                  <a:srgbClr val="000000"/>
                </a:solidFill>
                <a:latin typeface="Times New Roman"/>
                <a:ea typeface="Times New Roman"/>
                <a:cs typeface="Times New Roman"/>
              </a:defRPr>
            </a:lvl3pPr>
            <a:lvl4pPr algn="ctr">
              <a:defRPr sz="975" b="1">
                <a:solidFill>
                  <a:srgbClr val="000000"/>
                </a:solidFill>
                <a:latin typeface="Times New Roman"/>
                <a:ea typeface="Times New Roman"/>
                <a:cs typeface="Times New Roman"/>
              </a:defRPr>
            </a:lvl4pPr>
            <a:lvl5pPr algn="ctr">
              <a:defRPr sz="975" b="1">
                <a:solidFill>
                  <a:srgbClr val="000000"/>
                </a:solidFill>
                <a:latin typeface="Times New Roman"/>
                <a:ea typeface="Times New Roman"/>
                <a:cs typeface="Times New Roman"/>
              </a:defRPr>
            </a:lvl5pPr>
            <a:lvl6pPr algn="ctr">
              <a:defRPr sz="975" b="1">
                <a:solidFill>
                  <a:srgbClr val="000000"/>
                </a:solidFill>
                <a:latin typeface="Times New Roman"/>
                <a:ea typeface="Times New Roman"/>
                <a:cs typeface="Times New Roman"/>
              </a:defRPr>
            </a:lvl6pPr>
            <a:lvl7pPr algn="ctr">
              <a:defRPr sz="975" b="1">
                <a:solidFill>
                  <a:srgbClr val="000000"/>
                </a:solidFill>
                <a:latin typeface="Times New Roman"/>
                <a:ea typeface="Times New Roman"/>
                <a:cs typeface="Times New Roman"/>
              </a:defRPr>
            </a:lvl7pPr>
            <a:lvl8pPr algn="ctr">
              <a:defRPr sz="975" b="1">
                <a:solidFill>
                  <a:srgbClr val="000000"/>
                </a:solidFill>
                <a:latin typeface="Times New Roman"/>
                <a:ea typeface="Times New Roman"/>
                <a:cs typeface="Times New Roman"/>
              </a:defRPr>
            </a:lvl8pPr>
            <a:lvl9pPr algn="ctr">
              <a:defRPr sz="975" b="1">
                <a:solidFill>
                  <a:srgbClr val="000000"/>
                </a:solidFill>
                <a:latin typeface="Times New Roman"/>
                <a:ea typeface="Times New Roman"/>
                <a:cs typeface="Times New Roman"/>
              </a:defRPr>
            </a:lvl9pPr>
          </a:lstStyle>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Pool + job</a:t>
            </a:r>
          </a:p>
          <a:p xmlns:a="http://schemas.openxmlformats.org/drawingml/2006/main">
            <a:pPr algn="ctr">
              <a:defRPr sz="975" b="1">
                <a:solidFill>
                  <a:srgbClr val="000000"/>
                </a:solidFill>
                <a:latin typeface="Times New Roman"/>
                <a:ea typeface="Times New Roman"/>
                <a:cs typeface="Times New Roman"/>
              </a:defRPr>
            </a:pPr>
            <a:r>
              <a:rPr sz="975" b="1">
                <a:solidFill>
                  <a:srgbClr val="000000"/>
                </a:solidFill>
                <a:latin typeface="Times New Roman"/>
                <a:ea typeface="Times New Roman"/>
                <a:cs typeface="Times New Roman"/>
              </a:rPr>
              <a:t>vector</a:t>
            </a:r>
          </a:p>
        </p:txBody>
      </p:sp>
      <p:sp>
        <p:nvSpPr>
          <p:cNvPr id="49" name="">
            <a:extLst xmlns:a="http://schemas.openxmlformats.org/drawingml/2006/main">
              <a:ext uri="{FF2B5EF4-FFF2-40B4-BE49-F238E27FC236}">
                <a16:creationId xmlns:a16="http://schemas.microsoft.com/office/drawing/2014/main" id="{C3650D5D-C4EF-4E44-9FD0-4F7FD5D83EA2}"/>
              </a:ext>
            </a:extLst>
          </p:cNvPr>
          <p:cNvSpPr>
            <a:spLocks xmlns:a="http://schemas.openxmlformats.org/drawingml/2006/main" noGrp="1"/>
          </p:cNvSpPr>
          <p:nvPr/>
        </p:nvSpPr>
        <p:spPr>
          <a:xfrm xmlns:a="http://schemas.openxmlformats.org/drawingml/2006/main">
            <a:off x="8058150" y="3705225"/>
            <a:ext cx="1466850" cy="838200"/>
          </a:xfrm>
          <a:prstGeom xmlns:a="http://schemas.openxmlformats.org/drawingml/2006/main" prst="roundRect">
            <a:avLst>
              <a:gd name="adj" fmla="val 9091"/>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Join text vectors</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 fit signals</a:t>
            </a:r>
          </a:p>
        </p:txBody>
      </p:sp>
      <p:sp>
        <p:nvSpPr>
          <p:cNvPr id="50" name="">
            <a:extLst xmlns:a="http://schemas.openxmlformats.org/drawingml/2006/main">
              <a:ext uri="{FF2B5EF4-FFF2-40B4-BE49-F238E27FC236}">
                <a16:creationId xmlns:a16="http://schemas.microsoft.com/office/drawing/2014/main" id="{B48BC18A-32FA-4416-BCFB-009BD6AAE6DF}"/>
              </a:ext>
            </a:extLst>
          </p:cNvPr>
          <p:cNvSpPr>
            <a:spLocks xmlns:a="http://schemas.openxmlformats.org/drawingml/2006/main" noGrp="1"/>
          </p:cNvSpPr>
          <p:nvPr/>
        </p:nvSpPr>
        <p:spPr>
          <a:xfrm xmlns:a="http://schemas.openxmlformats.org/drawingml/2006/main">
            <a:off x="9829800" y="3705225"/>
            <a:ext cx="1285875" cy="838200"/>
          </a:xfrm>
          <a:prstGeom xmlns:a="http://schemas.openxmlformats.org/drawingml/2006/main" prst="roundRect">
            <a:avLst>
              <a:gd name="adj" fmla="val 909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Dense scoring</a:t>
            </a:r>
          </a:p>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head</a:t>
            </a:r>
          </a:p>
        </p:txBody>
      </p:sp>
      <p:sp>
        <p:nvSpPr>
          <p:cNvPr id="51" name="">
            <a:extLst xmlns:a="http://schemas.openxmlformats.org/drawingml/2006/main">
              <a:ext uri="{FF2B5EF4-FFF2-40B4-BE49-F238E27FC236}">
                <a16:creationId xmlns:a16="http://schemas.microsoft.com/office/drawing/2014/main" id="{B1646822-4F9B-4D30-A73B-15FF72290911}"/>
              </a:ext>
            </a:extLst>
          </p:cNvPr>
          <p:cNvSpPr>
            <a:spLocks xmlns:a="http://schemas.openxmlformats.org/drawingml/2006/main" noGrp="1"/>
          </p:cNvSpPr>
          <p:nvPr/>
        </p:nvSpPr>
        <p:spPr>
          <a:xfrm xmlns:a="http://schemas.openxmlformats.org/drawingml/2006/main">
            <a:off x="11277600" y="3829050"/>
            <a:ext cx="838200" cy="590550"/>
          </a:xfrm>
          <a:prstGeom xmlns:a="http://schemas.openxmlformats.org/drawingml/2006/main" prst="roundRect">
            <a:avLst>
              <a:gd name="adj" fmla="val 12903"/>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825" b="1">
                <a:solidFill>
                  <a:srgbClr val="000000"/>
                </a:solidFill>
                <a:latin typeface="Times New Roman"/>
                <a:ea typeface="Times New Roman"/>
                <a:cs typeface="Times New Roman"/>
              </a:defRPr>
            </a:defPPr>
            <a:lvl1pPr algn="ctr">
              <a:defRPr sz="825" b="1">
                <a:solidFill>
                  <a:srgbClr val="000000"/>
                </a:solidFill>
                <a:latin typeface="Times New Roman"/>
                <a:ea typeface="Times New Roman"/>
                <a:cs typeface="Times New Roman"/>
              </a:defRPr>
            </a:lvl1pPr>
            <a:lvl2pPr algn="ctr">
              <a:defRPr sz="825" b="1">
                <a:solidFill>
                  <a:srgbClr val="000000"/>
                </a:solidFill>
                <a:latin typeface="Times New Roman"/>
                <a:ea typeface="Times New Roman"/>
                <a:cs typeface="Times New Roman"/>
              </a:defRPr>
            </a:lvl2pPr>
            <a:lvl3pPr algn="ctr">
              <a:defRPr sz="825" b="1">
                <a:solidFill>
                  <a:srgbClr val="000000"/>
                </a:solidFill>
                <a:latin typeface="Times New Roman"/>
                <a:ea typeface="Times New Roman"/>
                <a:cs typeface="Times New Roman"/>
              </a:defRPr>
            </a:lvl3pPr>
            <a:lvl4pPr algn="ctr">
              <a:defRPr sz="825" b="1">
                <a:solidFill>
                  <a:srgbClr val="000000"/>
                </a:solidFill>
                <a:latin typeface="Times New Roman"/>
                <a:ea typeface="Times New Roman"/>
                <a:cs typeface="Times New Roman"/>
              </a:defRPr>
            </a:lvl4pPr>
            <a:lvl5pPr algn="ctr">
              <a:defRPr sz="825" b="1">
                <a:solidFill>
                  <a:srgbClr val="000000"/>
                </a:solidFill>
                <a:latin typeface="Times New Roman"/>
                <a:ea typeface="Times New Roman"/>
                <a:cs typeface="Times New Roman"/>
              </a:defRPr>
            </a:lvl5pPr>
            <a:lvl6pPr algn="ctr">
              <a:defRPr sz="825" b="1">
                <a:solidFill>
                  <a:srgbClr val="000000"/>
                </a:solidFill>
                <a:latin typeface="Times New Roman"/>
                <a:ea typeface="Times New Roman"/>
                <a:cs typeface="Times New Roman"/>
              </a:defRPr>
            </a:lvl6pPr>
            <a:lvl7pPr algn="ctr">
              <a:defRPr sz="825" b="1">
                <a:solidFill>
                  <a:srgbClr val="000000"/>
                </a:solidFill>
                <a:latin typeface="Times New Roman"/>
                <a:ea typeface="Times New Roman"/>
                <a:cs typeface="Times New Roman"/>
              </a:defRPr>
            </a:lvl7pPr>
            <a:lvl8pPr algn="ctr">
              <a:defRPr sz="825" b="1">
                <a:solidFill>
                  <a:srgbClr val="000000"/>
                </a:solidFill>
                <a:latin typeface="Times New Roman"/>
                <a:ea typeface="Times New Roman"/>
                <a:cs typeface="Times New Roman"/>
              </a:defRPr>
            </a:lvl8pPr>
            <a:lvl9pPr algn="ctr">
              <a:defRPr sz="825" b="1">
                <a:solidFill>
                  <a:srgbClr val="000000"/>
                </a:solidFill>
                <a:latin typeface="Times New Roman"/>
                <a:ea typeface="Times New Roman"/>
                <a:cs typeface="Times New Roman"/>
              </a:defRPr>
            </a:lvl9pPr>
          </a:lstStyle>
          <a:p xmlns:a="http://schemas.openxmlformats.org/drawingml/2006/main">
            <a:pPr algn="ct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Rank + compare</a:t>
            </a:r>
          </a:p>
          <a:p xmlns:a="http://schemas.openxmlformats.org/drawingml/2006/main">
            <a:pPr algn="ctr">
              <a:defRPr sz="825" b="1">
                <a:solidFill>
                  <a:srgbClr val="000000"/>
                </a:solidFill>
                <a:latin typeface="Times New Roman"/>
                <a:ea typeface="Times New Roman"/>
                <a:cs typeface="Times New Roman"/>
              </a:defRPr>
            </a:pPr>
            <a:r>
              <a:rPr sz="825" b="1">
                <a:solidFill>
                  <a:srgbClr val="000000"/>
                </a:solidFill>
                <a:latin typeface="Times New Roman"/>
                <a:ea typeface="Times New Roman"/>
                <a:cs typeface="Times New Roman"/>
              </a:rPr>
              <a:t>with current DNN</a:t>
            </a:r>
          </a:p>
        </p:txBody>
      </p:sp>
      <p:sp>
        <p:nvSpPr>
          <p:cNvPr id="56" name="">
            <a:extLst xmlns:a="http://schemas.openxmlformats.org/drawingml/2006/main">
              <a:ext uri="{FF2B5EF4-FFF2-40B4-BE49-F238E27FC236}">
                <a16:creationId xmlns:a16="http://schemas.microsoft.com/office/drawing/2014/main" id="{39B92582-3702-47FA-88DF-F09029BBF02F}"/>
              </a:ext>
            </a:extLst>
          </p:cNvPr>
          <p:cNvSpPr>
            <a:spLocks xmlns:a="http://schemas.openxmlformats.org/drawingml/2006/main" noGrp="1"/>
          </p:cNvSpPr>
          <p:nvPr/>
        </p:nvSpPr>
        <p:spPr>
          <a:xfrm xmlns:a="http://schemas.openxmlformats.org/drawingml/2006/main">
            <a:off x="7924800" y="4953000"/>
            <a:ext cx="41719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Validate on consent-aware, held-out outcomes before making a quality claim.</a:t>
            </a:r>
          </a:p>
        </p:txBody>
      </p:sp>
      <p:sp>
        <p:nvSpPr>
          <p:cNvPr id="57" name="">
            <a:extLst xmlns:a="http://schemas.openxmlformats.org/drawingml/2006/main">
              <a:ext uri="{FF2B5EF4-FFF2-40B4-BE49-F238E27FC236}">
                <a16:creationId xmlns:a16="http://schemas.microsoft.com/office/drawing/2014/main" id="{C6136C78-4E00-4BFF-A2E7-BAECEBBC1AB2}"/>
              </a:ext>
            </a:extLst>
          </p:cNvPr>
          <p:cNvSpPr>
            <a:spLocks xmlns:a="http://schemas.openxmlformats.org/drawingml/2006/main" noGrp="1"/>
          </p:cNvSpPr>
          <p:nvPr/>
        </p:nvSpPr>
        <p:spPr>
          <a:xfrm xmlns:a="http://schemas.openxmlformats.org/drawingml/2006/main">
            <a:off x="781050" y="5657850"/>
            <a:ext cx="10572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66666"/>
                </a:solidFill>
                <a:latin typeface="Times New Roman"/>
                <a:ea typeface="Times New Roman"/>
                <a:cs typeface="Times New Roman"/>
              </a:defRPr>
            </a:defPPr>
            <a:lvl1pPr algn="ctr">
              <a:defRPr sz="1050" b="0">
                <a:solidFill>
                  <a:srgbClr val="666666"/>
                </a:solidFill>
                <a:latin typeface="Times New Roman"/>
                <a:ea typeface="Times New Roman"/>
                <a:cs typeface="Times New Roman"/>
              </a:defRPr>
            </a:lvl1pPr>
            <a:lvl2pPr algn="ctr">
              <a:defRPr sz="1050" b="0">
                <a:solidFill>
                  <a:srgbClr val="666666"/>
                </a:solidFill>
                <a:latin typeface="Times New Roman"/>
                <a:ea typeface="Times New Roman"/>
                <a:cs typeface="Times New Roman"/>
              </a:defRPr>
            </a:lvl2pPr>
            <a:lvl3pPr algn="ctr">
              <a:defRPr sz="1050" b="0">
                <a:solidFill>
                  <a:srgbClr val="666666"/>
                </a:solidFill>
                <a:latin typeface="Times New Roman"/>
                <a:ea typeface="Times New Roman"/>
                <a:cs typeface="Times New Roman"/>
              </a:defRPr>
            </a:lvl3pPr>
            <a:lvl4pPr algn="ctr">
              <a:defRPr sz="1050" b="0">
                <a:solidFill>
                  <a:srgbClr val="666666"/>
                </a:solidFill>
                <a:latin typeface="Times New Roman"/>
                <a:ea typeface="Times New Roman"/>
                <a:cs typeface="Times New Roman"/>
              </a:defRPr>
            </a:lvl4pPr>
            <a:lvl5pPr algn="ctr">
              <a:defRPr sz="1050" b="0">
                <a:solidFill>
                  <a:srgbClr val="666666"/>
                </a:solidFill>
                <a:latin typeface="Times New Roman"/>
                <a:ea typeface="Times New Roman"/>
                <a:cs typeface="Times New Roman"/>
              </a:defRPr>
            </a:lvl5pPr>
            <a:lvl6pPr algn="ctr">
              <a:defRPr sz="1050" b="0">
                <a:solidFill>
                  <a:srgbClr val="666666"/>
                </a:solidFill>
                <a:latin typeface="Times New Roman"/>
                <a:ea typeface="Times New Roman"/>
                <a:cs typeface="Times New Roman"/>
              </a:defRPr>
            </a:lvl6pPr>
            <a:lvl7pPr algn="ctr">
              <a:defRPr sz="1050" b="0">
                <a:solidFill>
                  <a:srgbClr val="666666"/>
                </a:solidFill>
                <a:latin typeface="Times New Roman"/>
                <a:ea typeface="Times New Roman"/>
                <a:cs typeface="Times New Roman"/>
              </a:defRPr>
            </a:lvl7pPr>
            <a:lvl8pPr algn="ctr">
              <a:defRPr sz="1050" b="0">
                <a:solidFill>
                  <a:srgbClr val="666666"/>
                </a:solidFill>
                <a:latin typeface="Times New Roman"/>
                <a:ea typeface="Times New Roman"/>
                <a:cs typeface="Times New Roman"/>
              </a:defRPr>
            </a:lvl8pPr>
            <a:lvl9pPr algn="ctr">
              <a:defRPr sz="1050" b="0">
                <a:solidFill>
                  <a:srgbClr val="666666"/>
                </a:solidFill>
                <a:latin typeface="Times New Roman"/>
                <a:ea typeface="Times New Roman"/>
                <a:cs typeface="Times New Roman"/>
              </a:defRPr>
            </a:lvl9pPr>
          </a:lstStyle>
          <a:p xmlns:a="http://schemas.openxmlformats.org/drawingml/2006/main">
            <a:pPr algn="ctr">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A CNN could learn local text patterns; the project must still test whether it improves ranking over the current structured baseline.</a:t>
            </a:r>
          </a:p>
        </p:txBody>
      </p:sp>
    </p:spTree>
    <p:extLst>
      <p:ext uri="{BB962C8B-B14F-4D97-AF65-F5344CB8AC3E}">
        <p14:creationId xmlns:p14="http://schemas.microsoft.com/office/powerpoint/2010/main" val="17132559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9" name="">
            <a:extLst xmlns:a="http://schemas.openxmlformats.org/drawingml/2006/main">
              <a:ext uri="{FF2B5EF4-FFF2-40B4-BE49-F238E27FC236}">
                <a16:creationId xmlns:a16="http://schemas.microsoft.com/office/drawing/2014/main" id="{C657EFAE-A78E-438C-A6E1-845263C054EE}"/>
              </a:ext>
            </a:extLst>
          </p:cNvPr>
          <p:cNvCxnSpPr>
            <a:stCxn xmlns:a="http://schemas.openxmlformats.org/drawingml/2006/main" id="31" idx="3"/>
            <a:endCxn xmlns:a="http://schemas.openxmlformats.org/drawingml/2006/main" id="34" idx="1"/>
          </p:cNvCxnSpPr>
          <p:nvPr/>
        </p:nvCxnSpPr>
        <p:spPr>
          <a:xfrm xmlns:a="http://schemas.openxmlformats.org/drawingml/2006/main">
            <a:off x="6010275" y="2952750"/>
            <a:ext cx="22860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8" name="">
            <a:extLst xmlns:a="http://schemas.openxmlformats.org/drawingml/2006/main">
              <a:ext uri="{FF2B5EF4-FFF2-40B4-BE49-F238E27FC236}">
                <a16:creationId xmlns:a16="http://schemas.microsoft.com/office/drawing/2014/main" id="{C4EC571E-45AD-413B-AF98-D58EF775B6AE}"/>
              </a:ext>
            </a:extLst>
          </p:cNvPr>
          <p:cNvCxnSpPr>
            <a:stCxn xmlns:a="http://schemas.openxmlformats.org/drawingml/2006/main" id="28" idx="3"/>
            <a:endCxn xmlns:a="http://schemas.openxmlformats.org/drawingml/2006/main" id="31" idx="1"/>
          </p:cNvCxnSpPr>
          <p:nvPr/>
        </p:nvCxnSpPr>
        <p:spPr>
          <a:xfrm xmlns:a="http://schemas.openxmlformats.org/drawingml/2006/main">
            <a:off x="4210050" y="2952750"/>
            <a:ext cx="22860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cxnSp>
        <p:nvCxnSpPr>
          <p:cNvPr id="37" name="">
            <a:extLst xmlns:a="http://schemas.openxmlformats.org/drawingml/2006/main">
              <a:ext uri="{FF2B5EF4-FFF2-40B4-BE49-F238E27FC236}">
                <a16:creationId xmlns:a16="http://schemas.microsoft.com/office/drawing/2014/main" id="{4438DFA4-CC6A-4CD0-9983-77424440E460}"/>
              </a:ext>
            </a:extLst>
          </p:cNvPr>
          <p:cNvCxnSpPr>
            <a:stCxn xmlns:a="http://schemas.openxmlformats.org/drawingml/2006/main" id="25" idx="3"/>
            <a:endCxn xmlns:a="http://schemas.openxmlformats.org/drawingml/2006/main" id="28" idx="1"/>
          </p:cNvCxnSpPr>
          <p:nvPr/>
        </p:nvCxnSpPr>
        <p:spPr>
          <a:xfrm xmlns:a="http://schemas.openxmlformats.org/drawingml/2006/main">
            <a:off x="2409825" y="2952750"/>
            <a:ext cx="228600" cy="0"/>
          </a:xfrm>
          <a:prstGeom xmlns:a="http://schemas.openxmlformats.org/drawingml/2006/main" prst="straightConnector1">
            <a:avLst/>
          </a:prstGeom>
          <a:ln xmlns:a="http://schemas.openxmlformats.org/drawingml/2006/main" w="19050">
            <a:solidFill>
              <a:srgbClr val="354D76"/>
            </a:solidFill>
            <a:prstDash val="solid"/>
            <a:tailEnd type="arrow" w="sm" len="sm"/>
          </a:ln>
        </p:spPr>
      </p:cxnSp>
      <p:sp>
        <p:nvSpPr>
          <p:cNvPr id="60" name="">
            <a:extLst xmlns:a="http://schemas.openxmlformats.org/drawingml/2006/main">
              <a:ext uri="{FF2B5EF4-FFF2-40B4-BE49-F238E27FC236}">
                <a16:creationId xmlns:a16="http://schemas.microsoft.com/office/drawing/2014/main" id="{BE666366-F87D-43F5-B2AD-1504E0045C7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4A8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4C6FFC-FF75-4739-A320-035D5DE7CC58}"/>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412EF247-83ED-442E-8F48-42984AA5F6BC}"/>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7151833-7861-4515-910F-35B651C95363}"/>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54FADF23-C188-4B0B-861F-078EB1FF43AF}"/>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AE903C-B5C6-410C-960A-BC372F4074C4}"/>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A9612B68-D05C-4CC9-B1FD-043C82254C3E}"/>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D21204-182C-431C-98C3-B397740324EB}"/>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8D654876-EA14-410F-9F7D-B20D9291F4FD}"/>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714A37-6FA7-4A66-94B0-6CE8BDE94BBC}"/>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96E53911-D513-4458-B20E-8FFD8B35801F}"/>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39107EA-446E-4972-90FD-93B8C7A5B655}"/>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7E3"/>
          </a:solidFill>
          <a:ln xmlns:a="http://schemas.openxmlformats.org/drawingml/2006/main" w="9525">
            <a:solidFill>
              <a:srgbClr val="D4A83C"/>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448FE699-DE85-44DB-AACA-FA183241830B}"/>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E02644-8BE3-4EFC-A37C-76073CB97A32}"/>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154273E9-79A5-42B2-8339-5CF6FEC71125}"/>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What a candidate and admin do in the platform</a:t>
            </a:r>
          </a:p>
        </p:txBody>
      </p:sp>
      <p:sp>
        <p:nvSpPr>
          <p:cNvPr id="16" name="">
            <a:extLst xmlns:a="http://schemas.openxmlformats.org/drawingml/2006/main">
              <a:ext uri="{FF2B5EF4-FFF2-40B4-BE49-F238E27FC236}">
                <a16:creationId xmlns:a16="http://schemas.microsoft.com/office/drawing/2014/main" id="{4E62242D-2642-445A-A1A5-1D1951B86ADF}"/>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08 · PRACTICAL WALKTHROUGH</a:t>
            </a:r>
          </a:p>
        </p:txBody>
      </p:sp>
      <p:sp>
        <p:nvSpPr>
          <p:cNvPr id="17" name="">
            <a:extLst xmlns:a="http://schemas.openxmlformats.org/drawingml/2006/main">
              <a:ext uri="{FF2B5EF4-FFF2-40B4-BE49-F238E27FC236}">
                <a16:creationId xmlns:a16="http://schemas.microsoft.com/office/drawing/2014/main" id="{96E902D9-A058-411E-B022-563CC8DD51E9}"/>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D4A8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263B0BC-C777-4E4F-B7F9-1BCB93844C9D}"/>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08102A0-68AF-47C5-BA49-BCCA4AAE432B}"/>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3D1F7A65-0591-4159-AFF9-2507054C55ED}"/>
              </a:ext>
            </a:extLst>
          </p:cNvPr>
          <p:cNvPicPr>
            <a:picLocks xmlns:a="http://schemas.openxmlformats.org/drawingml/2006/main" noChangeAspect="1"/>
          </p:cNvPicPr>
          <p:nvPr/>
        </p:nvPicPr>
        <p:blipFill>
          <a:blip xmlns:r="http://schemas.openxmlformats.org/officeDocument/2006/relationships" xmlns:a="http://schemas.openxmlformats.org/drawingml/2006/main" r:embed="R0415b14fd70c4b16"/>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3EFBB85-6BF9-471B-A4D7-86A37A053B5E}"/>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75869FB3-D3AC-4982-844A-352FEC5C32BC}"/>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14 / 15</a:t>
            </a:r>
          </a:p>
        </p:txBody>
      </p:sp>
      <p:sp>
        <p:nvSpPr>
          <p:cNvPr id="23" name="">
            <a:extLst xmlns:a="http://schemas.openxmlformats.org/drawingml/2006/main">
              <a:ext uri="{FF2B5EF4-FFF2-40B4-BE49-F238E27FC236}">
                <a16:creationId xmlns:a16="http://schemas.microsoft.com/office/drawing/2014/main" id="{86501623-1F38-42C8-BE8D-44BF8981F94A}"/>
              </a:ext>
            </a:extLst>
          </p:cNvPr>
          <p:cNvSpPr>
            <a:spLocks xmlns:a="http://schemas.openxmlformats.org/drawingml/2006/main" noGrp="1"/>
          </p:cNvSpPr>
          <p:nvPr/>
        </p:nvSpPr>
        <p:spPr>
          <a:xfrm xmlns:a="http://schemas.openxmlformats.org/drawingml/2006/main">
            <a:off x="762000" y="11525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66666"/>
                </a:solidFill>
                <a:latin typeface="Times New Roman"/>
                <a:ea typeface="Times New Roman"/>
                <a:cs typeface="Times New Roman"/>
              </a:defRPr>
            </a:defPPr>
            <a:lvl1pPr algn="l">
              <a:defRPr sz="1275" b="0">
                <a:solidFill>
                  <a:srgbClr val="666666"/>
                </a:solidFill>
                <a:latin typeface="Times New Roman"/>
                <a:ea typeface="Times New Roman"/>
                <a:cs typeface="Times New Roman"/>
              </a:defRPr>
            </a:lvl1pPr>
            <a:lvl2pPr algn="l">
              <a:defRPr sz="1275" b="0">
                <a:solidFill>
                  <a:srgbClr val="666666"/>
                </a:solidFill>
                <a:latin typeface="Times New Roman"/>
                <a:ea typeface="Times New Roman"/>
                <a:cs typeface="Times New Roman"/>
              </a:defRPr>
            </a:lvl2pPr>
            <a:lvl3pPr algn="l">
              <a:defRPr sz="1275" b="0">
                <a:solidFill>
                  <a:srgbClr val="666666"/>
                </a:solidFill>
                <a:latin typeface="Times New Roman"/>
                <a:ea typeface="Times New Roman"/>
                <a:cs typeface="Times New Roman"/>
              </a:defRPr>
            </a:lvl3pPr>
            <a:lvl4pPr algn="l">
              <a:defRPr sz="1275" b="0">
                <a:solidFill>
                  <a:srgbClr val="666666"/>
                </a:solidFill>
                <a:latin typeface="Times New Roman"/>
                <a:ea typeface="Times New Roman"/>
                <a:cs typeface="Times New Roman"/>
              </a:defRPr>
            </a:lvl4pPr>
            <a:lvl5pPr algn="l">
              <a:defRPr sz="1275" b="0">
                <a:solidFill>
                  <a:srgbClr val="666666"/>
                </a:solidFill>
                <a:latin typeface="Times New Roman"/>
                <a:ea typeface="Times New Roman"/>
                <a:cs typeface="Times New Roman"/>
              </a:defRPr>
            </a:lvl5pPr>
            <a:lvl6pPr algn="l">
              <a:defRPr sz="1275" b="0">
                <a:solidFill>
                  <a:srgbClr val="666666"/>
                </a:solidFill>
                <a:latin typeface="Times New Roman"/>
                <a:ea typeface="Times New Roman"/>
                <a:cs typeface="Times New Roman"/>
              </a:defRPr>
            </a:lvl6pPr>
            <a:lvl7pPr algn="l">
              <a:defRPr sz="1275" b="0">
                <a:solidFill>
                  <a:srgbClr val="666666"/>
                </a:solidFill>
                <a:latin typeface="Times New Roman"/>
                <a:ea typeface="Times New Roman"/>
                <a:cs typeface="Times New Roman"/>
              </a:defRPr>
            </a:lvl7pPr>
            <a:lvl8pPr algn="l">
              <a:defRPr sz="1275" b="0">
                <a:solidFill>
                  <a:srgbClr val="666666"/>
                </a:solidFill>
                <a:latin typeface="Times New Roman"/>
                <a:ea typeface="Times New Roman"/>
                <a:cs typeface="Times New Roman"/>
              </a:defRPr>
            </a:lvl8pPr>
            <a:lvl9pPr algn="l">
              <a:defRPr sz="1275" b="0">
                <a:solidFill>
                  <a:srgbClr val="666666"/>
                </a:solidFill>
                <a:latin typeface="Times New Roman"/>
                <a:ea typeface="Times New Roman"/>
                <a:cs typeface="Times New Roman"/>
              </a:defRPr>
            </a:lvl9pPr>
          </a:lstStyle>
          <a:p xmlns:a="http://schemas.openxmlformats.org/drawingml/2006/main">
            <a:pPr algn="l">
              <a:defRPr sz="1275" b="0">
                <a:solidFill>
                  <a:srgbClr val="666666"/>
                </a:solidFill>
                <a:latin typeface="Times New Roman"/>
                <a:ea typeface="Times New Roman"/>
                <a:cs typeface="Times New Roman"/>
              </a:defRPr>
            </a:pPr>
            <a:r>
              <a:rPr sz="1275" b="0">
                <a:solidFill>
                  <a:srgbClr val="666666"/>
                </a:solidFill>
                <a:latin typeface="Times New Roman"/>
                <a:ea typeface="Times New Roman"/>
                <a:cs typeface="Times New Roman"/>
              </a:rPr>
              <a:t>A guided path for candidates, with the review tools admins need behind it.</a:t>
            </a:r>
          </a:p>
        </p:txBody>
      </p:sp>
      <p:sp>
        <p:nvSpPr>
          <p:cNvPr id="24" name="">
            <a:extLst xmlns:a="http://schemas.openxmlformats.org/drawingml/2006/main">
              <a:ext uri="{FF2B5EF4-FFF2-40B4-BE49-F238E27FC236}">
                <a16:creationId xmlns:a16="http://schemas.microsoft.com/office/drawing/2014/main" id="{E11BC9DC-DE02-4CEC-83EF-153EB784C7C3}"/>
              </a:ext>
            </a:extLst>
          </p:cNvPr>
          <p:cNvSpPr>
            <a:spLocks xmlns:a="http://schemas.openxmlformats.org/drawingml/2006/main" noGrp="1"/>
          </p:cNvSpPr>
          <p:nvPr/>
        </p:nvSpPr>
        <p:spPr>
          <a:xfrm xmlns:a="http://schemas.openxmlformats.org/drawingml/2006/main">
            <a:off x="723900" y="1581150"/>
            <a:ext cx="7286625" cy="428625"/>
          </a:xfrm>
          <a:prstGeom xmlns:a="http://schemas.openxmlformats.org/drawingml/2006/main" prst="rect">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l">
              <a:defRPr sz="1425" b="1">
                <a:solidFill>
                  <a:srgbClr val="000000"/>
                </a:solidFill>
                <a:latin typeface="Times New Roman"/>
                <a:ea typeface="Times New Roman"/>
                <a:cs typeface="Times New Roman"/>
              </a:defRPr>
            </a:defPPr>
            <a:lvl1pPr algn="l">
              <a:defRPr sz="1425" b="1">
                <a:solidFill>
                  <a:srgbClr val="000000"/>
                </a:solidFill>
                <a:latin typeface="Times New Roman"/>
                <a:ea typeface="Times New Roman"/>
                <a:cs typeface="Times New Roman"/>
              </a:defRPr>
            </a:lvl1pPr>
            <a:lvl2pPr algn="l">
              <a:defRPr sz="1425" b="1">
                <a:solidFill>
                  <a:srgbClr val="000000"/>
                </a:solidFill>
                <a:latin typeface="Times New Roman"/>
                <a:ea typeface="Times New Roman"/>
                <a:cs typeface="Times New Roman"/>
              </a:defRPr>
            </a:lvl2pPr>
            <a:lvl3pPr algn="l">
              <a:defRPr sz="1425" b="1">
                <a:solidFill>
                  <a:srgbClr val="000000"/>
                </a:solidFill>
                <a:latin typeface="Times New Roman"/>
                <a:ea typeface="Times New Roman"/>
                <a:cs typeface="Times New Roman"/>
              </a:defRPr>
            </a:lvl3pPr>
            <a:lvl4pPr algn="l">
              <a:defRPr sz="1425" b="1">
                <a:solidFill>
                  <a:srgbClr val="000000"/>
                </a:solidFill>
                <a:latin typeface="Times New Roman"/>
                <a:ea typeface="Times New Roman"/>
                <a:cs typeface="Times New Roman"/>
              </a:defRPr>
            </a:lvl4pPr>
            <a:lvl5pPr algn="l">
              <a:defRPr sz="1425" b="1">
                <a:solidFill>
                  <a:srgbClr val="000000"/>
                </a:solidFill>
                <a:latin typeface="Times New Roman"/>
                <a:ea typeface="Times New Roman"/>
                <a:cs typeface="Times New Roman"/>
              </a:defRPr>
            </a:lvl5pPr>
            <a:lvl6pPr algn="l">
              <a:defRPr sz="1425" b="1">
                <a:solidFill>
                  <a:srgbClr val="000000"/>
                </a:solidFill>
                <a:latin typeface="Times New Roman"/>
                <a:ea typeface="Times New Roman"/>
                <a:cs typeface="Times New Roman"/>
              </a:defRPr>
            </a:lvl6pPr>
            <a:lvl7pPr algn="l">
              <a:defRPr sz="1425" b="1">
                <a:solidFill>
                  <a:srgbClr val="000000"/>
                </a:solidFill>
                <a:latin typeface="Times New Roman"/>
                <a:ea typeface="Times New Roman"/>
                <a:cs typeface="Times New Roman"/>
              </a:defRPr>
            </a:lvl7pPr>
            <a:lvl8pPr algn="l">
              <a:defRPr sz="1425" b="1">
                <a:solidFill>
                  <a:srgbClr val="000000"/>
                </a:solidFill>
                <a:latin typeface="Times New Roman"/>
                <a:ea typeface="Times New Roman"/>
                <a:cs typeface="Times New Roman"/>
              </a:defRPr>
            </a:lvl8pPr>
            <a:lvl9pPr algn="l">
              <a:defRPr sz="1425" b="1">
                <a:solidFill>
                  <a:srgbClr val="000000"/>
                </a:solidFill>
                <a:latin typeface="Times New Roman"/>
                <a:ea typeface="Times New Roman"/>
                <a:cs typeface="Times New Roman"/>
              </a:defRPr>
            </a:lvl9pPr>
          </a:lstStyle>
          <a:p xmlns:a="http://schemas.openxmlformats.org/drawingml/2006/main">
            <a:pPr algn="l">
              <a:defRPr sz="1425" b="1">
                <a:solidFill>
                  <a:srgbClr val="000000"/>
                </a:solidFill>
                <a:latin typeface="Times New Roman"/>
                <a:ea typeface="Times New Roman"/>
                <a:cs typeface="Times New Roman"/>
              </a:defRPr>
            </a:pPr>
            <a:r>
              <a:rPr sz="1425" b="1">
                <a:solidFill>
                  <a:srgbClr val="000000"/>
                </a:solidFill>
                <a:latin typeface="Times New Roman"/>
                <a:ea typeface="Times New Roman"/>
                <a:cs typeface="Times New Roman"/>
              </a:rPr>
              <a:t>CANDIDATE JOURNEY</a:t>
            </a:r>
          </a:p>
        </p:txBody>
      </p:sp>
      <p:sp>
        <p:nvSpPr>
          <p:cNvPr id="25" name="">
            <a:extLst xmlns:a="http://schemas.openxmlformats.org/drawingml/2006/main">
              <a:ext uri="{FF2B5EF4-FFF2-40B4-BE49-F238E27FC236}">
                <a16:creationId xmlns:a16="http://schemas.microsoft.com/office/drawing/2014/main" id="{E6ED806E-E4CA-4A3B-B3A4-1F84B2FDF5FC}"/>
              </a:ext>
            </a:extLst>
          </p:cNvPr>
          <p:cNvSpPr>
            <a:spLocks xmlns:a="http://schemas.openxmlformats.org/drawingml/2006/main" noGrp="1"/>
          </p:cNvSpPr>
          <p:nvPr/>
        </p:nvSpPr>
        <p:spPr>
          <a:xfrm xmlns:a="http://schemas.openxmlformats.org/drawingml/2006/main">
            <a:off x="838200" y="2324100"/>
            <a:ext cx="1571625" cy="1257300"/>
          </a:xfrm>
          <a:prstGeom xmlns:a="http://schemas.openxmlformats.org/drawingml/2006/main" prst="roundRect">
            <a:avLst>
              <a:gd name="adj" fmla="val 6061"/>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1</a:t>
            </a:r>
          </a:p>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Confirm profile</a:t>
            </a:r>
          </a:p>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Review parsed facts</a:t>
            </a:r>
          </a:p>
        </p:txBody>
      </p:sp>
      <p:sp>
        <p:nvSpPr>
          <p:cNvPr id="26" name="">
            <a:extLst xmlns:a="http://schemas.openxmlformats.org/drawingml/2006/main">
              <a:ext uri="{FF2B5EF4-FFF2-40B4-BE49-F238E27FC236}">
                <a16:creationId xmlns:a16="http://schemas.microsoft.com/office/drawing/2014/main" id="{4D548154-DB97-422D-976E-AB3B5089661D}"/>
              </a:ext>
            </a:extLst>
          </p:cNvPr>
          <p:cNvSpPr>
            <a:spLocks xmlns:a="http://schemas.openxmlformats.org/drawingml/2006/main" noGrp="1"/>
          </p:cNvSpPr>
          <p:nvPr/>
        </p:nvSpPr>
        <p:spPr>
          <a:xfrm xmlns:a="http://schemas.openxmlformats.org/drawingml/2006/main">
            <a:off x="962025" y="2209800"/>
            <a:ext cx="276225" cy="276225"/>
          </a:xfrm>
          <a:prstGeom xmlns:a="http://schemas.openxmlformats.org/drawingml/2006/main" prst="ellipse">
            <a:avLst/>
          </a:prstGeom>
          <a:solidFill xmlns:a="http://schemas.openxmlformats.org/drawingml/2006/main">
            <a:srgbClr val="1686D9"/>
          </a:solidFill>
          <a:ln xmlns:a="http://schemas.openxmlformats.org/drawingml/2006/main" w="9525">
            <a:solidFill>
              <a:srgbClr val="1686D9"/>
            </a:solidFill>
            <a:prstDash val="solid"/>
          </a:ln>
        </p:spPr>
      </p:sp>
      <p:sp>
        <p:nvSpPr>
          <p:cNvPr id="27" name="">
            <a:extLst xmlns:a="http://schemas.openxmlformats.org/drawingml/2006/main">
              <a:ext uri="{FF2B5EF4-FFF2-40B4-BE49-F238E27FC236}">
                <a16:creationId xmlns:a16="http://schemas.microsoft.com/office/drawing/2014/main" id="{5BDC6A81-CE4E-412E-A36B-8E91986AE56D}"/>
              </a:ext>
            </a:extLst>
          </p:cNvPr>
          <p:cNvSpPr>
            <a:spLocks xmlns:a="http://schemas.openxmlformats.org/drawingml/2006/main" noGrp="1"/>
          </p:cNvSpPr>
          <p:nvPr/>
        </p:nvSpPr>
        <p:spPr>
          <a:xfrm xmlns:a="http://schemas.openxmlformats.org/drawingml/2006/main">
            <a:off x="962025" y="2228850"/>
            <a:ext cx="276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1</a:t>
            </a:r>
          </a:p>
        </p:txBody>
      </p:sp>
      <p:sp>
        <p:nvSpPr>
          <p:cNvPr id="28" name="">
            <a:extLst xmlns:a="http://schemas.openxmlformats.org/drawingml/2006/main">
              <a:ext uri="{FF2B5EF4-FFF2-40B4-BE49-F238E27FC236}">
                <a16:creationId xmlns:a16="http://schemas.microsoft.com/office/drawing/2014/main" id="{C7906C2D-B8E2-421E-A846-FB15099A879F}"/>
              </a:ext>
            </a:extLst>
          </p:cNvPr>
          <p:cNvSpPr>
            <a:spLocks xmlns:a="http://schemas.openxmlformats.org/drawingml/2006/main" noGrp="1"/>
          </p:cNvSpPr>
          <p:nvPr/>
        </p:nvSpPr>
        <p:spPr>
          <a:xfrm xmlns:a="http://schemas.openxmlformats.org/drawingml/2006/main">
            <a:off x="2638425" y="2324100"/>
            <a:ext cx="1571625" cy="1257300"/>
          </a:xfrm>
          <a:prstGeom xmlns:a="http://schemas.openxmlformats.org/drawingml/2006/main" prst="roundRect">
            <a:avLst>
              <a:gd name="adj" fmla="val 606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0">
                <a:solidFill>
                  <a:srgbClr val="000000"/>
                </a:solidFill>
                <a:latin typeface="Times New Roman"/>
                <a:ea typeface="Times New Roman"/>
                <a:cs typeface="Times New Roman"/>
              </a:defRPr>
            </a:defPPr>
            <a:lvl1pPr algn="ctr">
              <a:defRPr sz="1200" b="0">
                <a:solidFill>
                  <a:srgbClr val="000000"/>
                </a:solidFill>
                <a:latin typeface="Times New Roman"/>
                <a:ea typeface="Times New Roman"/>
                <a:cs typeface="Times New Roman"/>
              </a:defRPr>
            </a:lvl1pPr>
            <a:lvl2pPr algn="ctr">
              <a:defRPr sz="1200" b="0">
                <a:solidFill>
                  <a:srgbClr val="000000"/>
                </a:solidFill>
                <a:latin typeface="Times New Roman"/>
                <a:ea typeface="Times New Roman"/>
                <a:cs typeface="Times New Roman"/>
              </a:defRPr>
            </a:lvl2pPr>
            <a:lvl3pPr algn="ctr">
              <a:defRPr sz="1200" b="0">
                <a:solidFill>
                  <a:srgbClr val="000000"/>
                </a:solidFill>
                <a:latin typeface="Times New Roman"/>
                <a:ea typeface="Times New Roman"/>
                <a:cs typeface="Times New Roman"/>
              </a:defRPr>
            </a:lvl3pPr>
            <a:lvl4pPr algn="ctr">
              <a:defRPr sz="1200" b="0">
                <a:solidFill>
                  <a:srgbClr val="000000"/>
                </a:solidFill>
                <a:latin typeface="Times New Roman"/>
                <a:ea typeface="Times New Roman"/>
                <a:cs typeface="Times New Roman"/>
              </a:defRPr>
            </a:lvl4pPr>
            <a:lvl5pPr algn="ctr">
              <a:defRPr sz="1200" b="0">
                <a:solidFill>
                  <a:srgbClr val="000000"/>
                </a:solidFill>
                <a:latin typeface="Times New Roman"/>
                <a:ea typeface="Times New Roman"/>
                <a:cs typeface="Times New Roman"/>
              </a:defRPr>
            </a:lvl5pPr>
            <a:lvl6pPr algn="ctr">
              <a:defRPr sz="1200" b="0">
                <a:solidFill>
                  <a:srgbClr val="000000"/>
                </a:solidFill>
                <a:latin typeface="Times New Roman"/>
                <a:ea typeface="Times New Roman"/>
                <a:cs typeface="Times New Roman"/>
              </a:defRPr>
            </a:lvl6pPr>
            <a:lvl7pPr algn="ctr">
              <a:defRPr sz="1200" b="0">
                <a:solidFill>
                  <a:srgbClr val="000000"/>
                </a:solidFill>
                <a:latin typeface="Times New Roman"/>
                <a:ea typeface="Times New Roman"/>
                <a:cs typeface="Times New Roman"/>
              </a:defRPr>
            </a:lvl7pPr>
            <a:lvl8pPr algn="ctr">
              <a:defRPr sz="1200" b="0">
                <a:solidFill>
                  <a:srgbClr val="000000"/>
                </a:solidFill>
                <a:latin typeface="Times New Roman"/>
                <a:ea typeface="Times New Roman"/>
                <a:cs typeface="Times New Roman"/>
              </a:defRPr>
            </a:lvl8pPr>
            <a:lvl9pPr algn="ctr">
              <a:defRPr sz="1200" b="0">
                <a:solidFill>
                  <a:srgbClr val="000000"/>
                </a:solidFill>
                <a:latin typeface="Times New Roman"/>
                <a:ea typeface="Times New Roman"/>
                <a:cs typeface="Times New Roman"/>
              </a:defRPr>
            </a:lvl9pPr>
          </a:lstStyle>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2</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Explore jobs</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See fit + missing skills</a:t>
            </a:r>
          </a:p>
        </p:txBody>
      </p:sp>
      <p:sp>
        <p:nvSpPr>
          <p:cNvPr id="29" name="">
            <a:extLst xmlns:a="http://schemas.openxmlformats.org/drawingml/2006/main">
              <a:ext uri="{FF2B5EF4-FFF2-40B4-BE49-F238E27FC236}">
                <a16:creationId xmlns:a16="http://schemas.microsoft.com/office/drawing/2014/main" id="{D1896F07-0686-47AE-BCFE-D38C87F533B5}"/>
              </a:ext>
            </a:extLst>
          </p:cNvPr>
          <p:cNvSpPr>
            <a:spLocks xmlns:a="http://schemas.openxmlformats.org/drawingml/2006/main" noGrp="1"/>
          </p:cNvSpPr>
          <p:nvPr/>
        </p:nvSpPr>
        <p:spPr>
          <a:xfrm xmlns:a="http://schemas.openxmlformats.org/drawingml/2006/main">
            <a:off x="2762250" y="2209800"/>
            <a:ext cx="276225" cy="276225"/>
          </a:xfrm>
          <a:prstGeom xmlns:a="http://schemas.openxmlformats.org/drawingml/2006/main" prst="ellipse">
            <a:avLst/>
          </a:prstGeom>
          <a:solidFill xmlns:a="http://schemas.openxmlformats.org/drawingml/2006/main">
            <a:srgbClr val="405DE0"/>
          </a:solidFill>
          <a:ln xmlns:a="http://schemas.openxmlformats.org/drawingml/2006/main" w="9525">
            <a:solidFill>
              <a:srgbClr val="405DE0"/>
            </a:solidFill>
            <a:prstDash val="solid"/>
          </a:ln>
        </p:spPr>
      </p:sp>
      <p:sp>
        <p:nvSpPr>
          <p:cNvPr id="30" name="">
            <a:extLst xmlns:a="http://schemas.openxmlformats.org/drawingml/2006/main">
              <a:ext uri="{FF2B5EF4-FFF2-40B4-BE49-F238E27FC236}">
                <a16:creationId xmlns:a16="http://schemas.microsoft.com/office/drawing/2014/main" id="{83AADB61-ABEA-4A3C-BFBA-C5635505654F}"/>
              </a:ext>
            </a:extLst>
          </p:cNvPr>
          <p:cNvSpPr>
            <a:spLocks xmlns:a="http://schemas.openxmlformats.org/drawingml/2006/main" noGrp="1"/>
          </p:cNvSpPr>
          <p:nvPr/>
        </p:nvSpPr>
        <p:spPr>
          <a:xfrm xmlns:a="http://schemas.openxmlformats.org/drawingml/2006/main">
            <a:off x="2762250" y="2228850"/>
            <a:ext cx="276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2</a:t>
            </a:r>
          </a:p>
        </p:txBody>
      </p:sp>
      <p:sp>
        <p:nvSpPr>
          <p:cNvPr id="31" name="">
            <a:extLst xmlns:a="http://schemas.openxmlformats.org/drawingml/2006/main">
              <a:ext uri="{FF2B5EF4-FFF2-40B4-BE49-F238E27FC236}">
                <a16:creationId xmlns:a16="http://schemas.microsoft.com/office/drawing/2014/main" id="{C6568040-5667-4509-9752-62C0F6FCFF23}"/>
              </a:ext>
            </a:extLst>
          </p:cNvPr>
          <p:cNvSpPr>
            <a:spLocks xmlns:a="http://schemas.openxmlformats.org/drawingml/2006/main" noGrp="1"/>
          </p:cNvSpPr>
          <p:nvPr/>
        </p:nvSpPr>
        <p:spPr>
          <a:xfrm xmlns:a="http://schemas.openxmlformats.org/drawingml/2006/main">
            <a:off x="4438650" y="2324100"/>
            <a:ext cx="1571625" cy="1257300"/>
          </a:xfrm>
          <a:prstGeom xmlns:a="http://schemas.openxmlformats.org/drawingml/2006/main" prst="roundRect">
            <a:avLst>
              <a:gd name="adj" fmla="val 6061"/>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0">
                <a:solidFill>
                  <a:srgbClr val="000000"/>
                </a:solidFill>
                <a:latin typeface="Times New Roman"/>
                <a:ea typeface="Times New Roman"/>
                <a:cs typeface="Times New Roman"/>
              </a:defRPr>
            </a:defPPr>
            <a:lvl1pPr algn="ctr">
              <a:defRPr sz="1200" b="0">
                <a:solidFill>
                  <a:srgbClr val="000000"/>
                </a:solidFill>
                <a:latin typeface="Times New Roman"/>
                <a:ea typeface="Times New Roman"/>
                <a:cs typeface="Times New Roman"/>
              </a:defRPr>
            </a:lvl1pPr>
            <a:lvl2pPr algn="ctr">
              <a:defRPr sz="1200" b="0">
                <a:solidFill>
                  <a:srgbClr val="000000"/>
                </a:solidFill>
                <a:latin typeface="Times New Roman"/>
                <a:ea typeface="Times New Roman"/>
                <a:cs typeface="Times New Roman"/>
              </a:defRPr>
            </a:lvl2pPr>
            <a:lvl3pPr algn="ctr">
              <a:defRPr sz="1200" b="0">
                <a:solidFill>
                  <a:srgbClr val="000000"/>
                </a:solidFill>
                <a:latin typeface="Times New Roman"/>
                <a:ea typeface="Times New Roman"/>
                <a:cs typeface="Times New Roman"/>
              </a:defRPr>
            </a:lvl3pPr>
            <a:lvl4pPr algn="ctr">
              <a:defRPr sz="1200" b="0">
                <a:solidFill>
                  <a:srgbClr val="000000"/>
                </a:solidFill>
                <a:latin typeface="Times New Roman"/>
                <a:ea typeface="Times New Roman"/>
                <a:cs typeface="Times New Roman"/>
              </a:defRPr>
            </a:lvl4pPr>
            <a:lvl5pPr algn="ctr">
              <a:defRPr sz="1200" b="0">
                <a:solidFill>
                  <a:srgbClr val="000000"/>
                </a:solidFill>
                <a:latin typeface="Times New Roman"/>
                <a:ea typeface="Times New Roman"/>
                <a:cs typeface="Times New Roman"/>
              </a:defRPr>
            </a:lvl5pPr>
            <a:lvl6pPr algn="ctr">
              <a:defRPr sz="1200" b="0">
                <a:solidFill>
                  <a:srgbClr val="000000"/>
                </a:solidFill>
                <a:latin typeface="Times New Roman"/>
                <a:ea typeface="Times New Roman"/>
                <a:cs typeface="Times New Roman"/>
              </a:defRPr>
            </a:lvl6pPr>
            <a:lvl7pPr algn="ctr">
              <a:defRPr sz="1200" b="0">
                <a:solidFill>
                  <a:srgbClr val="000000"/>
                </a:solidFill>
                <a:latin typeface="Times New Roman"/>
                <a:ea typeface="Times New Roman"/>
                <a:cs typeface="Times New Roman"/>
              </a:defRPr>
            </a:lvl7pPr>
            <a:lvl8pPr algn="ctr">
              <a:defRPr sz="1200" b="0">
                <a:solidFill>
                  <a:srgbClr val="000000"/>
                </a:solidFill>
                <a:latin typeface="Times New Roman"/>
                <a:ea typeface="Times New Roman"/>
                <a:cs typeface="Times New Roman"/>
              </a:defRPr>
            </a:lvl8pPr>
            <a:lvl9pPr algn="ctr">
              <a:defRPr sz="1200" b="0">
                <a:solidFill>
                  <a:srgbClr val="000000"/>
                </a:solidFill>
                <a:latin typeface="Times New Roman"/>
                <a:ea typeface="Times New Roman"/>
                <a:cs typeface="Times New Roman"/>
              </a:defRPr>
            </a:lvl9pPr>
          </a:lstStyle>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3</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Prepare draft</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Edit before sending</a:t>
            </a:r>
          </a:p>
        </p:txBody>
      </p:sp>
      <p:sp>
        <p:nvSpPr>
          <p:cNvPr id="32" name="">
            <a:extLst xmlns:a="http://schemas.openxmlformats.org/drawingml/2006/main">
              <a:ext uri="{FF2B5EF4-FFF2-40B4-BE49-F238E27FC236}">
                <a16:creationId xmlns:a16="http://schemas.microsoft.com/office/drawing/2014/main" id="{077BCD73-1CB4-49C4-A527-DEF4F4A17DBC}"/>
              </a:ext>
            </a:extLst>
          </p:cNvPr>
          <p:cNvSpPr>
            <a:spLocks xmlns:a="http://schemas.openxmlformats.org/drawingml/2006/main" noGrp="1"/>
          </p:cNvSpPr>
          <p:nvPr/>
        </p:nvSpPr>
        <p:spPr>
          <a:xfrm xmlns:a="http://schemas.openxmlformats.org/drawingml/2006/main">
            <a:off x="4562475" y="2209800"/>
            <a:ext cx="276225" cy="276225"/>
          </a:xfrm>
          <a:prstGeom xmlns:a="http://schemas.openxmlformats.org/drawingml/2006/main" prst="ellipse">
            <a:avLst/>
          </a:prstGeom>
          <a:solidFill xmlns:a="http://schemas.openxmlformats.org/drawingml/2006/main">
            <a:srgbClr val="6737C8"/>
          </a:solidFill>
          <a:ln xmlns:a="http://schemas.openxmlformats.org/drawingml/2006/main" w="9525">
            <a:solidFill>
              <a:srgbClr val="6737C8"/>
            </a:solidFill>
            <a:prstDash val="solid"/>
          </a:ln>
        </p:spPr>
      </p:sp>
      <p:sp>
        <p:nvSpPr>
          <p:cNvPr id="33" name="">
            <a:extLst xmlns:a="http://schemas.openxmlformats.org/drawingml/2006/main">
              <a:ext uri="{FF2B5EF4-FFF2-40B4-BE49-F238E27FC236}">
                <a16:creationId xmlns:a16="http://schemas.microsoft.com/office/drawing/2014/main" id="{B78C5C4C-8E73-421E-96A3-6ED3E09432FF}"/>
              </a:ext>
            </a:extLst>
          </p:cNvPr>
          <p:cNvSpPr>
            <a:spLocks xmlns:a="http://schemas.openxmlformats.org/drawingml/2006/main" noGrp="1"/>
          </p:cNvSpPr>
          <p:nvPr/>
        </p:nvSpPr>
        <p:spPr>
          <a:xfrm xmlns:a="http://schemas.openxmlformats.org/drawingml/2006/main">
            <a:off x="4562475" y="2228850"/>
            <a:ext cx="276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3</a:t>
            </a:r>
          </a:p>
        </p:txBody>
      </p:sp>
      <p:sp>
        <p:nvSpPr>
          <p:cNvPr id="34" name="">
            <a:extLst xmlns:a="http://schemas.openxmlformats.org/drawingml/2006/main">
              <a:ext uri="{FF2B5EF4-FFF2-40B4-BE49-F238E27FC236}">
                <a16:creationId xmlns:a16="http://schemas.microsoft.com/office/drawing/2014/main" id="{B719786B-E4F7-4514-87A6-67EACC2A4B9D}"/>
              </a:ext>
            </a:extLst>
          </p:cNvPr>
          <p:cNvSpPr>
            <a:spLocks xmlns:a="http://schemas.openxmlformats.org/drawingml/2006/main" noGrp="1"/>
          </p:cNvSpPr>
          <p:nvPr/>
        </p:nvSpPr>
        <p:spPr>
          <a:xfrm xmlns:a="http://schemas.openxmlformats.org/drawingml/2006/main">
            <a:off x="6238875" y="2324100"/>
            <a:ext cx="1571625" cy="1257300"/>
          </a:xfrm>
          <a:prstGeom xmlns:a="http://schemas.openxmlformats.org/drawingml/2006/main" prst="roundRect">
            <a:avLst>
              <a:gd name="adj" fmla="val 6061"/>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0">
                <a:solidFill>
                  <a:srgbClr val="000000"/>
                </a:solidFill>
                <a:latin typeface="Times New Roman"/>
                <a:ea typeface="Times New Roman"/>
                <a:cs typeface="Times New Roman"/>
              </a:defRPr>
            </a:defPPr>
            <a:lvl1pPr algn="ctr">
              <a:defRPr sz="1200" b="0">
                <a:solidFill>
                  <a:srgbClr val="000000"/>
                </a:solidFill>
                <a:latin typeface="Times New Roman"/>
                <a:ea typeface="Times New Roman"/>
                <a:cs typeface="Times New Roman"/>
              </a:defRPr>
            </a:lvl1pPr>
            <a:lvl2pPr algn="ctr">
              <a:defRPr sz="1200" b="0">
                <a:solidFill>
                  <a:srgbClr val="000000"/>
                </a:solidFill>
                <a:latin typeface="Times New Roman"/>
                <a:ea typeface="Times New Roman"/>
                <a:cs typeface="Times New Roman"/>
              </a:defRPr>
            </a:lvl2pPr>
            <a:lvl3pPr algn="ctr">
              <a:defRPr sz="1200" b="0">
                <a:solidFill>
                  <a:srgbClr val="000000"/>
                </a:solidFill>
                <a:latin typeface="Times New Roman"/>
                <a:ea typeface="Times New Roman"/>
                <a:cs typeface="Times New Roman"/>
              </a:defRPr>
            </a:lvl3pPr>
            <a:lvl4pPr algn="ctr">
              <a:defRPr sz="1200" b="0">
                <a:solidFill>
                  <a:srgbClr val="000000"/>
                </a:solidFill>
                <a:latin typeface="Times New Roman"/>
                <a:ea typeface="Times New Roman"/>
                <a:cs typeface="Times New Roman"/>
              </a:defRPr>
            </a:lvl4pPr>
            <a:lvl5pPr algn="ctr">
              <a:defRPr sz="1200" b="0">
                <a:solidFill>
                  <a:srgbClr val="000000"/>
                </a:solidFill>
                <a:latin typeface="Times New Roman"/>
                <a:ea typeface="Times New Roman"/>
                <a:cs typeface="Times New Roman"/>
              </a:defRPr>
            </a:lvl5pPr>
            <a:lvl6pPr algn="ctr">
              <a:defRPr sz="1200" b="0">
                <a:solidFill>
                  <a:srgbClr val="000000"/>
                </a:solidFill>
                <a:latin typeface="Times New Roman"/>
                <a:ea typeface="Times New Roman"/>
                <a:cs typeface="Times New Roman"/>
              </a:defRPr>
            </a:lvl6pPr>
            <a:lvl7pPr algn="ctr">
              <a:defRPr sz="1200" b="0">
                <a:solidFill>
                  <a:srgbClr val="000000"/>
                </a:solidFill>
                <a:latin typeface="Times New Roman"/>
                <a:ea typeface="Times New Roman"/>
                <a:cs typeface="Times New Roman"/>
              </a:defRPr>
            </a:lvl7pPr>
            <a:lvl8pPr algn="ctr">
              <a:defRPr sz="1200" b="0">
                <a:solidFill>
                  <a:srgbClr val="000000"/>
                </a:solidFill>
                <a:latin typeface="Times New Roman"/>
                <a:ea typeface="Times New Roman"/>
                <a:cs typeface="Times New Roman"/>
              </a:defRPr>
            </a:lvl8pPr>
            <a:lvl9pPr algn="ctr">
              <a:defRPr sz="1200" b="0">
                <a:solidFill>
                  <a:srgbClr val="000000"/>
                </a:solidFill>
                <a:latin typeface="Times New Roman"/>
                <a:ea typeface="Times New Roman"/>
                <a:cs typeface="Times New Roman"/>
              </a:defRPr>
            </a:lvl9pPr>
          </a:lstStyle>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4</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Track progress</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Record the response</a:t>
            </a:r>
          </a:p>
        </p:txBody>
      </p:sp>
      <p:sp>
        <p:nvSpPr>
          <p:cNvPr id="35" name="">
            <a:extLst xmlns:a="http://schemas.openxmlformats.org/drawingml/2006/main">
              <a:ext uri="{FF2B5EF4-FFF2-40B4-BE49-F238E27FC236}">
                <a16:creationId xmlns:a16="http://schemas.microsoft.com/office/drawing/2014/main" id="{67D1F916-2F0A-4994-9D78-86284FE4F0B1}"/>
              </a:ext>
            </a:extLst>
          </p:cNvPr>
          <p:cNvSpPr>
            <a:spLocks xmlns:a="http://schemas.openxmlformats.org/drawingml/2006/main" noGrp="1"/>
          </p:cNvSpPr>
          <p:nvPr/>
        </p:nvSpPr>
        <p:spPr>
          <a:xfrm xmlns:a="http://schemas.openxmlformats.org/drawingml/2006/main">
            <a:off x="6362700" y="2209800"/>
            <a:ext cx="276225" cy="276225"/>
          </a:xfrm>
          <a:prstGeom xmlns:a="http://schemas.openxmlformats.org/drawingml/2006/main" prst="ellipse">
            <a:avLst/>
          </a:prstGeom>
          <a:solidFill xmlns:a="http://schemas.openxmlformats.org/drawingml/2006/main">
            <a:srgbClr val="B95B9A"/>
          </a:solidFill>
          <a:ln xmlns:a="http://schemas.openxmlformats.org/drawingml/2006/main" w="9525">
            <a:solidFill>
              <a:srgbClr val="B95B9A"/>
            </a:solidFill>
            <a:prstDash val="solid"/>
          </a:ln>
        </p:spPr>
      </p:sp>
      <p:sp>
        <p:nvSpPr>
          <p:cNvPr id="36" name="">
            <a:extLst xmlns:a="http://schemas.openxmlformats.org/drawingml/2006/main">
              <a:ext uri="{FF2B5EF4-FFF2-40B4-BE49-F238E27FC236}">
                <a16:creationId xmlns:a16="http://schemas.microsoft.com/office/drawing/2014/main" id="{8A55B79B-DAF4-41BA-8CA6-19E2D90E262B}"/>
              </a:ext>
            </a:extLst>
          </p:cNvPr>
          <p:cNvSpPr>
            <a:spLocks xmlns:a="http://schemas.openxmlformats.org/drawingml/2006/main" noGrp="1"/>
          </p:cNvSpPr>
          <p:nvPr/>
        </p:nvSpPr>
        <p:spPr>
          <a:xfrm xmlns:a="http://schemas.openxmlformats.org/drawingml/2006/main">
            <a:off x="6362700" y="2228850"/>
            <a:ext cx="276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4</a:t>
            </a:r>
          </a:p>
        </p:txBody>
      </p:sp>
      <p:sp>
        <p:nvSpPr>
          <p:cNvPr id="40" name="">
            <a:extLst xmlns:a="http://schemas.openxmlformats.org/drawingml/2006/main">
              <a:ext uri="{FF2B5EF4-FFF2-40B4-BE49-F238E27FC236}">
                <a16:creationId xmlns:a16="http://schemas.microsoft.com/office/drawing/2014/main" id="{7A861E26-B96F-42A8-B40C-B12CD4EE1120}"/>
              </a:ext>
            </a:extLst>
          </p:cNvPr>
          <p:cNvSpPr>
            <a:spLocks xmlns:a="http://schemas.openxmlformats.org/drawingml/2006/main" noGrp="1"/>
          </p:cNvSpPr>
          <p:nvPr/>
        </p:nvSpPr>
        <p:spPr>
          <a:xfrm xmlns:a="http://schemas.openxmlformats.org/drawingml/2006/main">
            <a:off x="2638425" y="3990975"/>
            <a:ext cx="2476500" cy="790575"/>
          </a:xfrm>
          <a:prstGeom xmlns:a="http://schemas.openxmlformats.org/drawingml/2006/main" prst="roundRect">
            <a:avLst>
              <a:gd name="adj" fmla="val 16867"/>
            </a:avLst>
          </a:prstGeom>
          <a:solidFill xmlns:a="http://schemas.openxmlformats.org/drawingml/2006/main">
            <a:srgbClr val="EEF0FF"/>
          </a:solidFill>
          <a:ln xmlns:a="http://schemas.openxmlformats.org/drawingml/2006/main" w="9525">
            <a:solidFill>
              <a:srgbClr val="405DE0"/>
            </a:solidFill>
            <a:prstDash val="solid"/>
          </a:ln>
        </p:spPr>
      </p:sp>
      <p:sp>
        <p:nvSpPr>
          <p:cNvPr id="41" name="">
            <a:extLst xmlns:a="http://schemas.openxmlformats.org/drawingml/2006/main">
              <a:ext uri="{FF2B5EF4-FFF2-40B4-BE49-F238E27FC236}">
                <a16:creationId xmlns:a16="http://schemas.microsoft.com/office/drawing/2014/main" id="{07E815F1-010C-4275-B858-CEBB6AF17461}"/>
              </a:ext>
            </a:extLst>
          </p:cNvPr>
          <p:cNvSpPr>
            <a:spLocks xmlns:a="http://schemas.openxmlformats.org/drawingml/2006/main" noGrp="1"/>
          </p:cNvSpPr>
          <p:nvPr/>
        </p:nvSpPr>
        <p:spPr>
          <a:xfrm xmlns:a="http://schemas.openxmlformats.org/drawingml/2006/main">
            <a:off x="2762250" y="405765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Application progress</a:t>
            </a:r>
          </a:p>
        </p:txBody>
      </p:sp>
      <p:sp>
        <p:nvSpPr>
          <p:cNvPr id="42" name="">
            <a:extLst xmlns:a="http://schemas.openxmlformats.org/drawingml/2006/main">
              <a:ext uri="{FF2B5EF4-FFF2-40B4-BE49-F238E27FC236}">
                <a16:creationId xmlns:a16="http://schemas.microsoft.com/office/drawing/2014/main" id="{8A7679D8-C987-4A58-9075-D72C43FE1A9D}"/>
              </a:ext>
            </a:extLst>
          </p:cNvPr>
          <p:cNvSpPr>
            <a:spLocks xmlns:a="http://schemas.openxmlformats.org/drawingml/2006/main" noGrp="1"/>
          </p:cNvSpPr>
          <p:nvPr/>
        </p:nvSpPr>
        <p:spPr>
          <a:xfrm xmlns:a="http://schemas.openxmlformats.org/drawingml/2006/main">
            <a:off x="2924175" y="4543425"/>
            <a:ext cx="247650" cy="114300"/>
          </a:xfrm>
          <a:prstGeom xmlns:a="http://schemas.openxmlformats.org/drawingml/2006/main" prst="roundRect">
            <a:avLst>
              <a:gd name="adj" fmla="val 41667"/>
            </a:avLst>
          </a:prstGeom>
          <a:solidFill xmlns:a="http://schemas.openxmlformats.org/drawingml/2006/main">
            <a:srgbClr val="1686D9"/>
          </a:solidFill>
          <a:ln xmlns:a="http://schemas.openxmlformats.org/drawingml/2006/main" w="9525">
            <a:solidFill>
              <a:srgbClr val="1686D9"/>
            </a:solidFill>
            <a:prstDash val="solid"/>
          </a:ln>
        </p:spPr>
      </p:sp>
      <p:sp>
        <p:nvSpPr>
          <p:cNvPr id="43" name="">
            <a:extLst xmlns:a="http://schemas.openxmlformats.org/drawingml/2006/main">
              <a:ext uri="{FF2B5EF4-FFF2-40B4-BE49-F238E27FC236}">
                <a16:creationId xmlns:a16="http://schemas.microsoft.com/office/drawing/2014/main" id="{179641B2-1916-4ECF-BBEC-93016E9BF11C}"/>
              </a:ext>
            </a:extLst>
          </p:cNvPr>
          <p:cNvSpPr>
            <a:spLocks xmlns:a="http://schemas.openxmlformats.org/drawingml/2006/main" noGrp="1"/>
          </p:cNvSpPr>
          <p:nvPr/>
        </p:nvSpPr>
        <p:spPr>
          <a:xfrm xmlns:a="http://schemas.openxmlformats.org/drawingml/2006/main">
            <a:off x="3381375" y="4486275"/>
            <a:ext cx="247650" cy="171450"/>
          </a:xfrm>
          <a:prstGeom xmlns:a="http://schemas.openxmlformats.org/drawingml/2006/main" prst="roundRect">
            <a:avLst>
              <a:gd name="adj" fmla="val 27778"/>
            </a:avLst>
          </a:prstGeom>
          <a:solidFill xmlns:a="http://schemas.openxmlformats.org/drawingml/2006/main">
            <a:srgbClr val="405DE0"/>
          </a:solidFill>
          <a:ln xmlns:a="http://schemas.openxmlformats.org/drawingml/2006/main" w="9525">
            <a:solidFill>
              <a:srgbClr val="405DE0"/>
            </a:solidFill>
            <a:prstDash val="solid"/>
          </a:ln>
        </p:spPr>
      </p:sp>
      <p:sp>
        <p:nvSpPr>
          <p:cNvPr id="44" name="">
            <a:extLst xmlns:a="http://schemas.openxmlformats.org/drawingml/2006/main">
              <a:ext uri="{FF2B5EF4-FFF2-40B4-BE49-F238E27FC236}">
                <a16:creationId xmlns:a16="http://schemas.microsoft.com/office/drawing/2014/main" id="{8F7BA999-F757-43D7-A187-43D2A8712F16}"/>
              </a:ext>
            </a:extLst>
          </p:cNvPr>
          <p:cNvSpPr>
            <a:spLocks xmlns:a="http://schemas.openxmlformats.org/drawingml/2006/main" noGrp="1"/>
          </p:cNvSpPr>
          <p:nvPr/>
        </p:nvSpPr>
        <p:spPr>
          <a:xfrm xmlns:a="http://schemas.openxmlformats.org/drawingml/2006/main">
            <a:off x="3838575" y="4429125"/>
            <a:ext cx="247650" cy="228600"/>
          </a:xfrm>
          <a:prstGeom xmlns:a="http://schemas.openxmlformats.org/drawingml/2006/main" prst="roundRect">
            <a:avLst>
              <a:gd name="adj" fmla="val 20833"/>
            </a:avLst>
          </a:prstGeom>
          <a:solidFill xmlns:a="http://schemas.openxmlformats.org/drawingml/2006/main">
            <a:srgbClr val="6737C8"/>
          </a:solidFill>
          <a:ln xmlns:a="http://schemas.openxmlformats.org/drawingml/2006/main" w="9525">
            <a:solidFill>
              <a:srgbClr val="6737C8"/>
            </a:solidFill>
            <a:prstDash val="solid"/>
          </a:ln>
        </p:spPr>
      </p:sp>
      <p:sp>
        <p:nvSpPr>
          <p:cNvPr id="45" name="">
            <a:extLst xmlns:a="http://schemas.openxmlformats.org/drawingml/2006/main">
              <a:ext uri="{FF2B5EF4-FFF2-40B4-BE49-F238E27FC236}">
                <a16:creationId xmlns:a16="http://schemas.microsoft.com/office/drawing/2014/main" id="{D560DE5A-9B7F-42C3-86B4-074C45ECE5B8}"/>
              </a:ext>
            </a:extLst>
          </p:cNvPr>
          <p:cNvSpPr>
            <a:spLocks xmlns:a="http://schemas.openxmlformats.org/drawingml/2006/main" noGrp="1"/>
          </p:cNvSpPr>
          <p:nvPr/>
        </p:nvSpPr>
        <p:spPr>
          <a:xfrm xmlns:a="http://schemas.openxmlformats.org/drawingml/2006/main">
            <a:off x="4295775" y="4362450"/>
            <a:ext cx="247650" cy="295275"/>
          </a:xfrm>
          <a:prstGeom xmlns:a="http://schemas.openxmlformats.org/drawingml/2006/main" prst="roundRect">
            <a:avLst>
              <a:gd name="adj" fmla="val 19231"/>
            </a:avLst>
          </a:prstGeom>
          <a:solidFill xmlns:a="http://schemas.openxmlformats.org/drawingml/2006/main">
            <a:srgbClr val="B95B9A"/>
          </a:solidFill>
          <a:ln xmlns:a="http://schemas.openxmlformats.org/drawingml/2006/main" w="9525">
            <a:solidFill>
              <a:srgbClr val="B95B9A"/>
            </a:solidFill>
            <a:prstDash val="solid"/>
          </a:ln>
        </p:spPr>
      </p:sp>
      <p:sp>
        <p:nvSpPr>
          <p:cNvPr id="46" name="">
            <a:extLst xmlns:a="http://schemas.openxmlformats.org/drawingml/2006/main">
              <a:ext uri="{FF2B5EF4-FFF2-40B4-BE49-F238E27FC236}">
                <a16:creationId xmlns:a16="http://schemas.microsoft.com/office/drawing/2014/main" id="{47A60F21-9544-47CC-B6CE-3AC332913C60}"/>
              </a:ext>
            </a:extLst>
          </p:cNvPr>
          <p:cNvSpPr>
            <a:spLocks xmlns:a="http://schemas.openxmlformats.org/drawingml/2006/main" noGrp="1"/>
          </p:cNvSpPr>
          <p:nvPr/>
        </p:nvSpPr>
        <p:spPr>
          <a:xfrm xmlns:a="http://schemas.openxmlformats.org/drawingml/2006/main">
            <a:off x="5286375" y="41148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666666"/>
                </a:solidFill>
                <a:latin typeface="Times New Roman"/>
                <a:ea typeface="Times New Roman"/>
                <a:cs typeface="Times New Roman"/>
              </a:defRPr>
            </a:defPPr>
            <a:lvl1pPr algn="l">
              <a:defRPr sz="1125" b="0">
                <a:solidFill>
                  <a:srgbClr val="666666"/>
                </a:solidFill>
                <a:latin typeface="Times New Roman"/>
                <a:ea typeface="Times New Roman"/>
                <a:cs typeface="Times New Roman"/>
              </a:defRPr>
            </a:lvl1pPr>
            <a:lvl2pPr algn="l">
              <a:defRPr sz="1125" b="0">
                <a:solidFill>
                  <a:srgbClr val="666666"/>
                </a:solidFill>
                <a:latin typeface="Times New Roman"/>
                <a:ea typeface="Times New Roman"/>
                <a:cs typeface="Times New Roman"/>
              </a:defRPr>
            </a:lvl2pPr>
            <a:lvl3pPr algn="l">
              <a:defRPr sz="1125" b="0">
                <a:solidFill>
                  <a:srgbClr val="666666"/>
                </a:solidFill>
                <a:latin typeface="Times New Roman"/>
                <a:ea typeface="Times New Roman"/>
                <a:cs typeface="Times New Roman"/>
              </a:defRPr>
            </a:lvl3pPr>
            <a:lvl4pPr algn="l">
              <a:defRPr sz="1125" b="0">
                <a:solidFill>
                  <a:srgbClr val="666666"/>
                </a:solidFill>
                <a:latin typeface="Times New Roman"/>
                <a:ea typeface="Times New Roman"/>
                <a:cs typeface="Times New Roman"/>
              </a:defRPr>
            </a:lvl4pPr>
            <a:lvl5pPr algn="l">
              <a:defRPr sz="1125" b="0">
                <a:solidFill>
                  <a:srgbClr val="666666"/>
                </a:solidFill>
                <a:latin typeface="Times New Roman"/>
                <a:ea typeface="Times New Roman"/>
                <a:cs typeface="Times New Roman"/>
              </a:defRPr>
            </a:lvl5pPr>
            <a:lvl6pPr algn="l">
              <a:defRPr sz="1125" b="0">
                <a:solidFill>
                  <a:srgbClr val="666666"/>
                </a:solidFill>
                <a:latin typeface="Times New Roman"/>
                <a:ea typeface="Times New Roman"/>
                <a:cs typeface="Times New Roman"/>
              </a:defRPr>
            </a:lvl6pPr>
            <a:lvl7pPr algn="l">
              <a:defRPr sz="1125" b="0">
                <a:solidFill>
                  <a:srgbClr val="666666"/>
                </a:solidFill>
                <a:latin typeface="Times New Roman"/>
                <a:ea typeface="Times New Roman"/>
                <a:cs typeface="Times New Roman"/>
              </a:defRPr>
            </a:lvl7pPr>
            <a:lvl8pPr algn="l">
              <a:defRPr sz="1125" b="0">
                <a:solidFill>
                  <a:srgbClr val="666666"/>
                </a:solidFill>
                <a:latin typeface="Times New Roman"/>
                <a:ea typeface="Times New Roman"/>
                <a:cs typeface="Times New Roman"/>
              </a:defRPr>
            </a:lvl8pPr>
            <a:lvl9pPr algn="l">
              <a:defRPr sz="1125" b="0">
                <a:solidFill>
                  <a:srgbClr val="666666"/>
                </a:solidFill>
                <a:latin typeface="Times New Roman"/>
                <a:ea typeface="Times New Roman"/>
                <a:cs typeface="Times New Roman"/>
              </a:defRPr>
            </a:lvl9pPr>
          </a:lstStyle>
          <a:p xmlns:a="http://schemas.openxmlformats.org/drawingml/2006/main">
            <a:pPr algn="l">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A simple progress view appears when applications have tracked data.</a:t>
            </a:r>
          </a:p>
        </p:txBody>
      </p:sp>
      <p:sp>
        <p:nvSpPr>
          <p:cNvPr id="47" name="">
            <a:extLst xmlns:a="http://schemas.openxmlformats.org/drawingml/2006/main">
              <a:ext uri="{FF2B5EF4-FFF2-40B4-BE49-F238E27FC236}">
                <a16:creationId xmlns:a16="http://schemas.microsoft.com/office/drawing/2014/main" id="{4A9FD963-60A0-49A3-84F5-79D0F53CDEBC}"/>
              </a:ext>
            </a:extLst>
          </p:cNvPr>
          <p:cNvSpPr>
            <a:spLocks xmlns:a="http://schemas.openxmlformats.org/drawingml/2006/main" noGrp="1"/>
          </p:cNvSpPr>
          <p:nvPr/>
        </p:nvSpPr>
        <p:spPr>
          <a:xfrm xmlns:a="http://schemas.openxmlformats.org/drawingml/2006/main">
            <a:off x="8429625" y="1581150"/>
            <a:ext cx="3009900" cy="428625"/>
          </a:xfrm>
          <a:prstGeom xmlns:a="http://schemas.openxmlformats.org/drawingml/2006/main" prst="rect">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l">
              <a:defRPr sz="1425" b="1">
                <a:solidFill>
                  <a:srgbClr val="000000"/>
                </a:solidFill>
                <a:latin typeface="Times New Roman"/>
                <a:ea typeface="Times New Roman"/>
                <a:cs typeface="Times New Roman"/>
              </a:defRPr>
            </a:defPPr>
            <a:lvl1pPr algn="l">
              <a:defRPr sz="1425" b="1">
                <a:solidFill>
                  <a:srgbClr val="000000"/>
                </a:solidFill>
                <a:latin typeface="Times New Roman"/>
                <a:ea typeface="Times New Roman"/>
                <a:cs typeface="Times New Roman"/>
              </a:defRPr>
            </a:lvl1pPr>
            <a:lvl2pPr algn="l">
              <a:defRPr sz="1425" b="1">
                <a:solidFill>
                  <a:srgbClr val="000000"/>
                </a:solidFill>
                <a:latin typeface="Times New Roman"/>
                <a:ea typeface="Times New Roman"/>
                <a:cs typeface="Times New Roman"/>
              </a:defRPr>
            </a:lvl2pPr>
            <a:lvl3pPr algn="l">
              <a:defRPr sz="1425" b="1">
                <a:solidFill>
                  <a:srgbClr val="000000"/>
                </a:solidFill>
                <a:latin typeface="Times New Roman"/>
                <a:ea typeface="Times New Roman"/>
                <a:cs typeface="Times New Roman"/>
              </a:defRPr>
            </a:lvl3pPr>
            <a:lvl4pPr algn="l">
              <a:defRPr sz="1425" b="1">
                <a:solidFill>
                  <a:srgbClr val="000000"/>
                </a:solidFill>
                <a:latin typeface="Times New Roman"/>
                <a:ea typeface="Times New Roman"/>
                <a:cs typeface="Times New Roman"/>
              </a:defRPr>
            </a:lvl4pPr>
            <a:lvl5pPr algn="l">
              <a:defRPr sz="1425" b="1">
                <a:solidFill>
                  <a:srgbClr val="000000"/>
                </a:solidFill>
                <a:latin typeface="Times New Roman"/>
                <a:ea typeface="Times New Roman"/>
                <a:cs typeface="Times New Roman"/>
              </a:defRPr>
            </a:lvl5pPr>
            <a:lvl6pPr algn="l">
              <a:defRPr sz="1425" b="1">
                <a:solidFill>
                  <a:srgbClr val="000000"/>
                </a:solidFill>
                <a:latin typeface="Times New Roman"/>
                <a:ea typeface="Times New Roman"/>
                <a:cs typeface="Times New Roman"/>
              </a:defRPr>
            </a:lvl6pPr>
            <a:lvl7pPr algn="l">
              <a:defRPr sz="1425" b="1">
                <a:solidFill>
                  <a:srgbClr val="000000"/>
                </a:solidFill>
                <a:latin typeface="Times New Roman"/>
                <a:ea typeface="Times New Roman"/>
                <a:cs typeface="Times New Roman"/>
              </a:defRPr>
            </a:lvl7pPr>
            <a:lvl8pPr algn="l">
              <a:defRPr sz="1425" b="1">
                <a:solidFill>
                  <a:srgbClr val="000000"/>
                </a:solidFill>
                <a:latin typeface="Times New Roman"/>
                <a:ea typeface="Times New Roman"/>
                <a:cs typeface="Times New Roman"/>
              </a:defRPr>
            </a:lvl8pPr>
            <a:lvl9pPr algn="l">
              <a:defRPr sz="1425" b="1">
                <a:solidFill>
                  <a:srgbClr val="000000"/>
                </a:solidFill>
                <a:latin typeface="Times New Roman"/>
                <a:ea typeface="Times New Roman"/>
                <a:cs typeface="Times New Roman"/>
              </a:defRPr>
            </a:lvl9pPr>
          </a:lstStyle>
          <a:p xmlns:a="http://schemas.openxmlformats.org/drawingml/2006/main">
            <a:pPr algn="l">
              <a:defRPr sz="1425" b="1">
                <a:solidFill>
                  <a:srgbClr val="000000"/>
                </a:solidFill>
                <a:latin typeface="Times New Roman"/>
                <a:ea typeface="Times New Roman"/>
                <a:cs typeface="Times New Roman"/>
              </a:defRPr>
            </a:pPr>
            <a:r>
              <a:rPr sz="1425" b="1">
                <a:solidFill>
                  <a:srgbClr val="000000"/>
                </a:solidFill>
                <a:latin typeface="Times New Roman"/>
                <a:ea typeface="Times New Roman"/>
                <a:cs typeface="Times New Roman"/>
              </a:rPr>
              <a:t>ADMIN SUPPORT</a:t>
            </a:r>
          </a:p>
        </p:txBody>
      </p:sp>
      <p:sp>
        <p:nvSpPr>
          <p:cNvPr id="48" name="">
            <a:extLst xmlns:a="http://schemas.openxmlformats.org/drawingml/2006/main">
              <a:ext uri="{FF2B5EF4-FFF2-40B4-BE49-F238E27FC236}">
                <a16:creationId xmlns:a16="http://schemas.microsoft.com/office/drawing/2014/main" id="{6377F7A2-8117-4620-87D1-00C96423E507}"/>
              </a:ext>
            </a:extLst>
          </p:cNvPr>
          <p:cNvSpPr>
            <a:spLocks xmlns:a="http://schemas.openxmlformats.org/drawingml/2006/main" noGrp="1"/>
          </p:cNvSpPr>
          <p:nvPr/>
        </p:nvSpPr>
        <p:spPr>
          <a:xfrm xmlns:a="http://schemas.openxmlformats.org/drawingml/2006/main">
            <a:off x="8572500" y="2286000"/>
            <a:ext cx="323850" cy="323850"/>
          </a:xfrm>
          <a:prstGeom xmlns:a="http://schemas.openxmlformats.org/drawingml/2006/main" prst="ellipse">
            <a:avLst/>
          </a:prstGeom>
          <a:solidFill xmlns:a="http://schemas.openxmlformats.org/drawingml/2006/main">
            <a:srgbClr val="6737C8"/>
          </a:solidFill>
          <a:ln xmlns:a="http://schemas.openxmlformats.org/drawingml/2006/main" w="9525">
            <a:solidFill>
              <a:srgbClr val="6737C8"/>
            </a:solidFill>
            <a:prstDash val="solid"/>
          </a:ln>
        </p:spPr>
      </p:sp>
      <p:sp>
        <p:nvSpPr>
          <p:cNvPr id="49" name="">
            <a:extLst xmlns:a="http://schemas.openxmlformats.org/drawingml/2006/main">
              <a:ext uri="{FF2B5EF4-FFF2-40B4-BE49-F238E27FC236}">
                <a16:creationId xmlns:a16="http://schemas.microsoft.com/office/drawing/2014/main" id="{C95ED3C3-6FCD-432B-B9FC-6CF8F16E0893}"/>
              </a:ext>
            </a:extLst>
          </p:cNvPr>
          <p:cNvSpPr>
            <a:spLocks xmlns:a="http://schemas.openxmlformats.org/drawingml/2006/main" noGrp="1"/>
          </p:cNvSpPr>
          <p:nvPr/>
        </p:nvSpPr>
        <p:spPr>
          <a:xfrm xmlns:a="http://schemas.openxmlformats.org/drawingml/2006/main">
            <a:off x="8572500" y="2305050"/>
            <a:ext cx="32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1</a:t>
            </a:r>
          </a:p>
        </p:txBody>
      </p:sp>
      <p:sp>
        <p:nvSpPr>
          <p:cNvPr id="50" name="">
            <a:extLst xmlns:a="http://schemas.openxmlformats.org/drawingml/2006/main">
              <a:ext uri="{FF2B5EF4-FFF2-40B4-BE49-F238E27FC236}">
                <a16:creationId xmlns:a16="http://schemas.microsoft.com/office/drawing/2014/main" id="{9235F6CC-8817-414F-8086-23B8DBE8DFCD}"/>
              </a:ext>
            </a:extLst>
          </p:cNvPr>
          <p:cNvSpPr>
            <a:spLocks xmlns:a="http://schemas.openxmlformats.org/drawingml/2006/main" noGrp="1"/>
          </p:cNvSpPr>
          <p:nvPr/>
        </p:nvSpPr>
        <p:spPr>
          <a:xfrm xmlns:a="http://schemas.openxmlformats.org/drawingml/2006/main">
            <a:off x="9001125" y="2247900"/>
            <a:ext cx="2286000" cy="552450"/>
          </a:xfrm>
          <a:prstGeom xmlns:a="http://schemas.openxmlformats.org/drawingml/2006/main" prst="roundRect">
            <a:avLst>
              <a:gd name="adj" fmla="val 13793"/>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l">
              <a:defRPr sz="1125" b="1">
                <a:solidFill>
                  <a:srgbClr val="000000"/>
                </a:solidFill>
                <a:latin typeface="Times New Roman"/>
                <a:ea typeface="Times New Roman"/>
                <a:cs typeface="Times New Roman"/>
              </a:defRPr>
            </a:defPPr>
            <a:lvl1pPr algn="l">
              <a:defRPr sz="1125" b="1">
                <a:solidFill>
                  <a:srgbClr val="000000"/>
                </a:solidFill>
                <a:latin typeface="Times New Roman"/>
                <a:ea typeface="Times New Roman"/>
                <a:cs typeface="Times New Roman"/>
              </a:defRPr>
            </a:lvl1pPr>
            <a:lvl2pPr algn="l">
              <a:defRPr sz="1125" b="1">
                <a:solidFill>
                  <a:srgbClr val="000000"/>
                </a:solidFill>
                <a:latin typeface="Times New Roman"/>
                <a:ea typeface="Times New Roman"/>
                <a:cs typeface="Times New Roman"/>
              </a:defRPr>
            </a:lvl2pPr>
            <a:lvl3pPr algn="l">
              <a:defRPr sz="1125" b="1">
                <a:solidFill>
                  <a:srgbClr val="000000"/>
                </a:solidFill>
                <a:latin typeface="Times New Roman"/>
                <a:ea typeface="Times New Roman"/>
                <a:cs typeface="Times New Roman"/>
              </a:defRPr>
            </a:lvl3pPr>
            <a:lvl4pPr algn="l">
              <a:defRPr sz="1125" b="1">
                <a:solidFill>
                  <a:srgbClr val="000000"/>
                </a:solidFill>
                <a:latin typeface="Times New Roman"/>
                <a:ea typeface="Times New Roman"/>
                <a:cs typeface="Times New Roman"/>
              </a:defRPr>
            </a:lvl4pPr>
            <a:lvl5pPr algn="l">
              <a:defRPr sz="1125" b="1">
                <a:solidFill>
                  <a:srgbClr val="000000"/>
                </a:solidFill>
                <a:latin typeface="Times New Roman"/>
                <a:ea typeface="Times New Roman"/>
                <a:cs typeface="Times New Roman"/>
              </a:defRPr>
            </a:lvl5pPr>
            <a:lvl6pPr algn="l">
              <a:defRPr sz="1125" b="1">
                <a:solidFill>
                  <a:srgbClr val="000000"/>
                </a:solidFill>
                <a:latin typeface="Times New Roman"/>
                <a:ea typeface="Times New Roman"/>
                <a:cs typeface="Times New Roman"/>
              </a:defRPr>
            </a:lvl6pPr>
            <a:lvl7pPr algn="l">
              <a:defRPr sz="1125" b="1">
                <a:solidFill>
                  <a:srgbClr val="000000"/>
                </a:solidFill>
                <a:latin typeface="Times New Roman"/>
                <a:ea typeface="Times New Roman"/>
                <a:cs typeface="Times New Roman"/>
              </a:defRPr>
            </a:lvl7pPr>
            <a:lvl8pPr algn="l">
              <a:defRPr sz="1125" b="1">
                <a:solidFill>
                  <a:srgbClr val="000000"/>
                </a:solidFill>
                <a:latin typeface="Times New Roman"/>
                <a:ea typeface="Times New Roman"/>
                <a:cs typeface="Times New Roman"/>
              </a:defRPr>
            </a:lvl8pPr>
            <a:lvl9pPr algn="l">
              <a:defRPr sz="1125" b="1">
                <a:solidFill>
                  <a:srgbClr val="000000"/>
                </a:solidFill>
                <a:latin typeface="Times New Roman"/>
                <a:ea typeface="Times New Roman"/>
                <a:cs typeface="Times New Roman"/>
              </a:defRPr>
            </a:lvl9pPr>
          </a:lstStyle>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Review</a:t>
            </a:r>
          </a:p>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Job quality + source evidence</a:t>
            </a:r>
          </a:p>
        </p:txBody>
      </p:sp>
      <p:sp>
        <p:nvSpPr>
          <p:cNvPr id="51" name="">
            <a:extLst xmlns:a="http://schemas.openxmlformats.org/drawingml/2006/main">
              <a:ext uri="{FF2B5EF4-FFF2-40B4-BE49-F238E27FC236}">
                <a16:creationId xmlns:a16="http://schemas.microsoft.com/office/drawing/2014/main" id="{69302618-AF87-4B06-8ED2-28CF6C02C469}"/>
              </a:ext>
            </a:extLst>
          </p:cNvPr>
          <p:cNvSpPr>
            <a:spLocks xmlns:a="http://schemas.openxmlformats.org/drawingml/2006/main" noGrp="1"/>
          </p:cNvSpPr>
          <p:nvPr/>
        </p:nvSpPr>
        <p:spPr>
          <a:xfrm xmlns:a="http://schemas.openxmlformats.org/drawingml/2006/main">
            <a:off x="8572500" y="3124200"/>
            <a:ext cx="323850" cy="323850"/>
          </a:xfrm>
          <a:prstGeom xmlns:a="http://schemas.openxmlformats.org/drawingml/2006/main" prst="ellipse">
            <a:avLst/>
          </a:prstGeom>
          <a:solidFill xmlns:a="http://schemas.openxmlformats.org/drawingml/2006/main">
            <a:srgbClr val="B95B9A"/>
          </a:solidFill>
          <a:ln xmlns:a="http://schemas.openxmlformats.org/drawingml/2006/main" w="9525">
            <a:solidFill>
              <a:srgbClr val="B95B9A"/>
            </a:solidFill>
            <a:prstDash val="solid"/>
          </a:ln>
        </p:spPr>
      </p:sp>
      <p:sp>
        <p:nvSpPr>
          <p:cNvPr id="52" name="">
            <a:extLst xmlns:a="http://schemas.openxmlformats.org/drawingml/2006/main">
              <a:ext uri="{FF2B5EF4-FFF2-40B4-BE49-F238E27FC236}">
                <a16:creationId xmlns:a16="http://schemas.microsoft.com/office/drawing/2014/main" id="{93DC7B94-002E-48D8-8A1B-4A2E084B963D}"/>
              </a:ext>
            </a:extLst>
          </p:cNvPr>
          <p:cNvSpPr>
            <a:spLocks xmlns:a="http://schemas.openxmlformats.org/drawingml/2006/main" noGrp="1"/>
          </p:cNvSpPr>
          <p:nvPr/>
        </p:nvSpPr>
        <p:spPr>
          <a:xfrm xmlns:a="http://schemas.openxmlformats.org/drawingml/2006/main">
            <a:off x="8572500" y="3143250"/>
            <a:ext cx="32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2</a:t>
            </a:r>
          </a:p>
        </p:txBody>
      </p:sp>
      <p:sp>
        <p:nvSpPr>
          <p:cNvPr id="53" name="">
            <a:extLst xmlns:a="http://schemas.openxmlformats.org/drawingml/2006/main">
              <a:ext uri="{FF2B5EF4-FFF2-40B4-BE49-F238E27FC236}">
                <a16:creationId xmlns:a16="http://schemas.microsoft.com/office/drawing/2014/main" id="{E2912C5F-1616-43AB-97DC-B88AC1F8B8F7}"/>
              </a:ext>
            </a:extLst>
          </p:cNvPr>
          <p:cNvSpPr>
            <a:spLocks xmlns:a="http://schemas.openxmlformats.org/drawingml/2006/main" noGrp="1"/>
          </p:cNvSpPr>
          <p:nvPr/>
        </p:nvSpPr>
        <p:spPr>
          <a:xfrm xmlns:a="http://schemas.openxmlformats.org/drawingml/2006/main">
            <a:off x="9001125" y="3086100"/>
            <a:ext cx="2286000" cy="552450"/>
          </a:xfrm>
          <a:prstGeom xmlns:a="http://schemas.openxmlformats.org/drawingml/2006/main" prst="roundRect">
            <a:avLst>
              <a:gd name="adj" fmla="val 13793"/>
            </a:avLst>
          </a:prstGeom>
          <a:solidFill xmlns:a="http://schemas.openxmlformats.org/drawingml/2006/main">
            <a:srgbClr val="F7EDF5"/>
          </a:solidFill>
          <a:ln xmlns:a="http://schemas.openxmlformats.org/drawingml/2006/main" w="9525">
            <a:solidFill>
              <a:srgbClr val="B95B9A"/>
            </a:solidFill>
            <a:prstDash val="solid"/>
          </a:ln>
        </p:spPr>
        <p:txBody>
          <a:bodyPr xmlns:a="http://schemas.openxmlformats.org/drawingml/2006/main" wrap="square" lIns="76200" tIns="47625" rIns="76200" bIns="47625" anchor="ctr">
            <a:noAutofit/>
          </a:bodyPr>
          <a:lstStyle xmlns:a="http://schemas.openxmlformats.org/drawingml/2006/main">
            <a:defPPr algn="l">
              <a:defRPr sz="1125" b="1">
                <a:solidFill>
                  <a:srgbClr val="000000"/>
                </a:solidFill>
                <a:latin typeface="Times New Roman"/>
                <a:ea typeface="Times New Roman"/>
                <a:cs typeface="Times New Roman"/>
              </a:defRPr>
            </a:defPPr>
            <a:lvl1pPr algn="l">
              <a:defRPr sz="1125" b="1">
                <a:solidFill>
                  <a:srgbClr val="000000"/>
                </a:solidFill>
                <a:latin typeface="Times New Roman"/>
                <a:ea typeface="Times New Roman"/>
                <a:cs typeface="Times New Roman"/>
              </a:defRPr>
            </a:lvl1pPr>
            <a:lvl2pPr algn="l">
              <a:defRPr sz="1125" b="1">
                <a:solidFill>
                  <a:srgbClr val="000000"/>
                </a:solidFill>
                <a:latin typeface="Times New Roman"/>
                <a:ea typeface="Times New Roman"/>
                <a:cs typeface="Times New Roman"/>
              </a:defRPr>
            </a:lvl2pPr>
            <a:lvl3pPr algn="l">
              <a:defRPr sz="1125" b="1">
                <a:solidFill>
                  <a:srgbClr val="000000"/>
                </a:solidFill>
                <a:latin typeface="Times New Roman"/>
                <a:ea typeface="Times New Roman"/>
                <a:cs typeface="Times New Roman"/>
              </a:defRPr>
            </a:lvl3pPr>
            <a:lvl4pPr algn="l">
              <a:defRPr sz="1125" b="1">
                <a:solidFill>
                  <a:srgbClr val="000000"/>
                </a:solidFill>
                <a:latin typeface="Times New Roman"/>
                <a:ea typeface="Times New Roman"/>
                <a:cs typeface="Times New Roman"/>
              </a:defRPr>
            </a:lvl4pPr>
            <a:lvl5pPr algn="l">
              <a:defRPr sz="1125" b="1">
                <a:solidFill>
                  <a:srgbClr val="000000"/>
                </a:solidFill>
                <a:latin typeface="Times New Roman"/>
                <a:ea typeface="Times New Roman"/>
                <a:cs typeface="Times New Roman"/>
              </a:defRPr>
            </a:lvl5pPr>
            <a:lvl6pPr algn="l">
              <a:defRPr sz="1125" b="1">
                <a:solidFill>
                  <a:srgbClr val="000000"/>
                </a:solidFill>
                <a:latin typeface="Times New Roman"/>
                <a:ea typeface="Times New Roman"/>
                <a:cs typeface="Times New Roman"/>
              </a:defRPr>
            </a:lvl6pPr>
            <a:lvl7pPr algn="l">
              <a:defRPr sz="1125" b="1">
                <a:solidFill>
                  <a:srgbClr val="000000"/>
                </a:solidFill>
                <a:latin typeface="Times New Roman"/>
                <a:ea typeface="Times New Roman"/>
                <a:cs typeface="Times New Roman"/>
              </a:defRPr>
            </a:lvl7pPr>
            <a:lvl8pPr algn="l">
              <a:defRPr sz="1125" b="1">
                <a:solidFill>
                  <a:srgbClr val="000000"/>
                </a:solidFill>
                <a:latin typeface="Times New Roman"/>
                <a:ea typeface="Times New Roman"/>
                <a:cs typeface="Times New Roman"/>
              </a:defRPr>
            </a:lvl8pPr>
            <a:lvl9pPr algn="l">
              <a:defRPr sz="1125" b="1">
                <a:solidFill>
                  <a:srgbClr val="000000"/>
                </a:solidFill>
                <a:latin typeface="Times New Roman"/>
                <a:ea typeface="Times New Roman"/>
                <a:cs typeface="Times New Roman"/>
              </a:defRPr>
            </a:lvl9pPr>
          </a:lstStyle>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Verify</a:t>
            </a:r>
          </a:p>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HR contact evidence</a:t>
            </a:r>
          </a:p>
        </p:txBody>
      </p:sp>
      <p:sp>
        <p:nvSpPr>
          <p:cNvPr id="54" name="">
            <a:extLst xmlns:a="http://schemas.openxmlformats.org/drawingml/2006/main">
              <a:ext uri="{FF2B5EF4-FFF2-40B4-BE49-F238E27FC236}">
                <a16:creationId xmlns:a16="http://schemas.microsoft.com/office/drawing/2014/main" id="{CDEA02FB-E157-41B8-8A8B-A51BC1436C9C}"/>
              </a:ext>
            </a:extLst>
          </p:cNvPr>
          <p:cNvSpPr>
            <a:spLocks xmlns:a="http://schemas.openxmlformats.org/drawingml/2006/main" noGrp="1"/>
          </p:cNvSpPr>
          <p:nvPr/>
        </p:nvSpPr>
        <p:spPr>
          <a:xfrm xmlns:a="http://schemas.openxmlformats.org/drawingml/2006/main">
            <a:off x="8572500" y="3962400"/>
            <a:ext cx="323850" cy="323850"/>
          </a:xfrm>
          <a:prstGeom xmlns:a="http://schemas.openxmlformats.org/drawingml/2006/main" prst="ellipse">
            <a:avLst/>
          </a:prstGeom>
          <a:solidFill xmlns:a="http://schemas.openxmlformats.org/drawingml/2006/main">
            <a:srgbClr val="529C72"/>
          </a:solidFill>
          <a:ln xmlns:a="http://schemas.openxmlformats.org/drawingml/2006/main" w="9525">
            <a:solidFill>
              <a:srgbClr val="529C72"/>
            </a:solidFill>
            <a:prstDash val="solid"/>
          </a:ln>
        </p:spPr>
      </p:sp>
      <p:sp>
        <p:nvSpPr>
          <p:cNvPr id="55" name="">
            <a:extLst xmlns:a="http://schemas.openxmlformats.org/drawingml/2006/main">
              <a:ext uri="{FF2B5EF4-FFF2-40B4-BE49-F238E27FC236}">
                <a16:creationId xmlns:a16="http://schemas.microsoft.com/office/drawing/2014/main" id="{5656150A-3D98-4A76-BE48-40EB3D3CC5D4}"/>
              </a:ext>
            </a:extLst>
          </p:cNvPr>
          <p:cNvSpPr>
            <a:spLocks xmlns:a="http://schemas.openxmlformats.org/drawingml/2006/main" noGrp="1"/>
          </p:cNvSpPr>
          <p:nvPr/>
        </p:nvSpPr>
        <p:spPr>
          <a:xfrm xmlns:a="http://schemas.openxmlformats.org/drawingml/2006/main">
            <a:off x="8572500" y="3981450"/>
            <a:ext cx="32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000000"/>
                </a:solidFill>
                <a:latin typeface="Times New Roman"/>
                <a:ea typeface="Times New Roman"/>
                <a:cs typeface="Times New Roman"/>
              </a:defRPr>
            </a:defPPr>
            <a:lvl1pPr algn="ctr">
              <a:defRPr sz="1050" b="1">
                <a:solidFill>
                  <a:srgbClr val="000000"/>
                </a:solidFill>
                <a:latin typeface="Times New Roman"/>
                <a:ea typeface="Times New Roman"/>
                <a:cs typeface="Times New Roman"/>
              </a:defRPr>
            </a:lvl1pPr>
            <a:lvl2pPr algn="ctr">
              <a:defRPr sz="1050" b="1">
                <a:solidFill>
                  <a:srgbClr val="000000"/>
                </a:solidFill>
                <a:latin typeface="Times New Roman"/>
                <a:ea typeface="Times New Roman"/>
                <a:cs typeface="Times New Roman"/>
              </a:defRPr>
            </a:lvl2pPr>
            <a:lvl3pPr algn="ctr">
              <a:defRPr sz="1050" b="1">
                <a:solidFill>
                  <a:srgbClr val="000000"/>
                </a:solidFill>
                <a:latin typeface="Times New Roman"/>
                <a:ea typeface="Times New Roman"/>
                <a:cs typeface="Times New Roman"/>
              </a:defRPr>
            </a:lvl3pPr>
            <a:lvl4pPr algn="ctr">
              <a:defRPr sz="1050" b="1">
                <a:solidFill>
                  <a:srgbClr val="000000"/>
                </a:solidFill>
                <a:latin typeface="Times New Roman"/>
                <a:ea typeface="Times New Roman"/>
                <a:cs typeface="Times New Roman"/>
              </a:defRPr>
            </a:lvl4pPr>
            <a:lvl5pPr algn="ctr">
              <a:defRPr sz="1050" b="1">
                <a:solidFill>
                  <a:srgbClr val="000000"/>
                </a:solidFill>
                <a:latin typeface="Times New Roman"/>
                <a:ea typeface="Times New Roman"/>
                <a:cs typeface="Times New Roman"/>
              </a:defRPr>
            </a:lvl5pPr>
            <a:lvl6pPr algn="ctr">
              <a:defRPr sz="1050" b="1">
                <a:solidFill>
                  <a:srgbClr val="000000"/>
                </a:solidFill>
                <a:latin typeface="Times New Roman"/>
                <a:ea typeface="Times New Roman"/>
                <a:cs typeface="Times New Roman"/>
              </a:defRPr>
            </a:lvl6pPr>
            <a:lvl7pPr algn="ctr">
              <a:defRPr sz="1050" b="1">
                <a:solidFill>
                  <a:srgbClr val="000000"/>
                </a:solidFill>
                <a:latin typeface="Times New Roman"/>
                <a:ea typeface="Times New Roman"/>
                <a:cs typeface="Times New Roman"/>
              </a:defRPr>
            </a:lvl7pPr>
            <a:lvl8pPr algn="ctr">
              <a:defRPr sz="1050" b="1">
                <a:solidFill>
                  <a:srgbClr val="000000"/>
                </a:solidFill>
                <a:latin typeface="Times New Roman"/>
                <a:ea typeface="Times New Roman"/>
                <a:cs typeface="Times New Roman"/>
              </a:defRPr>
            </a:lvl8pPr>
            <a:lvl9pPr algn="ctr">
              <a:defRPr sz="1050" b="1">
                <a:solidFill>
                  <a:srgbClr val="000000"/>
                </a:solidFill>
                <a:latin typeface="Times New Roman"/>
                <a:ea typeface="Times New Roman"/>
                <a:cs typeface="Times New Roman"/>
              </a:defRPr>
            </a:lvl9pPr>
          </a:lstStyle>
          <a:p xmlns:a="http://schemas.openxmlformats.org/drawingml/2006/main">
            <a:pPr algn="ctr">
              <a:defRPr sz="1050" b="1">
                <a:solidFill>
                  <a:srgbClr val="000000"/>
                </a:solidFill>
                <a:latin typeface="Times New Roman"/>
                <a:ea typeface="Times New Roman"/>
                <a:cs typeface="Times New Roman"/>
              </a:defRPr>
            </a:pPr>
            <a:r>
              <a:rPr sz="1050" b="1">
                <a:solidFill>
                  <a:srgbClr val="000000"/>
                </a:solidFill>
                <a:latin typeface="Times New Roman"/>
                <a:ea typeface="Times New Roman"/>
                <a:cs typeface="Times New Roman"/>
              </a:rPr>
              <a:t>3</a:t>
            </a:r>
          </a:p>
        </p:txBody>
      </p:sp>
      <p:sp>
        <p:nvSpPr>
          <p:cNvPr id="56" name="">
            <a:extLst xmlns:a="http://schemas.openxmlformats.org/drawingml/2006/main">
              <a:ext uri="{FF2B5EF4-FFF2-40B4-BE49-F238E27FC236}">
                <a16:creationId xmlns:a16="http://schemas.microsoft.com/office/drawing/2014/main" id="{7B0165B9-8E18-47F9-8028-5CF7C3887AE3}"/>
              </a:ext>
            </a:extLst>
          </p:cNvPr>
          <p:cNvSpPr>
            <a:spLocks xmlns:a="http://schemas.openxmlformats.org/drawingml/2006/main" noGrp="1"/>
          </p:cNvSpPr>
          <p:nvPr/>
        </p:nvSpPr>
        <p:spPr>
          <a:xfrm xmlns:a="http://schemas.openxmlformats.org/drawingml/2006/main">
            <a:off x="9001125" y="3924300"/>
            <a:ext cx="2286000" cy="552450"/>
          </a:xfrm>
          <a:prstGeom xmlns:a="http://schemas.openxmlformats.org/drawingml/2006/main" prst="roundRect">
            <a:avLst>
              <a:gd name="adj" fmla="val 13793"/>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l">
              <a:defRPr sz="1125" b="1">
                <a:solidFill>
                  <a:srgbClr val="000000"/>
                </a:solidFill>
                <a:latin typeface="Times New Roman"/>
                <a:ea typeface="Times New Roman"/>
                <a:cs typeface="Times New Roman"/>
              </a:defRPr>
            </a:defPPr>
            <a:lvl1pPr algn="l">
              <a:defRPr sz="1125" b="1">
                <a:solidFill>
                  <a:srgbClr val="000000"/>
                </a:solidFill>
                <a:latin typeface="Times New Roman"/>
                <a:ea typeface="Times New Roman"/>
                <a:cs typeface="Times New Roman"/>
              </a:defRPr>
            </a:lvl1pPr>
            <a:lvl2pPr algn="l">
              <a:defRPr sz="1125" b="1">
                <a:solidFill>
                  <a:srgbClr val="000000"/>
                </a:solidFill>
                <a:latin typeface="Times New Roman"/>
                <a:ea typeface="Times New Roman"/>
                <a:cs typeface="Times New Roman"/>
              </a:defRPr>
            </a:lvl2pPr>
            <a:lvl3pPr algn="l">
              <a:defRPr sz="1125" b="1">
                <a:solidFill>
                  <a:srgbClr val="000000"/>
                </a:solidFill>
                <a:latin typeface="Times New Roman"/>
                <a:ea typeface="Times New Roman"/>
                <a:cs typeface="Times New Roman"/>
              </a:defRPr>
            </a:lvl3pPr>
            <a:lvl4pPr algn="l">
              <a:defRPr sz="1125" b="1">
                <a:solidFill>
                  <a:srgbClr val="000000"/>
                </a:solidFill>
                <a:latin typeface="Times New Roman"/>
                <a:ea typeface="Times New Roman"/>
                <a:cs typeface="Times New Roman"/>
              </a:defRPr>
            </a:lvl4pPr>
            <a:lvl5pPr algn="l">
              <a:defRPr sz="1125" b="1">
                <a:solidFill>
                  <a:srgbClr val="000000"/>
                </a:solidFill>
                <a:latin typeface="Times New Roman"/>
                <a:ea typeface="Times New Roman"/>
                <a:cs typeface="Times New Roman"/>
              </a:defRPr>
            </a:lvl5pPr>
            <a:lvl6pPr algn="l">
              <a:defRPr sz="1125" b="1">
                <a:solidFill>
                  <a:srgbClr val="000000"/>
                </a:solidFill>
                <a:latin typeface="Times New Roman"/>
                <a:ea typeface="Times New Roman"/>
                <a:cs typeface="Times New Roman"/>
              </a:defRPr>
            </a:lvl6pPr>
            <a:lvl7pPr algn="l">
              <a:defRPr sz="1125" b="1">
                <a:solidFill>
                  <a:srgbClr val="000000"/>
                </a:solidFill>
                <a:latin typeface="Times New Roman"/>
                <a:ea typeface="Times New Roman"/>
                <a:cs typeface="Times New Roman"/>
              </a:defRPr>
            </a:lvl7pPr>
            <a:lvl8pPr algn="l">
              <a:defRPr sz="1125" b="1">
                <a:solidFill>
                  <a:srgbClr val="000000"/>
                </a:solidFill>
                <a:latin typeface="Times New Roman"/>
                <a:ea typeface="Times New Roman"/>
                <a:cs typeface="Times New Roman"/>
              </a:defRPr>
            </a:lvl8pPr>
            <a:lvl9pPr algn="l">
              <a:defRPr sz="1125" b="1">
                <a:solidFill>
                  <a:srgbClr val="000000"/>
                </a:solidFill>
                <a:latin typeface="Times New Roman"/>
                <a:ea typeface="Times New Roman"/>
                <a:cs typeface="Times New Roman"/>
              </a:defRPr>
            </a:lvl9pPr>
          </a:lstStyle>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Monitor</a:t>
            </a:r>
          </a:p>
          <a:p xmlns:a="http://schemas.openxmlformats.org/drawingml/2006/main">
            <a:pPr algn="l">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Duplicates + operational trends</a:t>
            </a:r>
          </a:p>
        </p:txBody>
      </p:sp>
      <p:sp>
        <p:nvSpPr>
          <p:cNvPr id="57" name="">
            <a:extLst xmlns:a="http://schemas.openxmlformats.org/drawingml/2006/main">
              <a:ext uri="{FF2B5EF4-FFF2-40B4-BE49-F238E27FC236}">
                <a16:creationId xmlns:a16="http://schemas.microsoft.com/office/drawing/2014/main" id="{7E0EBC0C-1DBF-4B80-A303-A2FAC9A5AEBB}"/>
              </a:ext>
            </a:extLst>
          </p:cNvPr>
          <p:cNvSpPr>
            <a:spLocks xmlns:a="http://schemas.openxmlformats.org/drawingml/2006/main" noGrp="1"/>
          </p:cNvSpPr>
          <p:nvPr/>
        </p:nvSpPr>
        <p:spPr>
          <a:xfrm xmlns:a="http://schemas.openxmlformats.org/drawingml/2006/main">
            <a:off x="885825" y="5181600"/>
            <a:ext cx="2114550" cy="381000"/>
          </a:xfrm>
          <a:prstGeom xmlns:a="http://schemas.openxmlformats.org/drawingml/2006/main" prst="roundRect">
            <a:avLst>
              <a:gd name="adj" fmla="val 20000"/>
            </a:avLst>
          </a:prstGeom>
          <a:solidFill xmlns:a="http://schemas.openxmlformats.org/drawingml/2006/main">
            <a:srgbClr val="ECF5EF"/>
          </a:solidFill>
          <a:ln xmlns:a="http://schemas.openxmlformats.org/drawingml/2006/main" w="9525">
            <a:solidFill>
              <a:srgbClr val="529C72"/>
            </a:solidFill>
            <a:prstDash val="solid"/>
          </a:ln>
        </p:spPr>
        <p:txBody>
          <a:bodyPr xmlns:a="http://schemas.openxmlformats.org/drawingml/2006/main" wrap="square" lIns="76200" tIns="47625" rIns="76200" bIns="47625" anchor="ctr">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Candidate-controlled</a:t>
            </a:r>
          </a:p>
        </p:txBody>
      </p:sp>
      <p:sp>
        <p:nvSpPr>
          <p:cNvPr id="58" name="">
            <a:extLst xmlns:a="http://schemas.openxmlformats.org/drawingml/2006/main">
              <a:ext uri="{FF2B5EF4-FFF2-40B4-BE49-F238E27FC236}">
                <a16:creationId xmlns:a16="http://schemas.microsoft.com/office/drawing/2014/main" id="{7E280DE1-68F6-46DD-B31E-8A55A34E0268}"/>
              </a:ext>
            </a:extLst>
          </p:cNvPr>
          <p:cNvSpPr>
            <a:spLocks xmlns:a="http://schemas.openxmlformats.org/drawingml/2006/main" noGrp="1"/>
          </p:cNvSpPr>
          <p:nvPr/>
        </p:nvSpPr>
        <p:spPr>
          <a:xfrm xmlns:a="http://schemas.openxmlformats.org/drawingml/2006/main">
            <a:off x="3209925" y="5229225"/>
            <a:ext cx="807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000000"/>
                </a:solidFill>
                <a:latin typeface="Times New Roman"/>
                <a:ea typeface="Times New Roman"/>
                <a:cs typeface="Times New Roman"/>
              </a:defRPr>
            </a:defPPr>
            <a:lvl1pPr algn="l">
              <a:defRPr sz="1275" b="1">
                <a:solidFill>
                  <a:srgbClr val="000000"/>
                </a:solidFill>
                <a:latin typeface="Times New Roman"/>
                <a:ea typeface="Times New Roman"/>
                <a:cs typeface="Times New Roman"/>
              </a:defRPr>
            </a:lvl1pPr>
            <a:lvl2pPr algn="l">
              <a:defRPr sz="1275" b="1">
                <a:solidFill>
                  <a:srgbClr val="000000"/>
                </a:solidFill>
                <a:latin typeface="Times New Roman"/>
                <a:ea typeface="Times New Roman"/>
                <a:cs typeface="Times New Roman"/>
              </a:defRPr>
            </a:lvl2pPr>
            <a:lvl3pPr algn="l">
              <a:defRPr sz="1275" b="1">
                <a:solidFill>
                  <a:srgbClr val="000000"/>
                </a:solidFill>
                <a:latin typeface="Times New Roman"/>
                <a:ea typeface="Times New Roman"/>
                <a:cs typeface="Times New Roman"/>
              </a:defRPr>
            </a:lvl3pPr>
            <a:lvl4pPr algn="l">
              <a:defRPr sz="1275" b="1">
                <a:solidFill>
                  <a:srgbClr val="000000"/>
                </a:solidFill>
                <a:latin typeface="Times New Roman"/>
                <a:ea typeface="Times New Roman"/>
                <a:cs typeface="Times New Roman"/>
              </a:defRPr>
            </a:lvl4pPr>
            <a:lvl5pPr algn="l">
              <a:defRPr sz="1275" b="1">
                <a:solidFill>
                  <a:srgbClr val="000000"/>
                </a:solidFill>
                <a:latin typeface="Times New Roman"/>
                <a:ea typeface="Times New Roman"/>
                <a:cs typeface="Times New Roman"/>
              </a:defRPr>
            </a:lvl5pPr>
            <a:lvl6pPr algn="l">
              <a:defRPr sz="1275" b="1">
                <a:solidFill>
                  <a:srgbClr val="000000"/>
                </a:solidFill>
                <a:latin typeface="Times New Roman"/>
                <a:ea typeface="Times New Roman"/>
                <a:cs typeface="Times New Roman"/>
              </a:defRPr>
            </a:lvl6pPr>
            <a:lvl7pPr algn="l">
              <a:defRPr sz="1275" b="1">
                <a:solidFill>
                  <a:srgbClr val="000000"/>
                </a:solidFill>
                <a:latin typeface="Times New Roman"/>
                <a:ea typeface="Times New Roman"/>
                <a:cs typeface="Times New Roman"/>
              </a:defRPr>
            </a:lvl7pPr>
            <a:lvl8pPr algn="l">
              <a:defRPr sz="1275" b="1">
                <a:solidFill>
                  <a:srgbClr val="000000"/>
                </a:solidFill>
                <a:latin typeface="Times New Roman"/>
                <a:ea typeface="Times New Roman"/>
                <a:cs typeface="Times New Roman"/>
              </a:defRPr>
            </a:lvl8pPr>
            <a:lvl9pPr algn="l">
              <a:defRPr sz="1275" b="1">
                <a:solidFill>
                  <a:srgbClr val="000000"/>
                </a:solidFill>
                <a:latin typeface="Times New Roman"/>
                <a:ea typeface="Times New Roman"/>
                <a:cs typeface="Times New Roman"/>
              </a:defRPr>
            </a:lvl9pPr>
          </a:lstStyle>
          <a:p xmlns:a="http://schemas.openxmlformats.org/drawingml/2006/main">
            <a:pPr algn="l">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The user submits on the employer’s site; HIREGEN records the next step.</a:t>
            </a:r>
          </a:p>
        </p:txBody>
      </p:sp>
      <p:sp>
        <p:nvSpPr>
          <p:cNvPr id="59" name="">
            <a:extLst xmlns:a="http://schemas.openxmlformats.org/drawingml/2006/main">
              <a:ext uri="{FF2B5EF4-FFF2-40B4-BE49-F238E27FC236}">
                <a16:creationId xmlns:a16="http://schemas.microsoft.com/office/drawing/2014/main" id="{98744FEB-9632-4F8E-AA20-F02D280CDDDB}"/>
              </a:ext>
            </a:extLst>
          </p:cNvPr>
          <p:cNvSpPr>
            <a:spLocks xmlns:a="http://schemas.openxmlformats.org/drawingml/2006/main" noGrp="1"/>
          </p:cNvSpPr>
          <p:nvPr/>
        </p:nvSpPr>
        <p:spPr>
          <a:xfrm xmlns:a="http://schemas.openxmlformats.org/drawingml/2006/main">
            <a:off x="762000" y="58293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Illustrative route map from frontend code, not a live product screenshot. Local app and automated tests were not verified.</a:t>
            </a:r>
          </a:p>
        </p:txBody>
      </p:sp>
    </p:spTree>
    <p:extLst>
      <p:ext uri="{BB962C8B-B14F-4D97-AF65-F5344CB8AC3E}">
        <p14:creationId xmlns:p14="http://schemas.microsoft.com/office/powerpoint/2010/main" val="3250844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C66E8CB-8E2C-453D-A572-5392283D32E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C77A3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BD2085-7117-4939-9054-91D513583ED5}"/>
              </a:ext>
            </a:extLst>
          </p:cNvPr>
          <p:cNvSpPr>
            <a:spLocks xmlns:a="http://schemas.openxmlformats.org/drawingml/2006/main" noGrp="1"/>
          </p:cNvSpPr>
          <p:nvPr/>
        </p:nvSpPr>
        <p:spPr>
          <a:xfrm xmlns:a="http://schemas.openxmlformats.org/drawingml/2006/main">
            <a:off x="6381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PROBLEM</a:t>
            </a:r>
          </a:p>
        </p:txBody>
      </p:sp>
      <p:sp>
        <p:nvSpPr>
          <p:cNvPr id="3" name="">
            <a:extLst xmlns:a="http://schemas.openxmlformats.org/drawingml/2006/main">
              <a:ext uri="{FF2B5EF4-FFF2-40B4-BE49-F238E27FC236}">
                <a16:creationId xmlns:a16="http://schemas.microsoft.com/office/drawing/2014/main" id="{5C933220-57AA-4E71-BC34-40DC52929082}"/>
              </a:ext>
            </a:extLst>
          </p:cNvPr>
          <p:cNvSpPr>
            <a:spLocks xmlns:a="http://schemas.openxmlformats.org/drawingml/2006/main" noGrp="1"/>
          </p:cNvSpPr>
          <p:nvPr/>
        </p:nvSpPr>
        <p:spPr>
          <a:xfrm xmlns:a="http://schemas.openxmlformats.org/drawingml/2006/main">
            <a:off x="2114550" y="238125"/>
            <a:ext cx="85725" cy="19050"/>
          </a:xfrm>
          <a:prstGeom xmlns:a="http://schemas.openxmlformats.org/drawingml/2006/main" prst="rect">
            <a:avLst/>
          </a:prstGeom>
          <a:solidFill xmlns:a="http://schemas.openxmlformats.org/drawingml/2006/main">
            <a:srgbClr val="1686D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8A63FDB-2CDE-4AC0-A8F6-FA2E99A2EAF4}"/>
              </a:ext>
            </a:extLst>
          </p:cNvPr>
          <p:cNvSpPr>
            <a:spLocks xmlns:a="http://schemas.openxmlformats.org/drawingml/2006/main" noGrp="1"/>
          </p:cNvSpPr>
          <p:nvPr/>
        </p:nvSpPr>
        <p:spPr>
          <a:xfrm xmlns:a="http://schemas.openxmlformats.org/drawingml/2006/main">
            <a:off x="22002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APPROACH</a:t>
            </a:r>
          </a:p>
        </p:txBody>
      </p:sp>
      <p:sp>
        <p:nvSpPr>
          <p:cNvPr id="5" name="">
            <a:extLst xmlns:a="http://schemas.openxmlformats.org/drawingml/2006/main">
              <a:ext uri="{FF2B5EF4-FFF2-40B4-BE49-F238E27FC236}">
                <a16:creationId xmlns:a16="http://schemas.microsoft.com/office/drawing/2014/main" id="{969A996D-BA42-4449-8391-723F1B5DBE25}"/>
              </a:ext>
            </a:extLst>
          </p:cNvPr>
          <p:cNvSpPr>
            <a:spLocks xmlns:a="http://schemas.openxmlformats.org/drawingml/2006/main" noGrp="1"/>
          </p:cNvSpPr>
          <p:nvPr/>
        </p:nvSpPr>
        <p:spPr>
          <a:xfrm xmlns:a="http://schemas.openxmlformats.org/drawingml/2006/main">
            <a:off x="3676650" y="238125"/>
            <a:ext cx="85725" cy="19050"/>
          </a:xfrm>
          <a:prstGeom xmlns:a="http://schemas.openxmlformats.org/drawingml/2006/main" prst="rect">
            <a:avLst/>
          </a:prstGeom>
          <a:solidFill xmlns:a="http://schemas.openxmlformats.org/drawingml/2006/main">
            <a:srgbClr val="405DE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0730AA-8E39-406B-B86C-099A3050E683}"/>
              </a:ext>
            </a:extLst>
          </p:cNvPr>
          <p:cNvSpPr>
            <a:spLocks xmlns:a="http://schemas.openxmlformats.org/drawingml/2006/main" noGrp="1"/>
          </p:cNvSpPr>
          <p:nvPr/>
        </p:nvSpPr>
        <p:spPr>
          <a:xfrm xmlns:a="http://schemas.openxmlformats.org/drawingml/2006/main">
            <a:off x="37623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BUILD</a:t>
            </a:r>
          </a:p>
        </p:txBody>
      </p:sp>
      <p:sp>
        <p:nvSpPr>
          <p:cNvPr id="7" name="">
            <a:extLst xmlns:a="http://schemas.openxmlformats.org/drawingml/2006/main">
              <a:ext uri="{FF2B5EF4-FFF2-40B4-BE49-F238E27FC236}">
                <a16:creationId xmlns:a16="http://schemas.microsoft.com/office/drawing/2014/main" id="{046B0C7B-BC74-43A8-9427-B47944D425FA}"/>
              </a:ext>
            </a:extLst>
          </p:cNvPr>
          <p:cNvSpPr>
            <a:spLocks xmlns:a="http://schemas.openxmlformats.org/drawingml/2006/main" noGrp="1"/>
          </p:cNvSpPr>
          <p:nvPr/>
        </p:nvSpPr>
        <p:spPr>
          <a:xfrm xmlns:a="http://schemas.openxmlformats.org/drawingml/2006/main">
            <a:off x="5238750" y="238125"/>
            <a:ext cx="85725" cy="19050"/>
          </a:xfrm>
          <a:prstGeom xmlns:a="http://schemas.openxmlformats.org/drawingml/2006/main" prst="rect">
            <a:avLst/>
          </a:prstGeom>
          <a:solidFill xmlns:a="http://schemas.openxmlformats.org/drawingml/2006/main">
            <a:srgbClr val="6737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61BEE27-5E1B-4D68-9A39-C5199155A2D1}"/>
              </a:ext>
            </a:extLst>
          </p:cNvPr>
          <p:cNvSpPr>
            <a:spLocks xmlns:a="http://schemas.openxmlformats.org/drawingml/2006/main" noGrp="1"/>
          </p:cNvSpPr>
          <p:nvPr/>
        </p:nvSpPr>
        <p:spPr>
          <a:xfrm xmlns:a="http://schemas.openxmlformats.org/drawingml/2006/main">
            <a:off x="53244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DATA FLOW</a:t>
            </a:r>
          </a:p>
        </p:txBody>
      </p:sp>
      <p:sp>
        <p:nvSpPr>
          <p:cNvPr id="9" name="">
            <a:extLst xmlns:a="http://schemas.openxmlformats.org/drawingml/2006/main">
              <a:ext uri="{FF2B5EF4-FFF2-40B4-BE49-F238E27FC236}">
                <a16:creationId xmlns:a16="http://schemas.microsoft.com/office/drawing/2014/main" id="{D5CC75E3-350D-4755-8DC9-0D715E1751FF}"/>
              </a:ext>
            </a:extLst>
          </p:cNvPr>
          <p:cNvSpPr>
            <a:spLocks xmlns:a="http://schemas.openxmlformats.org/drawingml/2006/main" noGrp="1"/>
          </p:cNvSpPr>
          <p:nvPr/>
        </p:nvSpPr>
        <p:spPr>
          <a:xfrm xmlns:a="http://schemas.openxmlformats.org/drawingml/2006/main">
            <a:off x="6800850" y="238125"/>
            <a:ext cx="85725" cy="19050"/>
          </a:xfrm>
          <a:prstGeom xmlns:a="http://schemas.openxmlformats.org/drawingml/2006/main" prst="rect">
            <a:avLst/>
          </a:prstGeom>
          <a:solidFill xmlns:a="http://schemas.openxmlformats.org/drawingml/2006/main">
            <a:srgbClr val="B95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886BF7-A811-4BA5-BF67-68CAA2D19F2E}"/>
              </a:ext>
            </a:extLst>
          </p:cNvPr>
          <p:cNvSpPr>
            <a:spLocks xmlns:a="http://schemas.openxmlformats.org/drawingml/2006/main" noGrp="1"/>
          </p:cNvSpPr>
          <p:nvPr/>
        </p:nvSpPr>
        <p:spPr>
          <a:xfrm xmlns:a="http://schemas.openxmlformats.org/drawingml/2006/main">
            <a:off x="68865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MATCH</a:t>
            </a:r>
          </a:p>
        </p:txBody>
      </p:sp>
      <p:sp>
        <p:nvSpPr>
          <p:cNvPr id="11" name="">
            <a:extLst xmlns:a="http://schemas.openxmlformats.org/drawingml/2006/main">
              <a:ext uri="{FF2B5EF4-FFF2-40B4-BE49-F238E27FC236}">
                <a16:creationId xmlns:a16="http://schemas.microsoft.com/office/drawing/2014/main" id="{C8368080-67CD-4B15-B6BB-512AD36151DC}"/>
              </a:ext>
            </a:extLst>
          </p:cNvPr>
          <p:cNvSpPr>
            <a:spLocks xmlns:a="http://schemas.openxmlformats.org/drawingml/2006/main" noGrp="1"/>
          </p:cNvSpPr>
          <p:nvPr/>
        </p:nvSpPr>
        <p:spPr>
          <a:xfrm xmlns:a="http://schemas.openxmlformats.org/drawingml/2006/main">
            <a:off x="8362950" y="238125"/>
            <a:ext cx="85725" cy="19050"/>
          </a:xfrm>
          <a:prstGeom xmlns:a="http://schemas.openxmlformats.org/drawingml/2006/main" prst="rect">
            <a:avLst/>
          </a:prstGeom>
          <a:solidFill xmlns:a="http://schemas.openxmlformats.org/drawingml/2006/main">
            <a:srgbClr val="529C7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A5C8549-0832-4C63-9F50-080AECC7E6D3}"/>
              </a:ext>
            </a:extLst>
          </p:cNvPr>
          <p:cNvSpPr>
            <a:spLocks xmlns:a="http://schemas.openxmlformats.org/drawingml/2006/main" noGrp="1"/>
          </p:cNvSpPr>
          <p:nvPr/>
        </p:nvSpPr>
        <p:spPr>
          <a:xfrm xmlns:a="http://schemas.openxmlformats.org/drawingml/2006/main">
            <a:off x="8448675" y="142875"/>
            <a:ext cx="147637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PRODUCT</a:t>
            </a:r>
          </a:p>
        </p:txBody>
      </p:sp>
      <p:sp>
        <p:nvSpPr>
          <p:cNvPr id="13" name="">
            <a:extLst xmlns:a="http://schemas.openxmlformats.org/drawingml/2006/main">
              <a:ext uri="{FF2B5EF4-FFF2-40B4-BE49-F238E27FC236}">
                <a16:creationId xmlns:a16="http://schemas.microsoft.com/office/drawing/2014/main" id="{4BD0F61C-9824-4FE3-BFC0-6BD6F14EB9C8}"/>
              </a:ext>
            </a:extLst>
          </p:cNvPr>
          <p:cNvSpPr>
            <a:spLocks xmlns:a="http://schemas.openxmlformats.org/drawingml/2006/main" noGrp="1"/>
          </p:cNvSpPr>
          <p:nvPr/>
        </p:nvSpPr>
        <p:spPr>
          <a:xfrm xmlns:a="http://schemas.openxmlformats.org/drawingml/2006/main">
            <a:off x="9925050" y="238125"/>
            <a:ext cx="85725" cy="19050"/>
          </a:xfrm>
          <a:prstGeom xmlns:a="http://schemas.openxmlformats.org/drawingml/2006/main" prst="rect">
            <a:avLst/>
          </a:prstGeom>
          <a:solidFill xmlns:a="http://schemas.openxmlformats.org/drawingml/2006/main">
            <a:srgbClr val="D4A83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368B797-FFF2-41F6-8424-8BA008BEB09C}"/>
              </a:ext>
            </a:extLst>
          </p:cNvPr>
          <p:cNvSpPr>
            <a:spLocks xmlns:a="http://schemas.openxmlformats.org/drawingml/2006/main" noGrp="1"/>
          </p:cNvSpPr>
          <p:nvPr/>
        </p:nvSpPr>
        <p:spPr>
          <a:xfrm xmlns:a="http://schemas.openxmlformats.org/drawingml/2006/main">
            <a:off x="10010775" y="142875"/>
            <a:ext cx="1476375" cy="200025"/>
          </a:xfrm>
          <a:prstGeom xmlns:a="http://schemas.openxmlformats.org/drawingml/2006/main" prst="rect">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750" b="1">
                <a:solidFill>
                  <a:srgbClr val="000000"/>
                </a:solidFill>
                <a:latin typeface="Times New Roman"/>
                <a:ea typeface="Times New Roman"/>
                <a:cs typeface="Times New Roman"/>
              </a:defRPr>
            </a:defPPr>
            <a:lvl1pPr algn="ctr">
              <a:defRPr sz="750" b="1">
                <a:solidFill>
                  <a:srgbClr val="000000"/>
                </a:solidFill>
                <a:latin typeface="Times New Roman"/>
                <a:ea typeface="Times New Roman"/>
                <a:cs typeface="Times New Roman"/>
              </a:defRPr>
            </a:lvl1pPr>
            <a:lvl2pPr algn="ctr">
              <a:defRPr sz="750" b="1">
                <a:solidFill>
                  <a:srgbClr val="000000"/>
                </a:solidFill>
                <a:latin typeface="Times New Roman"/>
                <a:ea typeface="Times New Roman"/>
                <a:cs typeface="Times New Roman"/>
              </a:defRPr>
            </a:lvl2pPr>
            <a:lvl3pPr algn="ctr">
              <a:defRPr sz="750" b="1">
                <a:solidFill>
                  <a:srgbClr val="000000"/>
                </a:solidFill>
                <a:latin typeface="Times New Roman"/>
                <a:ea typeface="Times New Roman"/>
                <a:cs typeface="Times New Roman"/>
              </a:defRPr>
            </a:lvl3pPr>
            <a:lvl4pPr algn="ctr">
              <a:defRPr sz="750" b="1">
                <a:solidFill>
                  <a:srgbClr val="000000"/>
                </a:solidFill>
                <a:latin typeface="Times New Roman"/>
                <a:ea typeface="Times New Roman"/>
                <a:cs typeface="Times New Roman"/>
              </a:defRPr>
            </a:lvl4pPr>
            <a:lvl5pPr algn="ctr">
              <a:defRPr sz="750" b="1">
                <a:solidFill>
                  <a:srgbClr val="000000"/>
                </a:solidFill>
                <a:latin typeface="Times New Roman"/>
                <a:ea typeface="Times New Roman"/>
                <a:cs typeface="Times New Roman"/>
              </a:defRPr>
            </a:lvl5pPr>
            <a:lvl6pPr algn="ctr">
              <a:defRPr sz="750" b="1">
                <a:solidFill>
                  <a:srgbClr val="000000"/>
                </a:solidFill>
                <a:latin typeface="Times New Roman"/>
                <a:ea typeface="Times New Roman"/>
                <a:cs typeface="Times New Roman"/>
              </a:defRPr>
            </a:lvl6pPr>
            <a:lvl7pPr algn="ctr">
              <a:defRPr sz="750" b="1">
                <a:solidFill>
                  <a:srgbClr val="000000"/>
                </a:solidFill>
                <a:latin typeface="Times New Roman"/>
                <a:ea typeface="Times New Roman"/>
                <a:cs typeface="Times New Roman"/>
              </a:defRPr>
            </a:lvl7pPr>
            <a:lvl8pPr algn="ctr">
              <a:defRPr sz="750" b="1">
                <a:solidFill>
                  <a:srgbClr val="000000"/>
                </a:solidFill>
                <a:latin typeface="Times New Roman"/>
                <a:ea typeface="Times New Roman"/>
                <a:cs typeface="Times New Roman"/>
              </a:defRPr>
            </a:lvl8pPr>
            <a:lvl9pPr algn="ctr">
              <a:defRPr sz="750" b="1">
                <a:solidFill>
                  <a:srgbClr val="000000"/>
                </a:solidFill>
                <a:latin typeface="Times New Roman"/>
                <a:ea typeface="Times New Roman"/>
                <a:cs typeface="Times New Roman"/>
              </a:defRPr>
            </a:lvl9pPr>
          </a:lstStyle>
          <a:p xmlns:a="http://schemas.openxmlformats.org/drawingml/2006/main">
            <a:pPr algn="ctr">
              <a:defRPr sz="750" b="1">
                <a:solidFill>
                  <a:srgbClr val="000000"/>
                </a:solidFill>
                <a:latin typeface="Times New Roman"/>
                <a:ea typeface="Times New Roman"/>
                <a:cs typeface="Times New Roman"/>
              </a:defRPr>
            </a:pPr>
            <a:r>
              <a:rPr sz="750" b="1">
                <a:solidFill>
                  <a:srgbClr val="000000"/>
                </a:solidFill>
                <a:latin typeface="Times New Roman"/>
                <a:ea typeface="Times New Roman"/>
                <a:cs typeface="Times New Roman"/>
              </a:rPr>
              <a:t>NEXT</a:t>
            </a:r>
          </a:p>
        </p:txBody>
      </p:sp>
      <p:sp>
        <p:nvSpPr>
          <p:cNvPr id="15" name="">
            <a:extLst xmlns:a="http://schemas.openxmlformats.org/drawingml/2006/main">
              <a:ext uri="{FF2B5EF4-FFF2-40B4-BE49-F238E27FC236}">
                <a16:creationId xmlns:a16="http://schemas.microsoft.com/office/drawing/2014/main" id="{DDC420FC-6290-43F4-8871-7E01E26B3FD5}"/>
              </a:ext>
            </a:extLst>
          </p:cNvPr>
          <p:cNvSpPr>
            <a:spLocks xmlns:a="http://schemas.openxmlformats.org/drawingml/2006/main" noGrp="1"/>
          </p:cNvSpPr>
          <p:nvPr/>
        </p:nvSpPr>
        <p:spPr>
          <a:xfrm xmlns:a="http://schemas.openxmlformats.org/drawingml/2006/main">
            <a:off x="628650" y="428625"/>
            <a:ext cx="7448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00000"/>
                </a:solidFill>
                <a:latin typeface="Times New Roman"/>
                <a:ea typeface="Times New Roman"/>
                <a:cs typeface="Times New Roman"/>
              </a:defRPr>
            </a:defPPr>
            <a:lvl1pPr algn="l">
              <a:defRPr sz="2025" b="1">
                <a:solidFill>
                  <a:srgbClr val="000000"/>
                </a:solidFill>
                <a:latin typeface="Times New Roman"/>
                <a:ea typeface="Times New Roman"/>
                <a:cs typeface="Times New Roman"/>
              </a:defRPr>
            </a:lvl1pPr>
            <a:lvl2pPr algn="l">
              <a:defRPr sz="2025" b="1">
                <a:solidFill>
                  <a:srgbClr val="000000"/>
                </a:solidFill>
                <a:latin typeface="Times New Roman"/>
                <a:ea typeface="Times New Roman"/>
                <a:cs typeface="Times New Roman"/>
              </a:defRPr>
            </a:lvl2pPr>
            <a:lvl3pPr algn="l">
              <a:defRPr sz="2025" b="1">
                <a:solidFill>
                  <a:srgbClr val="000000"/>
                </a:solidFill>
                <a:latin typeface="Times New Roman"/>
                <a:ea typeface="Times New Roman"/>
                <a:cs typeface="Times New Roman"/>
              </a:defRPr>
            </a:lvl3pPr>
            <a:lvl4pPr algn="l">
              <a:defRPr sz="2025" b="1">
                <a:solidFill>
                  <a:srgbClr val="000000"/>
                </a:solidFill>
                <a:latin typeface="Times New Roman"/>
                <a:ea typeface="Times New Roman"/>
                <a:cs typeface="Times New Roman"/>
              </a:defRPr>
            </a:lvl4pPr>
            <a:lvl5pPr algn="l">
              <a:defRPr sz="2025" b="1">
                <a:solidFill>
                  <a:srgbClr val="000000"/>
                </a:solidFill>
                <a:latin typeface="Times New Roman"/>
                <a:ea typeface="Times New Roman"/>
                <a:cs typeface="Times New Roman"/>
              </a:defRPr>
            </a:lvl5pPr>
            <a:lvl6pPr algn="l">
              <a:defRPr sz="2025" b="1">
                <a:solidFill>
                  <a:srgbClr val="000000"/>
                </a:solidFill>
                <a:latin typeface="Times New Roman"/>
                <a:ea typeface="Times New Roman"/>
                <a:cs typeface="Times New Roman"/>
              </a:defRPr>
            </a:lvl6pPr>
            <a:lvl7pPr algn="l">
              <a:defRPr sz="2025" b="1">
                <a:solidFill>
                  <a:srgbClr val="000000"/>
                </a:solidFill>
                <a:latin typeface="Times New Roman"/>
                <a:ea typeface="Times New Roman"/>
                <a:cs typeface="Times New Roman"/>
              </a:defRPr>
            </a:lvl7pPr>
            <a:lvl8pPr algn="l">
              <a:defRPr sz="2025" b="1">
                <a:solidFill>
                  <a:srgbClr val="000000"/>
                </a:solidFill>
                <a:latin typeface="Times New Roman"/>
                <a:ea typeface="Times New Roman"/>
                <a:cs typeface="Times New Roman"/>
              </a:defRPr>
            </a:lvl8pPr>
            <a:lvl9pPr algn="l">
              <a:defRPr sz="2025" b="1">
                <a:solidFill>
                  <a:srgbClr val="000000"/>
                </a:solidFill>
                <a:latin typeface="Times New Roman"/>
                <a:ea typeface="Times New Roman"/>
                <a:cs typeface="Times New Roman"/>
              </a:defRPr>
            </a:lvl9pPr>
          </a:lstStyle>
          <a:p xmlns:a="http://schemas.openxmlformats.org/drawingml/2006/main">
            <a:pPr algn="l">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Useful today; stronger after real-world validation</a:t>
            </a:r>
          </a:p>
        </p:txBody>
      </p:sp>
      <p:sp>
        <p:nvSpPr>
          <p:cNvPr id="16" name="">
            <a:extLst xmlns:a="http://schemas.openxmlformats.org/drawingml/2006/main">
              <a:ext uri="{FF2B5EF4-FFF2-40B4-BE49-F238E27FC236}">
                <a16:creationId xmlns:a16="http://schemas.microsoft.com/office/drawing/2014/main" id="{958B9676-A163-4371-B2A9-2BA0519F83DF}"/>
              </a:ext>
            </a:extLst>
          </p:cNvPr>
          <p:cNvSpPr>
            <a:spLocks xmlns:a="http://schemas.openxmlformats.org/drawingml/2006/main" noGrp="1"/>
          </p:cNvSpPr>
          <p:nvPr/>
        </p:nvSpPr>
        <p:spPr>
          <a:xfrm xmlns:a="http://schemas.openxmlformats.org/drawingml/2006/main">
            <a:off x="8239125" y="485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900" b="1">
                <a:solidFill>
                  <a:srgbClr val="000000"/>
                </a:solidFill>
                <a:latin typeface="Times New Roman"/>
                <a:ea typeface="Times New Roman"/>
                <a:cs typeface="Times New Roman"/>
              </a:defRPr>
            </a:defPPr>
            <a:lvl1pPr algn="r">
              <a:defRPr sz="900" b="1">
                <a:solidFill>
                  <a:srgbClr val="000000"/>
                </a:solidFill>
                <a:latin typeface="Times New Roman"/>
                <a:ea typeface="Times New Roman"/>
                <a:cs typeface="Times New Roman"/>
              </a:defRPr>
            </a:lvl1pPr>
            <a:lvl2pPr algn="r">
              <a:defRPr sz="900" b="1">
                <a:solidFill>
                  <a:srgbClr val="000000"/>
                </a:solidFill>
                <a:latin typeface="Times New Roman"/>
                <a:ea typeface="Times New Roman"/>
                <a:cs typeface="Times New Roman"/>
              </a:defRPr>
            </a:lvl2pPr>
            <a:lvl3pPr algn="r">
              <a:defRPr sz="900" b="1">
                <a:solidFill>
                  <a:srgbClr val="000000"/>
                </a:solidFill>
                <a:latin typeface="Times New Roman"/>
                <a:ea typeface="Times New Roman"/>
                <a:cs typeface="Times New Roman"/>
              </a:defRPr>
            </a:lvl3pPr>
            <a:lvl4pPr algn="r">
              <a:defRPr sz="900" b="1">
                <a:solidFill>
                  <a:srgbClr val="000000"/>
                </a:solidFill>
                <a:latin typeface="Times New Roman"/>
                <a:ea typeface="Times New Roman"/>
                <a:cs typeface="Times New Roman"/>
              </a:defRPr>
            </a:lvl4pPr>
            <a:lvl5pPr algn="r">
              <a:defRPr sz="900" b="1">
                <a:solidFill>
                  <a:srgbClr val="000000"/>
                </a:solidFill>
                <a:latin typeface="Times New Roman"/>
                <a:ea typeface="Times New Roman"/>
                <a:cs typeface="Times New Roman"/>
              </a:defRPr>
            </a:lvl5pPr>
            <a:lvl6pPr algn="r">
              <a:defRPr sz="900" b="1">
                <a:solidFill>
                  <a:srgbClr val="000000"/>
                </a:solidFill>
                <a:latin typeface="Times New Roman"/>
                <a:ea typeface="Times New Roman"/>
                <a:cs typeface="Times New Roman"/>
              </a:defRPr>
            </a:lvl6pPr>
            <a:lvl7pPr algn="r">
              <a:defRPr sz="900" b="1">
                <a:solidFill>
                  <a:srgbClr val="000000"/>
                </a:solidFill>
                <a:latin typeface="Times New Roman"/>
                <a:ea typeface="Times New Roman"/>
                <a:cs typeface="Times New Roman"/>
              </a:defRPr>
            </a:lvl7pPr>
            <a:lvl8pPr algn="r">
              <a:defRPr sz="900" b="1">
                <a:solidFill>
                  <a:srgbClr val="000000"/>
                </a:solidFill>
                <a:latin typeface="Times New Roman"/>
                <a:ea typeface="Times New Roman"/>
                <a:cs typeface="Times New Roman"/>
              </a:defRPr>
            </a:lvl8pPr>
            <a:lvl9pPr algn="r">
              <a:defRPr sz="900" b="1">
                <a:solidFill>
                  <a:srgbClr val="000000"/>
                </a:solidFill>
                <a:latin typeface="Times New Roman"/>
                <a:ea typeface="Times New Roman"/>
                <a:cs typeface="Times New Roman"/>
              </a:defRPr>
            </a:lvl9pPr>
          </a:lstStyle>
          <a:p xmlns:a="http://schemas.openxmlformats.org/drawingml/2006/main">
            <a:pPr algn="r">
              <a:defRPr sz="900" b="1">
                <a:solidFill>
                  <a:srgbClr val="000000"/>
                </a:solidFill>
                <a:latin typeface="Times New Roman"/>
                <a:ea typeface="Times New Roman"/>
                <a:cs typeface="Times New Roman"/>
              </a:defRPr>
            </a:pPr>
            <a:r>
              <a:rPr sz="900" b="1">
                <a:solidFill>
                  <a:srgbClr val="000000"/>
                </a:solidFill>
                <a:latin typeface="Times New Roman"/>
                <a:ea typeface="Times New Roman"/>
                <a:cs typeface="Times New Roman"/>
              </a:rPr>
              <a:t>09 · TAKEAWAY AND NEXT MILESTONE</a:t>
            </a:r>
          </a:p>
        </p:txBody>
      </p:sp>
      <p:sp>
        <p:nvSpPr>
          <p:cNvPr id="17" name="">
            <a:extLst xmlns:a="http://schemas.openxmlformats.org/drawingml/2006/main">
              <a:ext uri="{FF2B5EF4-FFF2-40B4-BE49-F238E27FC236}">
                <a16:creationId xmlns:a16="http://schemas.microsoft.com/office/drawing/2014/main" id="{3087F159-2340-410E-9D81-1B94C6A9CD89}"/>
              </a:ext>
            </a:extLst>
          </p:cNvPr>
          <p:cNvSpPr>
            <a:spLocks xmlns:a="http://schemas.openxmlformats.org/drawingml/2006/main" noGrp="1"/>
          </p:cNvSpPr>
          <p:nvPr/>
        </p:nvSpPr>
        <p:spPr>
          <a:xfrm xmlns:a="http://schemas.openxmlformats.org/drawingml/2006/main">
            <a:off x="628650" y="1000125"/>
            <a:ext cx="2095500" cy="38100"/>
          </a:xfrm>
          <a:prstGeom xmlns:a="http://schemas.openxmlformats.org/drawingml/2006/main" prst="rect">
            <a:avLst/>
          </a:prstGeom>
          <a:solidFill xmlns:a="http://schemas.openxmlformats.org/drawingml/2006/main">
            <a:srgbClr val="C77A3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44B815E-C0C7-4064-9CBA-DDB6D4FCC488}"/>
              </a:ext>
            </a:extLst>
          </p:cNvPr>
          <p:cNvSpPr>
            <a:spLocks xmlns:a="http://schemas.openxmlformats.org/drawingml/2006/main" noGrp="1"/>
          </p:cNvSpPr>
          <p:nvPr/>
        </p:nvSpPr>
        <p:spPr>
          <a:xfrm xmlns:a="http://schemas.openxmlformats.org/drawingml/2006/main">
            <a:off x="2724150" y="1009650"/>
            <a:ext cx="88392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CF66FE-CF3B-4735-8DF5-3FC184370734}"/>
              </a:ext>
            </a:extLst>
          </p:cNvPr>
          <p:cNvSpPr>
            <a:spLocks xmlns:a="http://schemas.openxmlformats.org/drawingml/2006/main" noGrp="1"/>
          </p:cNvSpPr>
          <p:nvPr/>
        </p:nvSpPr>
        <p:spPr>
          <a:xfrm xmlns:a="http://schemas.openxmlformats.org/drawingml/2006/main">
            <a:off x="628650" y="6343650"/>
            <a:ext cx="10934700" cy="9525"/>
          </a:xfrm>
          <a:prstGeom xmlns:a="http://schemas.openxmlformats.org/drawingml/2006/main" prst="rect">
            <a:avLst/>
          </a:prstGeom>
          <a:solidFill xmlns:a="http://schemas.openxmlformats.org/drawingml/2006/main">
            <a:srgbClr val="D9DFEA"/>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77889293-C166-4D5D-83A7-B0AD3E806D4B}"/>
              </a:ext>
            </a:extLst>
          </p:cNvPr>
          <p:cNvPicPr>
            <a:picLocks xmlns:a="http://schemas.openxmlformats.org/drawingml/2006/main" noChangeAspect="1"/>
          </p:cNvPicPr>
          <p:nvPr/>
        </p:nvPicPr>
        <p:blipFill>
          <a:blip xmlns:r="http://schemas.openxmlformats.org/officeDocument/2006/relationships" xmlns:a="http://schemas.openxmlformats.org/drawingml/2006/main" r:embed="R32ccec1f5d7c44e5"/>
          <a:stretch xmlns:a="http://schemas.openxmlformats.org/drawingml/2006/main"/>
        </p:blipFill>
        <p:spPr>
          <a:xfrm xmlns:a="http://schemas.openxmlformats.org/drawingml/2006/main">
            <a:off x="628650" y="6400466"/>
            <a:ext cx="257175" cy="19116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97109B49-C126-48B7-90A6-E8963B91C333}"/>
              </a:ext>
            </a:extLst>
          </p:cNvPr>
          <p:cNvSpPr>
            <a:spLocks xmlns:a="http://schemas.openxmlformats.org/drawingml/2006/main" noGrp="1"/>
          </p:cNvSpPr>
          <p:nvPr/>
        </p:nvSpPr>
        <p:spPr>
          <a:xfrm xmlns:a="http://schemas.openxmlformats.org/drawingml/2006/main">
            <a:off x="971550" y="64293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666666"/>
                </a:solidFill>
                <a:latin typeface="Times New Roman"/>
                <a:ea typeface="Times New Roman"/>
                <a:cs typeface="Times New Roman"/>
              </a:defRPr>
            </a:defPPr>
            <a:lvl1pPr algn="l">
              <a:defRPr sz="1050" b="0">
                <a:solidFill>
                  <a:srgbClr val="666666"/>
                </a:solidFill>
                <a:latin typeface="Times New Roman"/>
                <a:ea typeface="Times New Roman"/>
                <a:cs typeface="Times New Roman"/>
              </a:defRPr>
            </a:lvl1pPr>
            <a:lvl2pPr algn="l">
              <a:defRPr sz="1050" b="0">
                <a:solidFill>
                  <a:srgbClr val="666666"/>
                </a:solidFill>
                <a:latin typeface="Times New Roman"/>
                <a:ea typeface="Times New Roman"/>
                <a:cs typeface="Times New Roman"/>
              </a:defRPr>
            </a:lvl2pPr>
            <a:lvl3pPr algn="l">
              <a:defRPr sz="1050" b="0">
                <a:solidFill>
                  <a:srgbClr val="666666"/>
                </a:solidFill>
                <a:latin typeface="Times New Roman"/>
                <a:ea typeface="Times New Roman"/>
                <a:cs typeface="Times New Roman"/>
              </a:defRPr>
            </a:lvl3pPr>
            <a:lvl4pPr algn="l">
              <a:defRPr sz="1050" b="0">
                <a:solidFill>
                  <a:srgbClr val="666666"/>
                </a:solidFill>
                <a:latin typeface="Times New Roman"/>
                <a:ea typeface="Times New Roman"/>
                <a:cs typeface="Times New Roman"/>
              </a:defRPr>
            </a:lvl4pPr>
            <a:lvl5pPr algn="l">
              <a:defRPr sz="1050" b="0">
                <a:solidFill>
                  <a:srgbClr val="666666"/>
                </a:solidFill>
                <a:latin typeface="Times New Roman"/>
                <a:ea typeface="Times New Roman"/>
                <a:cs typeface="Times New Roman"/>
              </a:defRPr>
            </a:lvl5pPr>
            <a:lvl6pPr algn="l">
              <a:defRPr sz="1050" b="0">
                <a:solidFill>
                  <a:srgbClr val="666666"/>
                </a:solidFill>
                <a:latin typeface="Times New Roman"/>
                <a:ea typeface="Times New Roman"/>
                <a:cs typeface="Times New Roman"/>
              </a:defRPr>
            </a:lvl6pPr>
            <a:lvl7pPr algn="l">
              <a:defRPr sz="1050" b="0">
                <a:solidFill>
                  <a:srgbClr val="666666"/>
                </a:solidFill>
                <a:latin typeface="Times New Roman"/>
                <a:ea typeface="Times New Roman"/>
                <a:cs typeface="Times New Roman"/>
              </a:defRPr>
            </a:lvl7pPr>
            <a:lvl8pPr algn="l">
              <a:defRPr sz="1050" b="0">
                <a:solidFill>
                  <a:srgbClr val="666666"/>
                </a:solidFill>
                <a:latin typeface="Times New Roman"/>
                <a:ea typeface="Times New Roman"/>
                <a:cs typeface="Times New Roman"/>
              </a:defRPr>
            </a:lvl8pPr>
            <a:lvl9pPr algn="l">
              <a:defRPr sz="1050" b="0">
                <a:solidFill>
                  <a:srgbClr val="666666"/>
                </a:solidFill>
                <a:latin typeface="Times New Roman"/>
                <a:ea typeface="Times New Roman"/>
                <a:cs typeface="Times New Roman"/>
              </a:defRPr>
            </a:lvl9pPr>
          </a:lstStyle>
          <a:p xmlns:a="http://schemas.openxmlformats.org/drawingml/2006/main">
            <a:pPr algn="l">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HIREGEN  |  From discovery to follow-up</a:t>
            </a:r>
          </a:p>
        </p:txBody>
      </p:sp>
      <p:sp>
        <p:nvSpPr>
          <p:cNvPr id="22" name="">
            <a:extLst xmlns:a="http://schemas.openxmlformats.org/drawingml/2006/main">
              <a:ext uri="{FF2B5EF4-FFF2-40B4-BE49-F238E27FC236}">
                <a16:creationId xmlns:a16="http://schemas.microsoft.com/office/drawing/2014/main" id="{5CD317E0-58ED-4D08-BD51-C87D58460086}"/>
              </a:ext>
            </a:extLst>
          </p:cNvPr>
          <p:cNvSpPr>
            <a:spLocks xmlns:a="http://schemas.openxmlformats.org/drawingml/2006/main" noGrp="1"/>
          </p:cNvSpPr>
          <p:nvPr/>
        </p:nvSpPr>
        <p:spPr>
          <a:xfrm xmlns:a="http://schemas.openxmlformats.org/drawingml/2006/main">
            <a:off x="10572750" y="6429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666666"/>
                </a:solidFill>
                <a:latin typeface="Times New Roman"/>
                <a:ea typeface="Times New Roman"/>
                <a:cs typeface="Times New Roman"/>
              </a:defRPr>
            </a:defPPr>
            <a:lvl1pPr algn="r">
              <a:defRPr sz="1125" b="0">
                <a:solidFill>
                  <a:srgbClr val="666666"/>
                </a:solidFill>
                <a:latin typeface="Times New Roman"/>
                <a:ea typeface="Times New Roman"/>
                <a:cs typeface="Times New Roman"/>
              </a:defRPr>
            </a:lvl1pPr>
            <a:lvl2pPr algn="r">
              <a:defRPr sz="1125" b="0">
                <a:solidFill>
                  <a:srgbClr val="666666"/>
                </a:solidFill>
                <a:latin typeface="Times New Roman"/>
                <a:ea typeface="Times New Roman"/>
                <a:cs typeface="Times New Roman"/>
              </a:defRPr>
            </a:lvl2pPr>
            <a:lvl3pPr algn="r">
              <a:defRPr sz="1125" b="0">
                <a:solidFill>
                  <a:srgbClr val="666666"/>
                </a:solidFill>
                <a:latin typeface="Times New Roman"/>
                <a:ea typeface="Times New Roman"/>
                <a:cs typeface="Times New Roman"/>
              </a:defRPr>
            </a:lvl3pPr>
            <a:lvl4pPr algn="r">
              <a:defRPr sz="1125" b="0">
                <a:solidFill>
                  <a:srgbClr val="666666"/>
                </a:solidFill>
                <a:latin typeface="Times New Roman"/>
                <a:ea typeface="Times New Roman"/>
                <a:cs typeface="Times New Roman"/>
              </a:defRPr>
            </a:lvl4pPr>
            <a:lvl5pPr algn="r">
              <a:defRPr sz="1125" b="0">
                <a:solidFill>
                  <a:srgbClr val="666666"/>
                </a:solidFill>
                <a:latin typeface="Times New Roman"/>
                <a:ea typeface="Times New Roman"/>
                <a:cs typeface="Times New Roman"/>
              </a:defRPr>
            </a:lvl5pPr>
            <a:lvl6pPr algn="r">
              <a:defRPr sz="1125" b="0">
                <a:solidFill>
                  <a:srgbClr val="666666"/>
                </a:solidFill>
                <a:latin typeface="Times New Roman"/>
                <a:ea typeface="Times New Roman"/>
                <a:cs typeface="Times New Roman"/>
              </a:defRPr>
            </a:lvl6pPr>
            <a:lvl7pPr algn="r">
              <a:defRPr sz="1125" b="0">
                <a:solidFill>
                  <a:srgbClr val="666666"/>
                </a:solidFill>
                <a:latin typeface="Times New Roman"/>
                <a:ea typeface="Times New Roman"/>
                <a:cs typeface="Times New Roman"/>
              </a:defRPr>
            </a:lvl7pPr>
            <a:lvl8pPr algn="r">
              <a:defRPr sz="1125" b="0">
                <a:solidFill>
                  <a:srgbClr val="666666"/>
                </a:solidFill>
                <a:latin typeface="Times New Roman"/>
                <a:ea typeface="Times New Roman"/>
                <a:cs typeface="Times New Roman"/>
              </a:defRPr>
            </a:lvl8pPr>
            <a:lvl9pPr algn="r">
              <a:defRPr sz="1125" b="0">
                <a:solidFill>
                  <a:srgbClr val="666666"/>
                </a:solidFill>
                <a:latin typeface="Times New Roman"/>
                <a:ea typeface="Times New Roman"/>
                <a:cs typeface="Times New Roman"/>
              </a:defRPr>
            </a:lvl9pPr>
          </a:lstStyle>
          <a:p xmlns:a="http://schemas.openxmlformats.org/drawingml/2006/main">
            <a:pPr algn="r">
              <a:defRPr sz="1125" b="0">
                <a:solidFill>
                  <a:srgbClr val="666666"/>
                </a:solidFill>
                <a:latin typeface="Times New Roman"/>
                <a:ea typeface="Times New Roman"/>
                <a:cs typeface="Times New Roman"/>
              </a:defRPr>
            </a:pPr>
            <a:r>
              <a:rPr sz="1125" b="0">
                <a:solidFill>
                  <a:srgbClr val="666666"/>
                </a:solidFill>
                <a:latin typeface="Times New Roman"/>
                <a:ea typeface="Times New Roman"/>
                <a:cs typeface="Times New Roman"/>
              </a:rPr>
              <a:t>15 / 15</a:t>
            </a:r>
          </a:p>
        </p:txBody>
      </p:sp>
      <p:sp>
        <p:nvSpPr>
          <p:cNvPr id="23" name="">
            <a:extLst xmlns:a="http://schemas.openxmlformats.org/drawingml/2006/main">
              <a:ext uri="{FF2B5EF4-FFF2-40B4-BE49-F238E27FC236}">
                <a16:creationId xmlns:a16="http://schemas.microsoft.com/office/drawing/2014/main" id="{E4DEA614-460B-4466-880B-BEEA44B4285C}"/>
              </a:ext>
            </a:extLst>
          </p:cNvPr>
          <p:cNvSpPr>
            <a:spLocks xmlns:a="http://schemas.openxmlformats.org/drawingml/2006/main" noGrp="1"/>
          </p:cNvSpPr>
          <p:nvPr/>
        </p:nvSpPr>
        <p:spPr>
          <a:xfrm xmlns:a="http://schemas.openxmlformats.org/drawingml/2006/main">
            <a:off x="742950" y="1428750"/>
            <a:ext cx="3333750" cy="457200"/>
          </a:xfrm>
          <a:prstGeom xmlns:a="http://schemas.openxmlformats.org/drawingml/2006/main" prst="roundRect">
            <a:avLst>
              <a:gd name="adj" fmla="val 16667"/>
            </a:avLst>
          </a:prstGeom>
          <a:solidFill xmlns:a="http://schemas.openxmlformats.org/drawingml/2006/main">
            <a:srgbClr val="E9F4FD"/>
          </a:solidFill>
          <a:ln xmlns:a="http://schemas.openxmlformats.org/drawingml/2006/main" w="9525">
            <a:solidFill>
              <a:srgbClr val="1686D9"/>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IN THE CODE</a:t>
            </a:r>
          </a:p>
        </p:txBody>
      </p:sp>
      <p:sp>
        <p:nvSpPr>
          <p:cNvPr id="24" name="">
            <a:extLst xmlns:a="http://schemas.openxmlformats.org/drawingml/2006/main">
              <a:ext uri="{FF2B5EF4-FFF2-40B4-BE49-F238E27FC236}">
                <a16:creationId xmlns:a16="http://schemas.microsoft.com/office/drawing/2014/main" id="{76490106-318B-46DC-9990-28E53755F267}"/>
              </a:ext>
            </a:extLst>
          </p:cNvPr>
          <p:cNvSpPr>
            <a:spLocks xmlns:a="http://schemas.openxmlformats.org/drawingml/2006/main" noGrp="1"/>
          </p:cNvSpPr>
          <p:nvPr/>
        </p:nvSpPr>
        <p:spPr>
          <a:xfrm xmlns:a="http://schemas.openxmlformats.org/drawingml/2006/main">
            <a:off x="857250" y="2076450"/>
            <a:ext cx="3105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Profiles · job search · fit reasons · drafts · application history</a:t>
            </a:r>
          </a:p>
        </p:txBody>
      </p:sp>
      <p:sp>
        <p:nvSpPr>
          <p:cNvPr id="25" name="">
            <a:extLst xmlns:a="http://schemas.openxmlformats.org/drawingml/2006/main">
              <a:ext uri="{FF2B5EF4-FFF2-40B4-BE49-F238E27FC236}">
                <a16:creationId xmlns:a16="http://schemas.microsoft.com/office/drawing/2014/main" id="{1A422BAF-DA1B-4601-A726-5C8120B1FC4B}"/>
              </a:ext>
            </a:extLst>
          </p:cNvPr>
          <p:cNvSpPr>
            <a:spLocks xmlns:a="http://schemas.openxmlformats.org/drawingml/2006/main" noGrp="1"/>
          </p:cNvSpPr>
          <p:nvPr/>
        </p:nvSpPr>
        <p:spPr>
          <a:xfrm xmlns:a="http://schemas.openxmlformats.org/drawingml/2006/main">
            <a:off x="4362450" y="1428750"/>
            <a:ext cx="3333750" cy="457200"/>
          </a:xfrm>
          <a:prstGeom xmlns:a="http://schemas.openxmlformats.org/drawingml/2006/main" prst="roundRect">
            <a:avLst>
              <a:gd name="adj" fmla="val 16667"/>
            </a:avLst>
          </a:prstGeom>
          <a:solidFill xmlns:a="http://schemas.openxmlformats.org/drawingml/2006/main">
            <a:srgbClr val="FCF1E5"/>
          </a:solidFill>
          <a:ln xmlns:a="http://schemas.openxmlformats.org/drawingml/2006/main" w="9525">
            <a:solidFill>
              <a:srgbClr val="C77A37"/>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TO BE PROVEN</a:t>
            </a:r>
          </a:p>
        </p:txBody>
      </p:sp>
      <p:sp>
        <p:nvSpPr>
          <p:cNvPr id="26" name="">
            <a:extLst xmlns:a="http://schemas.openxmlformats.org/drawingml/2006/main">
              <a:ext uri="{FF2B5EF4-FFF2-40B4-BE49-F238E27FC236}">
                <a16:creationId xmlns:a16="http://schemas.microsoft.com/office/drawing/2014/main" id="{B3510A93-A85D-486B-AC78-28B9C5A8C4C6}"/>
              </a:ext>
            </a:extLst>
          </p:cNvPr>
          <p:cNvSpPr>
            <a:spLocks xmlns:a="http://schemas.openxmlformats.org/drawingml/2006/main" noGrp="1"/>
          </p:cNvSpPr>
          <p:nvPr/>
        </p:nvSpPr>
        <p:spPr>
          <a:xfrm xmlns:a="http://schemas.openxmlformats.org/drawingml/2006/main">
            <a:off x="4476750" y="2076450"/>
            <a:ext cx="3105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Parsing quality · source coverage · model performance</a:t>
            </a:r>
          </a:p>
        </p:txBody>
      </p:sp>
      <p:sp>
        <p:nvSpPr>
          <p:cNvPr id="27" name="">
            <a:extLst xmlns:a="http://schemas.openxmlformats.org/drawingml/2006/main">
              <a:ext uri="{FF2B5EF4-FFF2-40B4-BE49-F238E27FC236}">
                <a16:creationId xmlns:a16="http://schemas.microsoft.com/office/drawing/2014/main" id="{6D79027C-0DF8-4D1B-A848-6C1D8A59D13B}"/>
              </a:ext>
            </a:extLst>
          </p:cNvPr>
          <p:cNvSpPr>
            <a:spLocks xmlns:a="http://schemas.openxmlformats.org/drawingml/2006/main" noGrp="1"/>
          </p:cNvSpPr>
          <p:nvPr/>
        </p:nvSpPr>
        <p:spPr>
          <a:xfrm xmlns:a="http://schemas.openxmlformats.org/drawingml/2006/main">
            <a:off x="7981950" y="1428750"/>
            <a:ext cx="3333750" cy="457200"/>
          </a:xfrm>
          <a:prstGeom xmlns:a="http://schemas.openxmlformats.org/drawingml/2006/main" prst="roundRect">
            <a:avLst>
              <a:gd name="adj" fmla="val 16667"/>
            </a:avLst>
          </a:prstGeom>
          <a:solidFill xmlns:a="http://schemas.openxmlformats.org/drawingml/2006/main">
            <a:srgbClr val="F1ECFA"/>
          </a:solidFill>
          <a:ln xmlns:a="http://schemas.openxmlformats.org/drawingml/2006/main" w="9525">
            <a:solidFill>
              <a:srgbClr val="6737C8"/>
            </a:solidFill>
            <a:prstDash val="solid"/>
          </a:ln>
        </p:spPr>
        <p:txBody>
          <a:bodyPr xmlns:a="http://schemas.openxmlformats.org/drawingml/2006/main" wrap="square" lIns="76200" tIns="47625" rIns="76200" bIns="47625" anchor="ctr">
            <a:noAutofit/>
          </a:bodyPr>
          <a:lstStyle xmlns:a="http://schemas.openxmlformats.org/drawingml/2006/main">
            <a:defPPr algn="ctr">
              <a:defRPr sz="1350" b="1">
                <a:solidFill>
                  <a:srgbClr val="000000"/>
                </a:solidFill>
                <a:latin typeface="Times New Roman"/>
                <a:ea typeface="Times New Roman"/>
                <a:cs typeface="Times New Roman"/>
              </a:defRPr>
            </a:defPPr>
            <a:lvl1pPr algn="ctr">
              <a:defRPr sz="1350" b="1">
                <a:solidFill>
                  <a:srgbClr val="000000"/>
                </a:solidFill>
                <a:latin typeface="Times New Roman"/>
                <a:ea typeface="Times New Roman"/>
                <a:cs typeface="Times New Roman"/>
              </a:defRPr>
            </a:lvl1pPr>
            <a:lvl2pPr algn="ctr">
              <a:defRPr sz="1350" b="1">
                <a:solidFill>
                  <a:srgbClr val="000000"/>
                </a:solidFill>
                <a:latin typeface="Times New Roman"/>
                <a:ea typeface="Times New Roman"/>
                <a:cs typeface="Times New Roman"/>
              </a:defRPr>
            </a:lvl2pPr>
            <a:lvl3pPr algn="ctr">
              <a:defRPr sz="1350" b="1">
                <a:solidFill>
                  <a:srgbClr val="000000"/>
                </a:solidFill>
                <a:latin typeface="Times New Roman"/>
                <a:ea typeface="Times New Roman"/>
                <a:cs typeface="Times New Roman"/>
              </a:defRPr>
            </a:lvl3pPr>
            <a:lvl4pPr algn="ctr">
              <a:defRPr sz="1350" b="1">
                <a:solidFill>
                  <a:srgbClr val="000000"/>
                </a:solidFill>
                <a:latin typeface="Times New Roman"/>
                <a:ea typeface="Times New Roman"/>
                <a:cs typeface="Times New Roman"/>
              </a:defRPr>
            </a:lvl4pPr>
            <a:lvl5pPr algn="ctr">
              <a:defRPr sz="1350" b="1">
                <a:solidFill>
                  <a:srgbClr val="000000"/>
                </a:solidFill>
                <a:latin typeface="Times New Roman"/>
                <a:ea typeface="Times New Roman"/>
                <a:cs typeface="Times New Roman"/>
              </a:defRPr>
            </a:lvl5pPr>
            <a:lvl6pPr algn="ctr">
              <a:defRPr sz="1350" b="1">
                <a:solidFill>
                  <a:srgbClr val="000000"/>
                </a:solidFill>
                <a:latin typeface="Times New Roman"/>
                <a:ea typeface="Times New Roman"/>
                <a:cs typeface="Times New Roman"/>
              </a:defRPr>
            </a:lvl6pPr>
            <a:lvl7pPr algn="ctr">
              <a:defRPr sz="1350" b="1">
                <a:solidFill>
                  <a:srgbClr val="000000"/>
                </a:solidFill>
                <a:latin typeface="Times New Roman"/>
                <a:ea typeface="Times New Roman"/>
                <a:cs typeface="Times New Roman"/>
              </a:defRPr>
            </a:lvl7pPr>
            <a:lvl8pPr algn="ctr">
              <a:defRPr sz="1350" b="1">
                <a:solidFill>
                  <a:srgbClr val="000000"/>
                </a:solidFill>
                <a:latin typeface="Times New Roman"/>
                <a:ea typeface="Times New Roman"/>
                <a:cs typeface="Times New Roman"/>
              </a:defRPr>
            </a:lvl8pPr>
            <a:lvl9pPr algn="ctr">
              <a:defRPr sz="1350" b="1">
                <a:solidFill>
                  <a:srgbClr val="000000"/>
                </a:solidFill>
                <a:latin typeface="Times New Roman"/>
                <a:ea typeface="Times New Roman"/>
                <a:cs typeface="Times New Roman"/>
              </a:defRPr>
            </a:lvl9pPr>
          </a:lstStyle>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NEXT MILESTONE</a:t>
            </a:r>
          </a:p>
        </p:txBody>
      </p:sp>
      <p:sp>
        <p:nvSpPr>
          <p:cNvPr id="28" name="">
            <a:extLst xmlns:a="http://schemas.openxmlformats.org/drawingml/2006/main">
              <a:ext uri="{FF2B5EF4-FFF2-40B4-BE49-F238E27FC236}">
                <a16:creationId xmlns:a16="http://schemas.microsoft.com/office/drawing/2014/main" id="{91209F39-B487-4655-B322-1FA958F9F057}"/>
              </a:ext>
            </a:extLst>
          </p:cNvPr>
          <p:cNvSpPr>
            <a:spLocks xmlns:a="http://schemas.openxmlformats.org/drawingml/2006/main" noGrp="1"/>
          </p:cNvSpPr>
          <p:nvPr/>
        </p:nvSpPr>
        <p:spPr>
          <a:xfrm xmlns:a="http://schemas.openxmlformats.org/drawingml/2006/main">
            <a:off x="8096250" y="2076450"/>
            <a:ext cx="3105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Audit the parser · compare rankers · measure with consent</a:t>
            </a:r>
          </a:p>
        </p:txBody>
      </p:sp>
      <p:sp>
        <p:nvSpPr>
          <p:cNvPr id="29" name="">
            <a:extLst xmlns:a="http://schemas.openxmlformats.org/drawingml/2006/main">
              <a:ext uri="{FF2B5EF4-FFF2-40B4-BE49-F238E27FC236}">
                <a16:creationId xmlns:a16="http://schemas.microsoft.com/office/drawing/2014/main" id="{1F4E63BB-7F06-416F-B3C6-A5C097D7199E}"/>
              </a:ext>
            </a:extLst>
          </p:cNvPr>
          <p:cNvSpPr>
            <a:spLocks xmlns:a="http://schemas.openxmlformats.org/drawingml/2006/main" noGrp="1"/>
          </p:cNvSpPr>
          <p:nvPr/>
        </p:nvSpPr>
        <p:spPr>
          <a:xfrm xmlns:a="http://schemas.openxmlformats.org/drawingml/2006/main">
            <a:off x="876300" y="3733800"/>
            <a:ext cx="10439400" cy="866775"/>
          </a:xfrm>
          <a:prstGeom xmlns:a="http://schemas.openxmlformats.org/drawingml/2006/main" prst="roundRect">
            <a:avLst>
              <a:gd name="adj" fmla="val 8791"/>
            </a:avLst>
          </a:prstGeom>
          <a:solidFill xmlns:a="http://schemas.openxmlformats.org/drawingml/2006/main">
            <a:srgbClr val="EEF0FF"/>
          </a:solidFill>
          <a:ln xmlns:a="http://schemas.openxmlformats.org/drawingml/2006/main" w="9525">
            <a:solidFill>
              <a:srgbClr val="405DE0"/>
            </a:solidFill>
            <a:prstDash val="solid"/>
          </a:ln>
        </p:spPr>
        <p:txBody>
          <a:bodyPr xmlns:a="http://schemas.openxmlformats.org/drawingml/2006/main" wrap="square" lIns="76200" tIns="47625" rIns="76200" bIns="47625" anchor="ctr">
            <a:noAutofit/>
          </a:bodyPr>
          <a:lstStyle xmlns:a="http://schemas.openxmlformats.org/drawingml/2006/main">
            <a:defPPr algn="ctr">
              <a:defRPr sz="1800" b="1">
                <a:solidFill>
                  <a:srgbClr val="000000"/>
                </a:solidFill>
                <a:latin typeface="Times New Roman"/>
                <a:ea typeface="Times New Roman"/>
                <a:cs typeface="Times New Roman"/>
              </a:defRPr>
            </a:defPPr>
            <a:lvl1pPr algn="ctr">
              <a:defRPr sz="1800" b="1">
                <a:solidFill>
                  <a:srgbClr val="000000"/>
                </a:solidFill>
                <a:latin typeface="Times New Roman"/>
                <a:ea typeface="Times New Roman"/>
                <a:cs typeface="Times New Roman"/>
              </a:defRPr>
            </a:lvl1pPr>
            <a:lvl2pPr algn="ctr">
              <a:defRPr sz="1800" b="1">
                <a:solidFill>
                  <a:srgbClr val="000000"/>
                </a:solidFill>
                <a:latin typeface="Times New Roman"/>
                <a:ea typeface="Times New Roman"/>
                <a:cs typeface="Times New Roman"/>
              </a:defRPr>
            </a:lvl2pPr>
            <a:lvl3pPr algn="ctr">
              <a:defRPr sz="1800" b="1">
                <a:solidFill>
                  <a:srgbClr val="000000"/>
                </a:solidFill>
                <a:latin typeface="Times New Roman"/>
                <a:ea typeface="Times New Roman"/>
                <a:cs typeface="Times New Roman"/>
              </a:defRPr>
            </a:lvl3pPr>
            <a:lvl4pPr algn="ctr">
              <a:defRPr sz="1800" b="1">
                <a:solidFill>
                  <a:srgbClr val="000000"/>
                </a:solidFill>
                <a:latin typeface="Times New Roman"/>
                <a:ea typeface="Times New Roman"/>
                <a:cs typeface="Times New Roman"/>
              </a:defRPr>
            </a:lvl4pPr>
            <a:lvl5pPr algn="ctr">
              <a:defRPr sz="1800" b="1">
                <a:solidFill>
                  <a:srgbClr val="000000"/>
                </a:solidFill>
                <a:latin typeface="Times New Roman"/>
                <a:ea typeface="Times New Roman"/>
                <a:cs typeface="Times New Roman"/>
              </a:defRPr>
            </a:lvl5pPr>
            <a:lvl6pPr algn="ctr">
              <a:defRPr sz="1800" b="1">
                <a:solidFill>
                  <a:srgbClr val="000000"/>
                </a:solidFill>
                <a:latin typeface="Times New Roman"/>
                <a:ea typeface="Times New Roman"/>
                <a:cs typeface="Times New Roman"/>
              </a:defRPr>
            </a:lvl6pPr>
            <a:lvl7pPr algn="ctr">
              <a:defRPr sz="1800" b="1">
                <a:solidFill>
                  <a:srgbClr val="000000"/>
                </a:solidFill>
                <a:latin typeface="Times New Roman"/>
                <a:ea typeface="Times New Roman"/>
                <a:cs typeface="Times New Roman"/>
              </a:defRPr>
            </a:lvl7pPr>
            <a:lvl8pPr algn="ctr">
              <a:defRPr sz="1800" b="1">
                <a:solidFill>
                  <a:srgbClr val="000000"/>
                </a:solidFill>
                <a:latin typeface="Times New Roman"/>
                <a:ea typeface="Times New Roman"/>
                <a:cs typeface="Times New Roman"/>
              </a:defRPr>
            </a:lvl8pPr>
            <a:lvl9pPr algn="ctr">
              <a:defRPr sz="1800" b="1">
                <a:solidFill>
                  <a:srgbClr val="000000"/>
                </a:solidFill>
                <a:latin typeface="Times New Roman"/>
                <a:ea typeface="Times New Roman"/>
                <a:cs typeface="Times New Roman"/>
              </a:defRPr>
            </a:lvl9pPr>
          </a:lstStyle>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One place to move from a role idea to a candidate-reviewed next step.</a:t>
            </a:r>
          </a:p>
        </p:txBody>
      </p:sp>
      <p:sp>
        <p:nvSpPr>
          <p:cNvPr id="30" name="">
            <a:extLst xmlns:a="http://schemas.openxmlformats.org/drawingml/2006/main">
              <a:ext uri="{FF2B5EF4-FFF2-40B4-BE49-F238E27FC236}">
                <a16:creationId xmlns:a16="http://schemas.microsoft.com/office/drawing/2014/main" id="{B093DDA9-CAA4-44FE-8637-15374DCBC6D3}"/>
              </a:ext>
            </a:extLst>
          </p:cNvPr>
          <p:cNvSpPr>
            <a:spLocks xmlns:a="http://schemas.openxmlformats.org/drawingml/2006/main" noGrp="1"/>
          </p:cNvSpPr>
          <p:nvPr/>
        </p:nvSpPr>
        <p:spPr>
          <a:xfrm xmlns:a="http://schemas.openxmlformats.org/drawingml/2006/main">
            <a:off x="952500" y="4857750"/>
            <a:ext cx="102870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9DFEA"/>
            </a:solidFill>
            <a:prstDash val="solid"/>
          </a:ln>
        </p:spPr>
        <p:txBody>
          <a:bodyPr xmlns:a="http://schemas.openxmlformats.org/drawingml/2006/main" wrap="square" lIns="76200" tIns="47625" rIns="76200" bIns="47625" anchor="ctr">
            <a:noAutofit/>
          </a:bodyPr>
          <a:lstStyle xmlns:a="http://schemas.openxmlformats.org/drawingml/2006/main">
            <a:defPPr algn="ctr">
              <a:defRPr sz="1200" b="1">
                <a:solidFill>
                  <a:srgbClr val="000000"/>
                </a:solidFill>
                <a:latin typeface="Times New Roman"/>
                <a:ea typeface="Times New Roman"/>
                <a:cs typeface="Times New Roman"/>
              </a:defRPr>
            </a:defPPr>
            <a:lvl1pPr algn="ctr">
              <a:defRPr sz="1200" b="1">
                <a:solidFill>
                  <a:srgbClr val="000000"/>
                </a:solidFill>
                <a:latin typeface="Times New Roman"/>
                <a:ea typeface="Times New Roman"/>
                <a:cs typeface="Times New Roman"/>
              </a:defRPr>
            </a:lvl1pPr>
            <a:lvl2pPr algn="ctr">
              <a:defRPr sz="1200" b="1">
                <a:solidFill>
                  <a:srgbClr val="000000"/>
                </a:solidFill>
                <a:latin typeface="Times New Roman"/>
                <a:ea typeface="Times New Roman"/>
                <a:cs typeface="Times New Roman"/>
              </a:defRPr>
            </a:lvl2pPr>
            <a:lvl3pPr algn="ctr">
              <a:defRPr sz="1200" b="1">
                <a:solidFill>
                  <a:srgbClr val="000000"/>
                </a:solidFill>
                <a:latin typeface="Times New Roman"/>
                <a:ea typeface="Times New Roman"/>
                <a:cs typeface="Times New Roman"/>
              </a:defRPr>
            </a:lvl3pPr>
            <a:lvl4pPr algn="ctr">
              <a:defRPr sz="1200" b="1">
                <a:solidFill>
                  <a:srgbClr val="000000"/>
                </a:solidFill>
                <a:latin typeface="Times New Roman"/>
                <a:ea typeface="Times New Roman"/>
                <a:cs typeface="Times New Roman"/>
              </a:defRPr>
            </a:lvl4pPr>
            <a:lvl5pPr algn="ctr">
              <a:defRPr sz="1200" b="1">
                <a:solidFill>
                  <a:srgbClr val="000000"/>
                </a:solidFill>
                <a:latin typeface="Times New Roman"/>
                <a:ea typeface="Times New Roman"/>
                <a:cs typeface="Times New Roman"/>
              </a:defRPr>
            </a:lvl5pPr>
            <a:lvl6pPr algn="ctr">
              <a:defRPr sz="1200" b="1">
                <a:solidFill>
                  <a:srgbClr val="000000"/>
                </a:solidFill>
                <a:latin typeface="Times New Roman"/>
                <a:ea typeface="Times New Roman"/>
                <a:cs typeface="Times New Roman"/>
              </a:defRPr>
            </a:lvl6pPr>
            <a:lvl7pPr algn="ctr">
              <a:defRPr sz="1200" b="1">
                <a:solidFill>
                  <a:srgbClr val="000000"/>
                </a:solidFill>
                <a:latin typeface="Times New Roman"/>
                <a:ea typeface="Times New Roman"/>
                <a:cs typeface="Times New Roman"/>
              </a:defRPr>
            </a:lvl7pPr>
            <a:lvl8pPr algn="ctr">
              <a:defRPr sz="1200" b="1">
                <a:solidFill>
                  <a:srgbClr val="000000"/>
                </a:solidFill>
                <a:latin typeface="Times New Roman"/>
                <a:ea typeface="Times New Roman"/>
                <a:cs typeface="Times New Roman"/>
              </a:defRPr>
            </a:lvl8pPr>
            <a:lvl9pPr algn="ctr">
              <a:defRPr sz="1200" b="1">
                <a:solidFill>
                  <a:srgbClr val="000000"/>
                </a:solidFill>
                <a:latin typeface="Times New Roman"/>
                <a:ea typeface="Times New Roman"/>
                <a:cs typeface="Times New Roman"/>
              </a:defRPr>
            </a:lvl9pPr>
          </a:lstStyle>
          <a:p xmlns:a="http://schemas.openxmlformats.org/drawingml/2006/main">
            <a:pPr algn="ctr">
              <a:defRPr sz="1200" b="1">
                <a:solidFill>
                  <a:srgbClr val="000000"/>
                </a:solidFill>
                <a:latin typeface="Times New Roman"/>
                <a:ea typeface="Times New Roman"/>
                <a:cs typeface="Times New Roman"/>
              </a:defRPr>
            </a:pPr>
            <a:r>
              <a:rPr sz="1200" b="1">
                <a:solidFill>
                  <a:srgbClr val="000000"/>
                </a:solidFill>
                <a:latin typeface="Times New Roman"/>
                <a:ea typeface="Times New Roman"/>
                <a:cs typeface="Times New Roman"/>
              </a:rPr>
              <a:t>The workflow is implemented in part; no interview, placement or model-accuracy result is claimed.</a:t>
            </a:r>
          </a:p>
        </p:txBody>
      </p:sp>
      <p:sp>
        <p:nvSpPr>
          <p:cNvPr id="31" name="">
            <a:extLst xmlns:a="http://schemas.openxmlformats.org/drawingml/2006/main">
              <a:ext uri="{FF2B5EF4-FFF2-40B4-BE49-F238E27FC236}">
                <a16:creationId xmlns:a16="http://schemas.microsoft.com/office/drawing/2014/main" id="{F58453D6-4EF3-44C9-82F1-F55D9EED3B60}"/>
              </a:ext>
            </a:extLst>
          </p:cNvPr>
          <p:cNvSpPr>
            <a:spLocks xmlns:a="http://schemas.openxmlformats.org/drawingml/2006/main" noGrp="1"/>
          </p:cNvSpPr>
          <p:nvPr/>
        </p:nvSpPr>
        <p:spPr>
          <a:xfrm xmlns:a="http://schemas.openxmlformats.org/drawingml/2006/main">
            <a:off x="838200" y="5534025"/>
            <a:ext cx="10515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000000"/>
                </a:solidFill>
                <a:latin typeface="Times New Roman"/>
                <a:ea typeface="Times New Roman"/>
                <a:cs typeface="Times New Roman"/>
              </a:defRPr>
            </a:defPPr>
            <a:lvl1pPr algn="ctr">
              <a:defRPr sz="1125" b="1">
                <a:solidFill>
                  <a:srgbClr val="000000"/>
                </a:solidFill>
                <a:latin typeface="Times New Roman"/>
                <a:ea typeface="Times New Roman"/>
                <a:cs typeface="Times New Roman"/>
              </a:defRPr>
            </a:lvl1pPr>
            <a:lvl2pPr algn="ctr">
              <a:defRPr sz="1125" b="1">
                <a:solidFill>
                  <a:srgbClr val="000000"/>
                </a:solidFill>
                <a:latin typeface="Times New Roman"/>
                <a:ea typeface="Times New Roman"/>
                <a:cs typeface="Times New Roman"/>
              </a:defRPr>
            </a:lvl2pPr>
            <a:lvl3pPr algn="ctr">
              <a:defRPr sz="1125" b="1">
                <a:solidFill>
                  <a:srgbClr val="000000"/>
                </a:solidFill>
                <a:latin typeface="Times New Roman"/>
                <a:ea typeface="Times New Roman"/>
                <a:cs typeface="Times New Roman"/>
              </a:defRPr>
            </a:lvl3pPr>
            <a:lvl4pPr algn="ctr">
              <a:defRPr sz="1125" b="1">
                <a:solidFill>
                  <a:srgbClr val="000000"/>
                </a:solidFill>
                <a:latin typeface="Times New Roman"/>
                <a:ea typeface="Times New Roman"/>
                <a:cs typeface="Times New Roman"/>
              </a:defRPr>
            </a:lvl4pPr>
            <a:lvl5pPr algn="ctr">
              <a:defRPr sz="1125" b="1">
                <a:solidFill>
                  <a:srgbClr val="000000"/>
                </a:solidFill>
                <a:latin typeface="Times New Roman"/>
                <a:ea typeface="Times New Roman"/>
                <a:cs typeface="Times New Roman"/>
              </a:defRPr>
            </a:lvl5pPr>
            <a:lvl6pPr algn="ctr">
              <a:defRPr sz="1125" b="1">
                <a:solidFill>
                  <a:srgbClr val="000000"/>
                </a:solidFill>
                <a:latin typeface="Times New Roman"/>
                <a:ea typeface="Times New Roman"/>
                <a:cs typeface="Times New Roman"/>
              </a:defRPr>
            </a:lvl6pPr>
            <a:lvl7pPr algn="ctr">
              <a:defRPr sz="1125" b="1">
                <a:solidFill>
                  <a:srgbClr val="000000"/>
                </a:solidFill>
                <a:latin typeface="Times New Roman"/>
                <a:ea typeface="Times New Roman"/>
                <a:cs typeface="Times New Roman"/>
              </a:defRPr>
            </a:lvl7pPr>
            <a:lvl8pPr algn="ctr">
              <a:defRPr sz="1125" b="1">
                <a:solidFill>
                  <a:srgbClr val="000000"/>
                </a:solidFill>
                <a:latin typeface="Times New Roman"/>
                <a:ea typeface="Times New Roman"/>
                <a:cs typeface="Times New Roman"/>
              </a:defRPr>
            </a:lvl8pPr>
            <a:lvl9pPr algn="ctr">
              <a:defRPr sz="1125" b="1">
                <a:solidFill>
                  <a:srgbClr val="000000"/>
                </a:solidFill>
                <a:latin typeface="Times New Roman"/>
                <a:ea typeface="Times New Roman"/>
                <a:cs typeface="Times New Roman"/>
              </a:defRPr>
            </a:lvl9pPr>
          </a:lstStyle>
          <a:p xmlns:a="http://schemas.openxmlformats.org/drawingml/2006/main">
            <a:pPr algn="ctr">
              <a:defRPr sz="1125" b="1">
                <a:solidFill>
                  <a:srgbClr val="000000"/>
                </a:solidFill>
                <a:latin typeface="Times New Roman"/>
                <a:ea typeface="Times New Roman"/>
                <a:cs typeface="Times New Roman"/>
              </a:defRPr>
            </a:pPr>
            <a:r>
              <a:rPr sz="1125" b="1">
                <a:solidFill>
                  <a:srgbClr val="000000"/>
                </a:solidFill>
                <a:latin typeface="Times New Roman"/>
                <a:ea typeface="Times New Roman"/>
                <a:cs typeface="Times New Roman"/>
              </a:rPr>
              <a:t>Project evidence: [S1–S18]  ·  Blueprint: [B1]  ·  Technical references: [T1–T8]</a:t>
            </a:r>
          </a:p>
        </p:txBody>
      </p:sp>
      <p:sp>
        <p:nvSpPr>
          <p:cNvPr id="32" name="">
            <a:extLst xmlns:a="http://schemas.openxmlformats.org/drawingml/2006/main">
              <a:ext uri="{FF2B5EF4-FFF2-40B4-BE49-F238E27FC236}">
                <a16:creationId xmlns:a16="http://schemas.microsoft.com/office/drawing/2014/main" id="{A06E66E9-71BD-4B71-AEB8-1981539DF0B0}"/>
              </a:ext>
            </a:extLst>
          </p:cNvPr>
          <p:cNvSpPr>
            <a:spLocks xmlns:a="http://schemas.openxmlformats.org/drawingml/2006/main" noGrp="1"/>
          </p:cNvSpPr>
          <p:nvPr/>
        </p:nvSpPr>
        <p:spPr>
          <a:xfrm xmlns:a="http://schemas.openxmlformats.org/drawingml/2006/main">
            <a:off x="838200" y="5810250"/>
            <a:ext cx="1051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666666"/>
                </a:solidFill>
                <a:latin typeface="Times New Roman"/>
                <a:ea typeface="Times New Roman"/>
                <a:cs typeface="Times New Roman"/>
              </a:defRPr>
            </a:defPPr>
            <a:lvl1pPr algn="ctr">
              <a:defRPr sz="1050" b="0">
                <a:solidFill>
                  <a:srgbClr val="666666"/>
                </a:solidFill>
                <a:latin typeface="Times New Roman"/>
                <a:ea typeface="Times New Roman"/>
                <a:cs typeface="Times New Roman"/>
              </a:defRPr>
            </a:lvl1pPr>
            <a:lvl2pPr algn="ctr">
              <a:defRPr sz="1050" b="0">
                <a:solidFill>
                  <a:srgbClr val="666666"/>
                </a:solidFill>
                <a:latin typeface="Times New Roman"/>
                <a:ea typeface="Times New Roman"/>
                <a:cs typeface="Times New Roman"/>
              </a:defRPr>
            </a:lvl2pPr>
            <a:lvl3pPr algn="ctr">
              <a:defRPr sz="1050" b="0">
                <a:solidFill>
                  <a:srgbClr val="666666"/>
                </a:solidFill>
                <a:latin typeface="Times New Roman"/>
                <a:ea typeface="Times New Roman"/>
                <a:cs typeface="Times New Roman"/>
              </a:defRPr>
            </a:lvl3pPr>
            <a:lvl4pPr algn="ctr">
              <a:defRPr sz="1050" b="0">
                <a:solidFill>
                  <a:srgbClr val="666666"/>
                </a:solidFill>
                <a:latin typeface="Times New Roman"/>
                <a:ea typeface="Times New Roman"/>
                <a:cs typeface="Times New Roman"/>
              </a:defRPr>
            </a:lvl4pPr>
            <a:lvl5pPr algn="ctr">
              <a:defRPr sz="1050" b="0">
                <a:solidFill>
                  <a:srgbClr val="666666"/>
                </a:solidFill>
                <a:latin typeface="Times New Roman"/>
                <a:ea typeface="Times New Roman"/>
                <a:cs typeface="Times New Roman"/>
              </a:defRPr>
            </a:lvl5pPr>
            <a:lvl6pPr algn="ctr">
              <a:defRPr sz="1050" b="0">
                <a:solidFill>
                  <a:srgbClr val="666666"/>
                </a:solidFill>
                <a:latin typeface="Times New Roman"/>
                <a:ea typeface="Times New Roman"/>
                <a:cs typeface="Times New Roman"/>
              </a:defRPr>
            </a:lvl6pPr>
            <a:lvl7pPr algn="ctr">
              <a:defRPr sz="1050" b="0">
                <a:solidFill>
                  <a:srgbClr val="666666"/>
                </a:solidFill>
                <a:latin typeface="Times New Roman"/>
                <a:ea typeface="Times New Roman"/>
                <a:cs typeface="Times New Roman"/>
              </a:defRPr>
            </a:lvl7pPr>
            <a:lvl8pPr algn="ctr">
              <a:defRPr sz="1050" b="0">
                <a:solidFill>
                  <a:srgbClr val="666666"/>
                </a:solidFill>
                <a:latin typeface="Times New Roman"/>
                <a:ea typeface="Times New Roman"/>
                <a:cs typeface="Times New Roman"/>
              </a:defRPr>
            </a:lvl8pPr>
            <a:lvl9pPr algn="ctr">
              <a:defRPr sz="1050" b="0">
                <a:solidFill>
                  <a:srgbClr val="666666"/>
                </a:solidFill>
                <a:latin typeface="Times New Roman"/>
                <a:ea typeface="Times New Roman"/>
                <a:cs typeface="Times New Roman"/>
              </a:defRPr>
            </a:lvl9pPr>
          </a:lstStyle>
          <a:p xmlns:a="http://schemas.openxmlformats.org/drawingml/2006/main">
            <a:pPr algn="ctr">
              <a:defRPr sz="1050" b="0">
                <a:solidFill>
                  <a:srgbClr val="666666"/>
                </a:solidFill>
                <a:latin typeface="Times New Roman"/>
                <a:ea typeface="Times New Roman"/>
                <a:cs typeface="Times New Roman"/>
              </a:defRPr>
            </a:pPr>
            <a:r>
              <a:rPr sz="1050" b="0">
                <a:solidFill>
                  <a:srgbClr val="666666"/>
                </a:solidFill>
                <a:latin typeface="Times New Roman"/>
                <a:ea typeface="Times New Roman"/>
                <a:cs typeface="Times New Roman"/>
              </a:rPr>
              <a:t>Full links and slide-by-slide speaking notes are in the companion document.</a:t>
            </a:r>
          </a:p>
        </p:txBody>
      </p:sp>
    </p:spTree>
    <p:extLst>
      <p:ext uri="{BB962C8B-B14F-4D97-AF65-F5344CB8AC3E}">
        <p14:creationId xmlns:p14="http://schemas.microsoft.com/office/powerpoint/2010/main" val="12190109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2026-10-20T18:51:19.3120000Z</dcterms:created>
  <dcterms:modified xsi:type="dcterms:W3CDTF">2026-10-20T18:51:19.3120000Z</dcterms:modified>
</coreProperties>
</file>